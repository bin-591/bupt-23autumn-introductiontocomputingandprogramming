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9" r:id="rId2"/>
    <p:sldId id="273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6" r:id="rId19"/>
    <p:sldId id="297" r:id="rId20"/>
    <p:sldId id="298" r:id="rId21"/>
    <p:sldId id="283" r:id="rId22"/>
    <p:sldId id="284" r:id="rId23"/>
    <p:sldId id="299" r:id="rId24"/>
    <p:sldId id="300" r:id="rId25"/>
    <p:sldId id="302" r:id="rId26"/>
    <p:sldId id="301" r:id="rId27"/>
    <p:sldId id="303" r:id="rId28"/>
    <p:sldId id="285" r:id="rId29"/>
    <p:sldId id="286" r:id="rId30"/>
    <p:sldId id="304" r:id="rId31"/>
    <p:sldId id="305" r:id="rId32"/>
    <p:sldId id="306" r:id="rId33"/>
    <p:sldId id="307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C5E"/>
    <a:srgbClr val="3D5070"/>
    <a:srgbClr val="A3A9B7"/>
    <a:srgbClr val="626C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38-4007-B151-856E1B6C67F4}"/>
              </c:ext>
            </c:extLst>
          </c:dPt>
          <c:dPt>
            <c:idx val="1"/>
            <c:bubble3D val="0"/>
            <c:spPr>
              <a:solidFill>
                <a:schemeClr val="bg1">
                  <a:alpha val="2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38-4007-B151-856E1B6C67F4}"/>
              </c:ext>
            </c:extLst>
          </c:dPt>
          <c:cat>
            <c:strRef>
              <c:f>Sheet1!$A$2:$A$3</c:f>
              <c:strCache>
                <c:ptCount val="2"/>
                <c:pt idx="0">
                  <c:v>数据</c:v>
                </c:pt>
                <c:pt idx="1">
                  <c:v>辅助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0.60000000000000009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38-4007-B151-856E1B6C67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9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A4717-9246-4F9C-9F7C-944B487DFFFA}" type="datetimeFigureOut">
              <a:rPr lang="zh-CN" altLang="en-US" smtClean="0"/>
              <a:pPr/>
              <a:t>2023/2/15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51DBA-3E00-4BF4-A968-83A0708587D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43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68" b="37487"/>
          <a:stretch/>
        </p:blipFill>
        <p:spPr>
          <a:xfrm>
            <a:off x="32090" y="4634667"/>
            <a:ext cx="12115119" cy="1880432"/>
          </a:xfrm>
          <a:prstGeom prst="rect">
            <a:avLst/>
          </a:prstGeom>
        </p:spPr>
      </p:pic>
      <p:sp>
        <p:nvSpPr>
          <p:cNvPr id="100" name="矩形 99"/>
          <p:cNvSpPr/>
          <p:nvPr userDrawn="1"/>
        </p:nvSpPr>
        <p:spPr>
          <a:xfrm>
            <a:off x="0" y="6035148"/>
            <a:ext cx="12192000" cy="822852"/>
          </a:xfrm>
          <a:prstGeom prst="rect">
            <a:avLst/>
          </a:prstGeom>
          <a:pattFill prst="wdUpDiag">
            <a:fgClr>
              <a:srgbClr val="081F49"/>
            </a:fgClr>
            <a:bgClr>
              <a:srgbClr val="03153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0" y="5998788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208CA4"/>
              </a:gs>
              <a:gs pos="100000">
                <a:srgbClr val="195F8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0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/>
          <p:cNvSpPr>
            <a:spLocks noEditPoints="1"/>
          </p:cNvSpPr>
          <p:nvPr userDrawn="1"/>
        </p:nvSpPr>
        <p:spPr bwMode="auto">
          <a:xfrm>
            <a:off x="1223991" y="2278551"/>
            <a:ext cx="3441990" cy="2124044"/>
          </a:xfrm>
          <a:custGeom>
            <a:avLst/>
            <a:gdLst>
              <a:gd name="T0" fmla="*/ 604 w 1329"/>
              <a:gd name="T1" fmla="*/ 170 h 1194"/>
              <a:gd name="T2" fmla="*/ 1162 w 1329"/>
              <a:gd name="T3" fmla="*/ 327 h 1194"/>
              <a:gd name="T4" fmla="*/ 1149 w 1329"/>
              <a:gd name="T5" fmla="*/ 421 h 1194"/>
              <a:gd name="T6" fmla="*/ 1156 w 1329"/>
              <a:gd name="T7" fmla="*/ 484 h 1194"/>
              <a:gd name="T8" fmla="*/ 229 w 1329"/>
              <a:gd name="T9" fmla="*/ 618 h 1194"/>
              <a:gd name="T10" fmla="*/ 176 w 1329"/>
              <a:gd name="T11" fmla="*/ 780 h 1194"/>
              <a:gd name="T12" fmla="*/ 970 w 1329"/>
              <a:gd name="T13" fmla="*/ 857 h 1194"/>
              <a:gd name="T14" fmla="*/ 1161 w 1329"/>
              <a:gd name="T15" fmla="*/ 921 h 1194"/>
              <a:gd name="T16" fmla="*/ 1072 w 1329"/>
              <a:gd name="T17" fmla="*/ 944 h 1194"/>
              <a:gd name="T18" fmla="*/ 1190 w 1329"/>
              <a:gd name="T19" fmla="*/ 976 h 1194"/>
              <a:gd name="T20" fmla="*/ 825 w 1329"/>
              <a:gd name="T21" fmla="*/ 1024 h 1194"/>
              <a:gd name="T22" fmla="*/ 718 w 1329"/>
              <a:gd name="T23" fmla="*/ 1059 h 1194"/>
              <a:gd name="T24" fmla="*/ 697 w 1329"/>
              <a:gd name="T25" fmla="*/ 1113 h 1194"/>
              <a:gd name="T26" fmla="*/ 569 w 1329"/>
              <a:gd name="T27" fmla="*/ 1181 h 1194"/>
              <a:gd name="T28" fmla="*/ 1207 w 1329"/>
              <a:gd name="T29" fmla="*/ 61 h 1194"/>
              <a:gd name="T30" fmla="*/ 1238 w 1329"/>
              <a:gd name="T31" fmla="*/ 471 h 1194"/>
              <a:gd name="T32" fmla="*/ 1086 w 1329"/>
              <a:gd name="T33" fmla="*/ 508 h 1194"/>
              <a:gd name="T34" fmla="*/ 1092 w 1329"/>
              <a:gd name="T35" fmla="*/ 407 h 1194"/>
              <a:gd name="T36" fmla="*/ 1102 w 1329"/>
              <a:gd name="T37" fmla="*/ 321 h 1194"/>
              <a:gd name="T38" fmla="*/ 1004 w 1329"/>
              <a:gd name="T39" fmla="*/ 192 h 1194"/>
              <a:gd name="T40" fmla="*/ 814 w 1329"/>
              <a:gd name="T41" fmla="*/ 113 h 1194"/>
              <a:gd name="T42" fmla="*/ 270 w 1329"/>
              <a:gd name="T43" fmla="*/ 179 h 1194"/>
              <a:gd name="T44" fmla="*/ 181 w 1329"/>
              <a:gd name="T45" fmla="*/ 539 h 1194"/>
              <a:gd name="T46" fmla="*/ 191 w 1329"/>
              <a:gd name="T47" fmla="*/ 774 h 1194"/>
              <a:gd name="T48" fmla="*/ 174 w 1329"/>
              <a:gd name="T49" fmla="*/ 943 h 1194"/>
              <a:gd name="T50" fmla="*/ 234 w 1329"/>
              <a:gd name="T51" fmla="*/ 1036 h 1194"/>
              <a:gd name="T52" fmla="*/ 531 w 1329"/>
              <a:gd name="T53" fmla="*/ 1101 h 1194"/>
              <a:gd name="T54" fmla="*/ 736 w 1329"/>
              <a:gd name="T55" fmla="*/ 1035 h 1194"/>
              <a:gd name="T56" fmla="*/ 1027 w 1329"/>
              <a:gd name="T57" fmla="*/ 896 h 1194"/>
              <a:gd name="T58" fmla="*/ 1140 w 1329"/>
              <a:gd name="T59" fmla="*/ 840 h 1194"/>
              <a:gd name="T60" fmla="*/ 1222 w 1329"/>
              <a:gd name="T61" fmla="*/ 812 h 1194"/>
              <a:gd name="T62" fmla="*/ 1200 w 1329"/>
              <a:gd name="T63" fmla="*/ 772 h 1194"/>
              <a:gd name="T64" fmla="*/ 1135 w 1329"/>
              <a:gd name="T65" fmla="*/ 676 h 1194"/>
              <a:gd name="T66" fmla="*/ 1181 w 1329"/>
              <a:gd name="T67" fmla="*/ 550 h 1194"/>
              <a:gd name="T68" fmla="*/ 168 w 1329"/>
              <a:gd name="T69" fmla="*/ 817 h 1194"/>
              <a:gd name="T70" fmla="*/ 270 w 1329"/>
              <a:gd name="T71" fmla="*/ 942 h 1194"/>
              <a:gd name="T72" fmla="*/ 583 w 1329"/>
              <a:gd name="T73" fmla="*/ 198 h 1194"/>
              <a:gd name="T74" fmla="*/ 736 w 1329"/>
              <a:gd name="T75" fmla="*/ 965 h 1194"/>
              <a:gd name="T76" fmla="*/ 1192 w 1329"/>
              <a:gd name="T77" fmla="*/ 759 h 1194"/>
              <a:gd name="T78" fmla="*/ 1000 w 1329"/>
              <a:gd name="T79" fmla="*/ 751 h 1194"/>
              <a:gd name="T80" fmla="*/ 949 w 1329"/>
              <a:gd name="T81" fmla="*/ 732 h 1194"/>
              <a:gd name="T82" fmla="*/ 915 w 1329"/>
              <a:gd name="T83" fmla="*/ 739 h 1194"/>
              <a:gd name="T84" fmla="*/ 868 w 1329"/>
              <a:gd name="T85" fmla="*/ 781 h 1194"/>
              <a:gd name="T86" fmla="*/ 1033 w 1329"/>
              <a:gd name="T87" fmla="*/ 827 h 1194"/>
              <a:gd name="T88" fmla="*/ 968 w 1329"/>
              <a:gd name="T89" fmla="*/ 836 h 1194"/>
              <a:gd name="T90" fmla="*/ 1026 w 1329"/>
              <a:gd name="T91" fmla="*/ 784 h 1194"/>
              <a:gd name="T92" fmla="*/ 1111 w 1329"/>
              <a:gd name="T93" fmla="*/ 821 h 1194"/>
              <a:gd name="T94" fmla="*/ 1113 w 1329"/>
              <a:gd name="T95" fmla="*/ 772 h 1194"/>
              <a:gd name="T96" fmla="*/ 1031 w 1329"/>
              <a:gd name="T97" fmla="*/ 716 h 1194"/>
              <a:gd name="T98" fmla="*/ 1175 w 1329"/>
              <a:gd name="T99" fmla="*/ 552 h 1194"/>
              <a:gd name="T100" fmla="*/ 1255 w 1329"/>
              <a:gd name="T101" fmla="*/ 404 h 1194"/>
              <a:gd name="T102" fmla="*/ 1125 w 1329"/>
              <a:gd name="T103" fmla="*/ 462 h 1194"/>
              <a:gd name="T104" fmla="*/ 1117 w 1329"/>
              <a:gd name="T105" fmla="*/ 846 h 1194"/>
              <a:gd name="T106" fmla="*/ 1097 w 1329"/>
              <a:gd name="T107" fmla="*/ 857 h 1194"/>
              <a:gd name="T108" fmla="*/ 1108 w 1329"/>
              <a:gd name="T109" fmla="*/ 916 h 1194"/>
              <a:gd name="T110" fmla="*/ 900 w 1329"/>
              <a:gd name="T111" fmla="*/ 1028 h 1194"/>
              <a:gd name="T112" fmla="*/ 885 w 1329"/>
              <a:gd name="T113" fmla="*/ 1008 h 1194"/>
              <a:gd name="T114" fmla="*/ 736 w 1329"/>
              <a:gd name="T115" fmla="*/ 1122 h 1194"/>
              <a:gd name="T116" fmla="*/ 837 w 1329"/>
              <a:gd name="T117" fmla="*/ 1067 h 1194"/>
              <a:gd name="T118" fmla="*/ 1076 w 1329"/>
              <a:gd name="T119" fmla="*/ 959 h 1194"/>
              <a:gd name="T120" fmla="*/ 940 w 1329"/>
              <a:gd name="T121" fmla="*/ 1053 h 1194"/>
              <a:gd name="T122" fmla="*/ 812 w 1329"/>
              <a:gd name="T123" fmla="*/ 1117 h 1194"/>
              <a:gd name="T124" fmla="*/ 813 w 1329"/>
              <a:gd name="T125" fmla="*/ 1168 h 1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29" h="1194">
                <a:moveTo>
                  <a:pt x="1270" y="436"/>
                </a:moveTo>
                <a:cubicBezTo>
                  <a:pt x="1273" y="435"/>
                  <a:pt x="1279" y="433"/>
                  <a:pt x="1278" y="430"/>
                </a:cubicBezTo>
                <a:cubicBezTo>
                  <a:pt x="1275" y="432"/>
                  <a:pt x="1271" y="433"/>
                  <a:pt x="1270" y="436"/>
                </a:cubicBezTo>
                <a:close/>
                <a:moveTo>
                  <a:pt x="1304" y="441"/>
                </a:moveTo>
                <a:cubicBezTo>
                  <a:pt x="1304" y="439"/>
                  <a:pt x="1303" y="438"/>
                  <a:pt x="1302" y="438"/>
                </a:cubicBezTo>
                <a:cubicBezTo>
                  <a:pt x="1302" y="439"/>
                  <a:pt x="1300" y="440"/>
                  <a:pt x="1299" y="440"/>
                </a:cubicBezTo>
                <a:cubicBezTo>
                  <a:pt x="1298" y="444"/>
                  <a:pt x="1302" y="442"/>
                  <a:pt x="1304" y="441"/>
                </a:cubicBezTo>
                <a:close/>
                <a:moveTo>
                  <a:pt x="1283" y="495"/>
                </a:moveTo>
                <a:cubicBezTo>
                  <a:pt x="1283" y="498"/>
                  <a:pt x="1276" y="498"/>
                  <a:pt x="1279" y="501"/>
                </a:cubicBezTo>
                <a:cubicBezTo>
                  <a:pt x="1280" y="499"/>
                  <a:pt x="1286" y="498"/>
                  <a:pt x="1283" y="495"/>
                </a:cubicBezTo>
                <a:close/>
                <a:moveTo>
                  <a:pt x="1286" y="505"/>
                </a:moveTo>
                <a:cubicBezTo>
                  <a:pt x="1291" y="500"/>
                  <a:pt x="1293" y="502"/>
                  <a:pt x="1301" y="503"/>
                </a:cubicBezTo>
                <a:cubicBezTo>
                  <a:pt x="1302" y="501"/>
                  <a:pt x="1305" y="501"/>
                  <a:pt x="1304" y="498"/>
                </a:cubicBezTo>
                <a:cubicBezTo>
                  <a:pt x="1296" y="495"/>
                  <a:pt x="1288" y="498"/>
                  <a:pt x="1286" y="505"/>
                </a:cubicBezTo>
                <a:close/>
                <a:moveTo>
                  <a:pt x="1327" y="419"/>
                </a:moveTo>
                <a:cubicBezTo>
                  <a:pt x="1326" y="420"/>
                  <a:pt x="1322" y="423"/>
                  <a:pt x="1325" y="425"/>
                </a:cubicBezTo>
                <a:cubicBezTo>
                  <a:pt x="1325" y="423"/>
                  <a:pt x="1329" y="420"/>
                  <a:pt x="1327" y="419"/>
                </a:cubicBezTo>
                <a:close/>
                <a:moveTo>
                  <a:pt x="1216" y="25"/>
                </a:moveTo>
                <a:cubicBezTo>
                  <a:pt x="1211" y="25"/>
                  <a:pt x="1209" y="27"/>
                  <a:pt x="1208" y="30"/>
                </a:cubicBezTo>
                <a:cubicBezTo>
                  <a:pt x="1212" y="30"/>
                  <a:pt x="1217" y="30"/>
                  <a:pt x="1216" y="25"/>
                </a:cubicBezTo>
                <a:close/>
                <a:moveTo>
                  <a:pt x="982" y="81"/>
                </a:moveTo>
                <a:cubicBezTo>
                  <a:pt x="976" y="80"/>
                  <a:pt x="972" y="85"/>
                  <a:pt x="973" y="89"/>
                </a:cubicBezTo>
                <a:cubicBezTo>
                  <a:pt x="976" y="86"/>
                  <a:pt x="980" y="84"/>
                  <a:pt x="982" y="81"/>
                </a:cubicBezTo>
                <a:close/>
                <a:moveTo>
                  <a:pt x="731" y="93"/>
                </a:moveTo>
                <a:cubicBezTo>
                  <a:pt x="728" y="93"/>
                  <a:pt x="726" y="93"/>
                  <a:pt x="726" y="95"/>
                </a:cubicBezTo>
                <a:cubicBezTo>
                  <a:pt x="727" y="97"/>
                  <a:pt x="731" y="96"/>
                  <a:pt x="731" y="93"/>
                </a:cubicBezTo>
                <a:close/>
                <a:moveTo>
                  <a:pt x="827" y="111"/>
                </a:moveTo>
                <a:cubicBezTo>
                  <a:pt x="826" y="112"/>
                  <a:pt x="823" y="112"/>
                  <a:pt x="823" y="114"/>
                </a:cubicBezTo>
                <a:cubicBezTo>
                  <a:pt x="827" y="113"/>
                  <a:pt x="829" y="110"/>
                  <a:pt x="830" y="107"/>
                </a:cubicBezTo>
                <a:cubicBezTo>
                  <a:pt x="827" y="108"/>
                  <a:pt x="821" y="107"/>
                  <a:pt x="820" y="111"/>
                </a:cubicBezTo>
                <a:cubicBezTo>
                  <a:pt x="822" y="111"/>
                  <a:pt x="826" y="108"/>
                  <a:pt x="827" y="111"/>
                </a:cubicBezTo>
                <a:close/>
                <a:moveTo>
                  <a:pt x="1020" y="108"/>
                </a:moveTo>
                <a:cubicBezTo>
                  <a:pt x="1017" y="108"/>
                  <a:pt x="1017" y="110"/>
                  <a:pt x="1016" y="112"/>
                </a:cubicBezTo>
                <a:cubicBezTo>
                  <a:pt x="1019" y="113"/>
                  <a:pt x="1019" y="110"/>
                  <a:pt x="1020" y="108"/>
                </a:cubicBezTo>
                <a:close/>
                <a:moveTo>
                  <a:pt x="552" y="137"/>
                </a:moveTo>
                <a:cubicBezTo>
                  <a:pt x="553" y="133"/>
                  <a:pt x="559" y="133"/>
                  <a:pt x="558" y="127"/>
                </a:cubicBezTo>
                <a:cubicBezTo>
                  <a:pt x="553" y="122"/>
                  <a:pt x="545" y="134"/>
                  <a:pt x="552" y="137"/>
                </a:cubicBezTo>
                <a:close/>
                <a:moveTo>
                  <a:pt x="343" y="134"/>
                </a:moveTo>
                <a:cubicBezTo>
                  <a:pt x="338" y="134"/>
                  <a:pt x="336" y="136"/>
                  <a:pt x="335" y="139"/>
                </a:cubicBezTo>
                <a:cubicBezTo>
                  <a:pt x="340" y="140"/>
                  <a:pt x="342" y="137"/>
                  <a:pt x="343" y="134"/>
                </a:cubicBezTo>
                <a:close/>
                <a:moveTo>
                  <a:pt x="1239" y="143"/>
                </a:moveTo>
                <a:cubicBezTo>
                  <a:pt x="1235" y="146"/>
                  <a:pt x="1230" y="147"/>
                  <a:pt x="1227" y="151"/>
                </a:cubicBezTo>
                <a:cubicBezTo>
                  <a:pt x="1233" y="150"/>
                  <a:pt x="1232" y="148"/>
                  <a:pt x="1238" y="147"/>
                </a:cubicBezTo>
                <a:cubicBezTo>
                  <a:pt x="1238" y="145"/>
                  <a:pt x="1239" y="145"/>
                  <a:pt x="1239" y="143"/>
                </a:cubicBezTo>
                <a:close/>
                <a:moveTo>
                  <a:pt x="1168" y="160"/>
                </a:moveTo>
                <a:cubicBezTo>
                  <a:pt x="1165" y="157"/>
                  <a:pt x="1158" y="159"/>
                  <a:pt x="1158" y="163"/>
                </a:cubicBezTo>
                <a:cubicBezTo>
                  <a:pt x="1160" y="166"/>
                  <a:pt x="1166" y="163"/>
                  <a:pt x="1168" y="160"/>
                </a:cubicBezTo>
                <a:close/>
                <a:moveTo>
                  <a:pt x="1005" y="166"/>
                </a:moveTo>
                <a:cubicBezTo>
                  <a:pt x="1009" y="167"/>
                  <a:pt x="1012" y="164"/>
                  <a:pt x="1014" y="162"/>
                </a:cubicBezTo>
                <a:cubicBezTo>
                  <a:pt x="1011" y="160"/>
                  <a:pt x="1006" y="162"/>
                  <a:pt x="1005" y="166"/>
                </a:cubicBezTo>
                <a:close/>
                <a:moveTo>
                  <a:pt x="611" y="163"/>
                </a:moveTo>
                <a:cubicBezTo>
                  <a:pt x="608" y="164"/>
                  <a:pt x="605" y="163"/>
                  <a:pt x="603" y="165"/>
                </a:cubicBezTo>
                <a:cubicBezTo>
                  <a:pt x="603" y="167"/>
                  <a:pt x="603" y="169"/>
                  <a:pt x="604" y="170"/>
                </a:cubicBezTo>
                <a:cubicBezTo>
                  <a:pt x="607" y="169"/>
                  <a:pt x="610" y="167"/>
                  <a:pt x="611" y="163"/>
                </a:cubicBezTo>
                <a:close/>
                <a:moveTo>
                  <a:pt x="1165" y="179"/>
                </a:moveTo>
                <a:cubicBezTo>
                  <a:pt x="1168" y="177"/>
                  <a:pt x="1168" y="173"/>
                  <a:pt x="1171" y="171"/>
                </a:cubicBezTo>
                <a:cubicBezTo>
                  <a:pt x="1165" y="170"/>
                  <a:pt x="1171" y="167"/>
                  <a:pt x="1170" y="163"/>
                </a:cubicBezTo>
                <a:cubicBezTo>
                  <a:pt x="1163" y="165"/>
                  <a:pt x="1159" y="170"/>
                  <a:pt x="1157" y="177"/>
                </a:cubicBezTo>
                <a:cubicBezTo>
                  <a:pt x="1160" y="176"/>
                  <a:pt x="1160" y="180"/>
                  <a:pt x="1165" y="179"/>
                </a:cubicBezTo>
                <a:close/>
                <a:moveTo>
                  <a:pt x="1070" y="192"/>
                </a:moveTo>
                <a:cubicBezTo>
                  <a:pt x="1075" y="192"/>
                  <a:pt x="1078" y="189"/>
                  <a:pt x="1085" y="188"/>
                </a:cubicBezTo>
                <a:cubicBezTo>
                  <a:pt x="1086" y="186"/>
                  <a:pt x="1088" y="185"/>
                  <a:pt x="1087" y="181"/>
                </a:cubicBezTo>
                <a:cubicBezTo>
                  <a:pt x="1083" y="181"/>
                  <a:pt x="1080" y="184"/>
                  <a:pt x="1079" y="181"/>
                </a:cubicBezTo>
                <a:cubicBezTo>
                  <a:pt x="1079" y="179"/>
                  <a:pt x="1080" y="178"/>
                  <a:pt x="1081" y="177"/>
                </a:cubicBezTo>
                <a:cubicBezTo>
                  <a:pt x="1072" y="167"/>
                  <a:pt x="1059" y="185"/>
                  <a:pt x="1070" y="192"/>
                </a:cubicBezTo>
                <a:close/>
                <a:moveTo>
                  <a:pt x="262" y="175"/>
                </a:moveTo>
                <a:cubicBezTo>
                  <a:pt x="259" y="175"/>
                  <a:pt x="259" y="179"/>
                  <a:pt x="257" y="181"/>
                </a:cubicBezTo>
                <a:cubicBezTo>
                  <a:pt x="260" y="180"/>
                  <a:pt x="263" y="179"/>
                  <a:pt x="262" y="175"/>
                </a:cubicBezTo>
                <a:close/>
                <a:moveTo>
                  <a:pt x="1056" y="194"/>
                </a:moveTo>
                <a:cubicBezTo>
                  <a:pt x="1056" y="191"/>
                  <a:pt x="1054" y="191"/>
                  <a:pt x="1053" y="190"/>
                </a:cubicBezTo>
                <a:cubicBezTo>
                  <a:pt x="1051" y="193"/>
                  <a:pt x="1044" y="192"/>
                  <a:pt x="1043" y="196"/>
                </a:cubicBezTo>
                <a:cubicBezTo>
                  <a:pt x="1049" y="197"/>
                  <a:pt x="1051" y="194"/>
                  <a:pt x="1056" y="194"/>
                </a:cubicBezTo>
                <a:close/>
                <a:moveTo>
                  <a:pt x="1041" y="196"/>
                </a:moveTo>
                <a:cubicBezTo>
                  <a:pt x="1036" y="197"/>
                  <a:pt x="1038" y="200"/>
                  <a:pt x="1037" y="203"/>
                </a:cubicBezTo>
                <a:cubicBezTo>
                  <a:pt x="1041" y="202"/>
                  <a:pt x="1040" y="199"/>
                  <a:pt x="1041" y="196"/>
                </a:cubicBezTo>
                <a:close/>
                <a:moveTo>
                  <a:pt x="1106" y="201"/>
                </a:moveTo>
                <a:cubicBezTo>
                  <a:pt x="1106" y="204"/>
                  <a:pt x="1106" y="206"/>
                  <a:pt x="1109" y="206"/>
                </a:cubicBezTo>
                <a:cubicBezTo>
                  <a:pt x="1109" y="203"/>
                  <a:pt x="1113" y="201"/>
                  <a:pt x="1109" y="200"/>
                </a:cubicBezTo>
                <a:cubicBezTo>
                  <a:pt x="1109" y="201"/>
                  <a:pt x="1108" y="201"/>
                  <a:pt x="1106" y="201"/>
                </a:cubicBezTo>
                <a:close/>
                <a:moveTo>
                  <a:pt x="1023" y="204"/>
                </a:moveTo>
                <a:cubicBezTo>
                  <a:pt x="1021" y="206"/>
                  <a:pt x="1018" y="206"/>
                  <a:pt x="1018" y="209"/>
                </a:cubicBezTo>
                <a:cubicBezTo>
                  <a:pt x="1020" y="209"/>
                  <a:pt x="1020" y="210"/>
                  <a:pt x="1021" y="210"/>
                </a:cubicBezTo>
                <a:cubicBezTo>
                  <a:pt x="1020" y="207"/>
                  <a:pt x="1026" y="207"/>
                  <a:pt x="1023" y="204"/>
                </a:cubicBezTo>
                <a:close/>
                <a:moveTo>
                  <a:pt x="1001" y="222"/>
                </a:moveTo>
                <a:cubicBezTo>
                  <a:pt x="1004" y="223"/>
                  <a:pt x="1011" y="220"/>
                  <a:pt x="1013" y="216"/>
                </a:cubicBezTo>
                <a:cubicBezTo>
                  <a:pt x="1008" y="217"/>
                  <a:pt x="1002" y="217"/>
                  <a:pt x="1001" y="222"/>
                </a:cubicBezTo>
                <a:close/>
                <a:moveTo>
                  <a:pt x="985" y="221"/>
                </a:moveTo>
                <a:cubicBezTo>
                  <a:pt x="981" y="221"/>
                  <a:pt x="979" y="223"/>
                  <a:pt x="977" y="225"/>
                </a:cubicBezTo>
                <a:cubicBezTo>
                  <a:pt x="980" y="224"/>
                  <a:pt x="985" y="226"/>
                  <a:pt x="985" y="221"/>
                </a:cubicBezTo>
                <a:close/>
                <a:moveTo>
                  <a:pt x="1122" y="240"/>
                </a:moveTo>
                <a:cubicBezTo>
                  <a:pt x="1124" y="240"/>
                  <a:pt x="1124" y="243"/>
                  <a:pt x="1126" y="244"/>
                </a:cubicBezTo>
                <a:cubicBezTo>
                  <a:pt x="1127" y="243"/>
                  <a:pt x="1128" y="243"/>
                  <a:pt x="1129" y="243"/>
                </a:cubicBezTo>
                <a:cubicBezTo>
                  <a:pt x="1129" y="241"/>
                  <a:pt x="1129" y="239"/>
                  <a:pt x="1128" y="239"/>
                </a:cubicBezTo>
                <a:cubicBezTo>
                  <a:pt x="1128" y="241"/>
                  <a:pt x="1126" y="237"/>
                  <a:pt x="1126" y="236"/>
                </a:cubicBezTo>
                <a:cubicBezTo>
                  <a:pt x="1128" y="237"/>
                  <a:pt x="1129" y="235"/>
                  <a:pt x="1127" y="234"/>
                </a:cubicBezTo>
                <a:cubicBezTo>
                  <a:pt x="1126" y="236"/>
                  <a:pt x="1124" y="236"/>
                  <a:pt x="1124" y="238"/>
                </a:cubicBezTo>
                <a:cubicBezTo>
                  <a:pt x="1127" y="241"/>
                  <a:pt x="1122" y="238"/>
                  <a:pt x="1122" y="240"/>
                </a:cubicBezTo>
                <a:close/>
                <a:moveTo>
                  <a:pt x="1145" y="258"/>
                </a:moveTo>
                <a:cubicBezTo>
                  <a:pt x="1141" y="259"/>
                  <a:pt x="1141" y="256"/>
                  <a:pt x="1138" y="256"/>
                </a:cubicBezTo>
                <a:cubicBezTo>
                  <a:pt x="1138" y="257"/>
                  <a:pt x="1138" y="259"/>
                  <a:pt x="1137" y="259"/>
                </a:cubicBezTo>
                <a:cubicBezTo>
                  <a:pt x="1141" y="260"/>
                  <a:pt x="1143" y="259"/>
                  <a:pt x="1145" y="258"/>
                </a:cubicBezTo>
                <a:close/>
                <a:moveTo>
                  <a:pt x="1140" y="326"/>
                </a:moveTo>
                <a:cubicBezTo>
                  <a:pt x="1136" y="328"/>
                  <a:pt x="1140" y="321"/>
                  <a:pt x="1136" y="323"/>
                </a:cubicBezTo>
                <a:cubicBezTo>
                  <a:pt x="1136" y="326"/>
                  <a:pt x="1139" y="330"/>
                  <a:pt x="1140" y="326"/>
                </a:cubicBezTo>
                <a:close/>
                <a:moveTo>
                  <a:pt x="1151" y="341"/>
                </a:moveTo>
                <a:cubicBezTo>
                  <a:pt x="1158" y="341"/>
                  <a:pt x="1164" y="334"/>
                  <a:pt x="1162" y="327"/>
                </a:cubicBezTo>
                <a:cubicBezTo>
                  <a:pt x="1153" y="326"/>
                  <a:pt x="1148" y="336"/>
                  <a:pt x="1151" y="341"/>
                </a:cubicBezTo>
                <a:close/>
                <a:moveTo>
                  <a:pt x="119" y="329"/>
                </a:moveTo>
                <a:cubicBezTo>
                  <a:pt x="115" y="329"/>
                  <a:pt x="113" y="330"/>
                  <a:pt x="111" y="333"/>
                </a:cubicBezTo>
                <a:cubicBezTo>
                  <a:pt x="116" y="334"/>
                  <a:pt x="116" y="331"/>
                  <a:pt x="119" y="329"/>
                </a:cubicBezTo>
                <a:close/>
                <a:moveTo>
                  <a:pt x="1131" y="342"/>
                </a:moveTo>
                <a:cubicBezTo>
                  <a:pt x="1132" y="338"/>
                  <a:pt x="1134" y="336"/>
                  <a:pt x="1136" y="334"/>
                </a:cubicBezTo>
                <a:cubicBezTo>
                  <a:pt x="1131" y="335"/>
                  <a:pt x="1129" y="335"/>
                  <a:pt x="1127" y="337"/>
                </a:cubicBezTo>
                <a:cubicBezTo>
                  <a:pt x="1131" y="336"/>
                  <a:pt x="1126" y="342"/>
                  <a:pt x="1131" y="342"/>
                </a:cubicBezTo>
                <a:close/>
                <a:moveTo>
                  <a:pt x="1136" y="343"/>
                </a:moveTo>
                <a:cubicBezTo>
                  <a:pt x="1132" y="343"/>
                  <a:pt x="1128" y="341"/>
                  <a:pt x="1128" y="347"/>
                </a:cubicBezTo>
                <a:cubicBezTo>
                  <a:pt x="1131" y="349"/>
                  <a:pt x="1136" y="346"/>
                  <a:pt x="1136" y="343"/>
                </a:cubicBezTo>
                <a:close/>
                <a:moveTo>
                  <a:pt x="1208" y="347"/>
                </a:moveTo>
                <a:cubicBezTo>
                  <a:pt x="1208" y="345"/>
                  <a:pt x="1208" y="344"/>
                  <a:pt x="1209" y="343"/>
                </a:cubicBezTo>
                <a:cubicBezTo>
                  <a:pt x="1202" y="345"/>
                  <a:pt x="1195" y="346"/>
                  <a:pt x="1192" y="351"/>
                </a:cubicBezTo>
                <a:cubicBezTo>
                  <a:pt x="1199" y="351"/>
                  <a:pt x="1202" y="345"/>
                  <a:pt x="1208" y="347"/>
                </a:cubicBezTo>
                <a:close/>
                <a:moveTo>
                  <a:pt x="1191" y="376"/>
                </a:moveTo>
                <a:cubicBezTo>
                  <a:pt x="1204" y="374"/>
                  <a:pt x="1208" y="366"/>
                  <a:pt x="1215" y="359"/>
                </a:cubicBezTo>
                <a:cubicBezTo>
                  <a:pt x="1204" y="358"/>
                  <a:pt x="1200" y="365"/>
                  <a:pt x="1191" y="367"/>
                </a:cubicBezTo>
                <a:cubicBezTo>
                  <a:pt x="1192" y="371"/>
                  <a:pt x="1193" y="374"/>
                  <a:pt x="1191" y="376"/>
                </a:cubicBezTo>
                <a:close/>
                <a:moveTo>
                  <a:pt x="1212" y="393"/>
                </a:moveTo>
                <a:cubicBezTo>
                  <a:pt x="1211" y="399"/>
                  <a:pt x="1207" y="394"/>
                  <a:pt x="1203" y="400"/>
                </a:cubicBezTo>
                <a:cubicBezTo>
                  <a:pt x="1208" y="400"/>
                  <a:pt x="1209" y="398"/>
                  <a:pt x="1212" y="398"/>
                </a:cubicBezTo>
                <a:cubicBezTo>
                  <a:pt x="1213" y="399"/>
                  <a:pt x="1212" y="400"/>
                  <a:pt x="1212" y="401"/>
                </a:cubicBezTo>
                <a:cubicBezTo>
                  <a:pt x="1218" y="401"/>
                  <a:pt x="1216" y="395"/>
                  <a:pt x="1212" y="393"/>
                </a:cubicBezTo>
                <a:close/>
                <a:moveTo>
                  <a:pt x="1108" y="408"/>
                </a:moveTo>
                <a:cubicBezTo>
                  <a:pt x="1110" y="408"/>
                  <a:pt x="1110" y="408"/>
                  <a:pt x="1110" y="408"/>
                </a:cubicBezTo>
                <a:cubicBezTo>
                  <a:pt x="1110" y="409"/>
                  <a:pt x="1109" y="413"/>
                  <a:pt x="1111" y="413"/>
                </a:cubicBezTo>
                <a:cubicBezTo>
                  <a:pt x="1113" y="411"/>
                  <a:pt x="1110" y="410"/>
                  <a:pt x="1111" y="407"/>
                </a:cubicBezTo>
                <a:cubicBezTo>
                  <a:pt x="1110" y="407"/>
                  <a:pt x="1108" y="407"/>
                  <a:pt x="1108" y="408"/>
                </a:cubicBezTo>
                <a:close/>
                <a:moveTo>
                  <a:pt x="1147" y="417"/>
                </a:moveTo>
                <a:cubicBezTo>
                  <a:pt x="1150" y="416"/>
                  <a:pt x="1152" y="414"/>
                  <a:pt x="1155" y="414"/>
                </a:cubicBezTo>
                <a:cubicBezTo>
                  <a:pt x="1156" y="410"/>
                  <a:pt x="1152" y="413"/>
                  <a:pt x="1152" y="411"/>
                </a:cubicBezTo>
                <a:cubicBezTo>
                  <a:pt x="1153" y="411"/>
                  <a:pt x="1154" y="411"/>
                  <a:pt x="1154" y="410"/>
                </a:cubicBezTo>
                <a:cubicBezTo>
                  <a:pt x="1150" y="409"/>
                  <a:pt x="1149" y="411"/>
                  <a:pt x="1147" y="412"/>
                </a:cubicBezTo>
                <a:cubicBezTo>
                  <a:pt x="1147" y="413"/>
                  <a:pt x="1145" y="417"/>
                  <a:pt x="1147" y="417"/>
                </a:cubicBezTo>
                <a:close/>
                <a:moveTo>
                  <a:pt x="1179" y="431"/>
                </a:moveTo>
                <a:cubicBezTo>
                  <a:pt x="1183" y="429"/>
                  <a:pt x="1188" y="427"/>
                  <a:pt x="1193" y="425"/>
                </a:cubicBezTo>
                <a:cubicBezTo>
                  <a:pt x="1195" y="426"/>
                  <a:pt x="1192" y="428"/>
                  <a:pt x="1194" y="429"/>
                </a:cubicBezTo>
                <a:cubicBezTo>
                  <a:pt x="1200" y="429"/>
                  <a:pt x="1200" y="429"/>
                  <a:pt x="1200" y="429"/>
                </a:cubicBezTo>
                <a:cubicBezTo>
                  <a:pt x="1202" y="426"/>
                  <a:pt x="1204" y="421"/>
                  <a:pt x="1209" y="419"/>
                </a:cubicBezTo>
                <a:cubicBezTo>
                  <a:pt x="1210" y="418"/>
                  <a:pt x="1206" y="416"/>
                  <a:pt x="1209" y="416"/>
                </a:cubicBezTo>
                <a:cubicBezTo>
                  <a:pt x="1210" y="411"/>
                  <a:pt x="1197" y="413"/>
                  <a:pt x="1191" y="416"/>
                </a:cubicBezTo>
                <a:cubicBezTo>
                  <a:pt x="1191" y="421"/>
                  <a:pt x="1179" y="427"/>
                  <a:pt x="1179" y="431"/>
                </a:cubicBezTo>
                <a:close/>
                <a:moveTo>
                  <a:pt x="1073" y="425"/>
                </a:moveTo>
                <a:cubicBezTo>
                  <a:pt x="1075" y="425"/>
                  <a:pt x="1075" y="426"/>
                  <a:pt x="1077" y="426"/>
                </a:cubicBezTo>
                <a:cubicBezTo>
                  <a:pt x="1076" y="420"/>
                  <a:pt x="1083" y="422"/>
                  <a:pt x="1082" y="416"/>
                </a:cubicBezTo>
                <a:cubicBezTo>
                  <a:pt x="1079" y="416"/>
                  <a:pt x="1079" y="416"/>
                  <a:pt x="1079" y="416"/>
                </a:cubicBezTo>
                <a:cubicBezTo>
                  <a:pt x="1080" y="420"/>
                  <a:pt x="1075" y="418"/>
                  <a:pt x="1074" y="420"/>
                </a:cubicBezTo>
                <a:cubicBezTo>
                  <a:pt x="1077" y="422"/>
                  <a:pt x="1072" y="422"/>
                  <a:pt x="1073" y="425"/>
                </a:cubicBezTo>
                <a:close/>
                <a:moveTo>
                  <a:pt x="1152" y="425"/>
                </a:moveTo>
                <a:cubicBezTo>
                  <a:pt x="1154" y="425"/>
                  <a:pt x="1157" y="425"/>
                  <a:pt x="1158" y="424"/>
                </a:cubicBezTo>
                <a:cubicBezTo>
                  <a:pt x="1160" y="417"/>
                  <a:pt x="1152" y="422"/>
                  <a:pt x="1157" y="417"/>
                </a:cubicBezTo>
                <a:cubicBezTo>
                  <a:pt x="1154" y="418"/>
                  <a:pt x="1150" y="418"/>
                  <a:pt x="1149" y="421"/>
                </a:cubicBezTo>
                <a:cubicBezTo>
                  <a:pt x="1152" y="422"/>
                  <a:pt x="1154" y="419"/>
                  <a:pt x="1154" y="421"/>
                </a:cubicBezTo>
                <a:cubicBezTo>
                  <a:pt x="1152" y="421"/>
                  <a:pt x="1152" y="423"/>
                  <a:pt x="1152" y="425"/>
                </a:cubicBezTo>
                <a:close/>
                <a:moveTo>
                  <a:pt x="1104" y="424"/>
                </a:moveTo>
                <a:cubicBezTo>
                  <a:pt x="1107" y="423"/>
                  <a:pt x="1110" y="420"/>
                  <a:pt x="1109" y="418"/>
                </a:cubicBezTo>
                <a:cubicBezTo>
                  <a:pt x="1108" y="420"/>
                  <a:pt x="1104" y="420"/>
                  <a:pt x="1104" y="424"/>
                </a:cubicBezTo>
                <a:close/>
                <a:moveTo>
                  <a:pt x="68" y="432"/>
                </a:moveTo>
                <a:cubicBezTo>
                  <a:pt x="68" y="429"/>
                  <a:pt x="68" y="429"/>
                  <a:pt x="68" y="429"/>
                </a:cubicBezTo>
                <a:cubicBezTo>
                  <a:pt x="67" y="429"/>
                  <a:pt x="65" y="428"/>
                  <a:pt x="65" y="429"/>
                </a:cubicBezTo>
                <a:cubicBezTo>
                  <a:pt x="66" y="430"/>
                  <a:pt x="65" y="433"/>
                  <a:pt x="68" y="432"/>
                </a:cubicBezTo>
                <a:close/>
                <a:moveTo>
                  <a:pt x="1185" y="436"/>
                </a:moveTo>
                <a:cubicBezTo>
                  <a:pt x="1190" y="436"/>
                  <a:pt x="1193" y="434"/>
                  <a:pt x="1195" y="431"/>
                </a:cubicBezTo>
                <a:cubicBezTo>
                  <a:pt x="1192" y="430"/>
                  <a:pt x="1187" y="434"/>
                  <a:pt x="1185" y="436"/>
                </a:cubicBezTo>
                <a:close/>
                <a:moveTo>
                  <a:pt x="1159" y="432"/>
                </a:moveTo>
                <a:cubicBezTo>
                  <a:pt x="1158" y="436"/>
                  <a:pt x="1154" y="437"/>
                  <a:pt x="1153" y="441"/>
                </a:cubicBezTo>
                <a:cubicBezTo>
                  <a:pt x="1158" y="440"/>
                  <a:pt x="1161" y="438"/>
                  <a:pt x="1164" y="435"/>
                </a:cubicBezTo>
                <a:cubicBezTo>
                  <a:pt x="1161" y="435"/>
                  <a:pt x="1162" y="432"/>
                  <a:pt x="1159" y="432"/>
                </a:cubicBezTo>
                <a:close/>
                <a:moveTo>
                  <a:pt x="1201" y="437"/>
                </a:moveTo>
                <a:cubicBezTo>
                  <a:pt x="1199" y="437"/>
                  <a:pt x="1199" y="437"/>
                  <a:pt x="1199" y="437"/>
                </a:cubicBezTo>
                <a:cubicBezTo>
                  <a:pt x="1198" y="442"/>
                  <a:pt x="1192" y="441"/>
                  <a:pt x="1191" y="445"/>
                </a:cubicBezTo>
                <a:cubicBezTo>
                  <a:pt x="1194" y="442"/>
                  <a:pt x="1201" y="443"/>
                  <a:pt x="1201" y="437"/>
                </a:cubicBezTo>
                <a:close/>
                <a:moveTo>
                  <a:pt x="1240" y="443"/>
                </a:moveTo>
                <a:cubicBezTo>
                  <a:pt x="1239" y="440"/>
                  <a:pt x="1241" y="439"/>
                  <a:pt x="1241" y="437"/>
                </a:cubicBezTo>
                <a:cubicBezTo>
                  <a:pt x="1234" y="438"/>
                  <a:pt x="1228" y="441"/>
                  <a:pt x="1226" y="447"/>
                </a:cubicBezTo>
                <a:cubicBezTo>
                  <a:pt x="1233" y="448"/>
                  <a:pt x="1234" y="443"/>
                  <a:pt x="1240" y="443"/>
                </a:cubicBezTo>
                <a:close/>
                <a:moveTo>
                  <a:pt x="1059" y="439"/>
                </a:moveTo>
                <a:cubicBezTo>
                  <a:pt x="1051" y="438"/>
                  <a:pt x="1048" y="443"/>
                  <a:pt x="1048" y="450"/>
                </a:cubicBezTo>
                <a:cubicBezTo>
                  <a:pt x="1043" y="453"/>
                  <a:pt x="1037" y="456"/>
                  <a:pt x="1032" y="459"/>
                </a:cubicBezTo>
                <a:cubicBezTo>
                  <a:pt x="1031" y="463"/>
                  <a:pt x="1033" y="464"/>
                  <a:pt x="1035" y="466"/>
                </a:cubicBezTo>
                <a:cubicBezTo>
                  <a:pt x="1039" y="464"/>
                  <a:pt x="1042" y="461"/>
                  <a:pt x="1048" y="461"/>
                </a:cubicBezTo>
                <a:cubicBezTo>
                  <a:pt x="1049" y="458"/>
                  <a:pt x="1045" y="460"/>
                  <a:pt x="1046" y="457"/>
                </a:cubicBezTo>
                <a:cubicBezTo>
                  <a:pt x="1051" y="456"/>
                  <a:pt x="1055" y="454"/>
                  <a:pt x="1058" y="451"/>
                </a:cubicBezTo>
                <a:cubicBezTo>
                  <a:pt x="1055" y="450"/>
                  <a:pt x="1054" y="452"/>
                  <a:pt x="1052" y="452"/>
                </a:cubicBezTo>
                <a:cubicBezTo>
                  <a:pt x="1055" y="449"/>
                  <a:pt x="1050" y="450"/>
                  <a:pt x="1050" y="449"/>
                </a:cubicBezTo>
                <a:cubicBezTo>
                  <a:pt x="1051" y="444"/>
                  <a:pt x="1057" y="444"/>
                  <a:pt x="1059" y="439"/>
                </a:cubicBezTo>
                <a:close/>
                <a:moveTo>
                  <a:pt x="1030" y="451"/>
                </a:moveTo>
                <a:cubicBezTo>
                  <a:pt x="1032" y="453"/>
                  <a:pt x="1034" y="451"/>
                  <a:pt x="1037" y="451"/>
                </a:cubicBezTo>
                <a:cubicBezTo>
                  <a:pt x="1037" y="448"/>
                  <a:pt x="1035" y="448"/>
                  <a:pt x="1036" y="446"/>
                </a:cubicBezTo>
                <a:cubicBezTo>
                  <a:pt x="1032" y="446"/>
                  <a:pt x="1031" y="448"/>
                  <a:pt x="1030" y="451"/>
                </a:cubicBezTo>
                <a:close/>
                <a:moveTo>
                  <a:pt x="1194" y="448"/>
                </a:moveTo>
                <a:cubicBezTo>
                  <a:pt x="1193" y="449"/>
                  <a:pt x="1193" y="451"/>
                  <a:pt x="1193" y="453"/>
                </a:cubicBezTo>
                <a:cubicBezTo>
                  <a:pt x="1196" y="452"/>
                  <a:pt x="1198" y="451"/>
                  <a:pt x="1199" y="449"/>
                </a:cubicBezTo>
                <a:cubicBezTo>
                  <a:pt x="1197" y="449"/>
                  <a:pt x="1197" y="447"/>
                  <a:pt x="1194" y="448"/>
                </a:cubicBezTo>
                <a:close/>
                <a:moveTo>
                  <a:pt x="1245" y="449"/>
                </a:moveTo>
                <a:cubicBezTo>
                  <a:pt x="1243" y="449"/>
                  <a:pt x="1243" y="450"/>
                  <a:pt x="1241" y="450"/>
                </a:cubicBezTo>
                <a:cubicBezTo>
                  <a:pt x="1241" y="449"/>
                  <a:pt x="1240" y="448"/>
                  <a:pt x="1239" y="448"/>
                </a:cubicBezTo>
                <a:cubicBezTo>
                  <a:pt x="1239" y="450"/>
                  <a:pt x="1237" y="452"/>
                  <a:pt x="1238" y="455"/>
                </a:cubicBezTo>
                <a:cubicBezTo>
                  <a:pt x="1241" y="454"/>
                  <a:pt x="1242" y="451"/>
                  <a:pt x="1245" y="449"/>
                </a:cubicBezTo>
                <a:close/>
                <a:moveTo>
                  <a:pt x="1212" y="456"/>
                </a:moveTo>
                <a:cubicBezTo>
                  <a:pt x="1213" y="457"/>
                  <a:pt x="1211" y="452"/>
                  <a:pt x="1209" y="452"/>
                </a:cubicBezTo>
                <a:cubicBezTo>
                  <a:pt x="1207" y="455"/>
                  <a:pt x="1205" y="452"/>
                  <a:pt x="1203" y="453"/>
                </a:cubicBezTo>
                <a:cubicBezTo>
                  <a:pt x="1195" y="454"/>
                  <a:pt x="1192" y="462"/>
                  <a:pt x="1185" y="466"/>
                </a:cubicBezTo>
                <a:cubicBezTo>
                  <a:pt x="1177" y="470"/>
                  <a:pt x="1168" y="473"/>
                  <a:pt x="1159" y="477"/>
                </a:cubicBezTo>
                <a:cubicBezTo>
                  <a:pt x="1159" y="480"/>
                  <a:pt x="1156" y="481"/>
                  <a:pt x="1156" y="484"/>
                </a:cubicBezTo>
                <a:cubicBezTo>
                  <a:pt x="1168" y="484"/>
                  <a:pt x="1178" y="470"/>
                  <a:pt x="1195" y="468"/>
                </a:cubicBezTo>
                <a:cubicBezTo>
                  <a:pt x="1200" y="463"/>
                  <a:pt x="1207" y="460"/>
                  <a:pt x="1212" y="456"/>
                </a:cubicBezTo>
                <a:close/>
                <a:moveTo>
                  <a:pt x="1055" y="455"/>
                </a:moveTo>
                <a:cubicBezTo>
                  <a:pt x="1055" y="457"/>
                  <a:pt x="1051" y="456"/>
                  <a:pt x="1051" y="458"/>
                </a:cubicBezTo>
                <a:cubicBezTo>
                  <a:pt x="1053" y="458"/>
                  <a:pt x="1052" y="461"/>
                  <a:pt x="1054" y="461"/>
                </a:cubicBezTo>
                <a:cubicBezTo>
                  <a:pt x="1053" y="459"/>
                  <a:pt x="1058" y="457"/>
                  <a:pt x="1055" y="455"/>
                </a:cubicBezTo>
                <a:close/>
                <a:moveTo>
                  <a:pt x="128" y="500"/>
                </a:moveTo>
                <a:cubicBezTo>
                  <a:pt x="131" y="500"/>
                  <a:pt x="133" y="499"/>
                  <a:pt x="134" y="497"/>
                </a:cubicBezTo>
                <a:cubicBezTo>
                  <a:pt x="132" y="495"/>
                  <a:pt x="129" y="498"/>
                  <a:pt x="128" y="500"/>
                </a:cubicBezTo>
                <a:close/>
                <a:moveTo>
                  <a:pt x="123" y="531"/>
                </a:moveTo>
                <a:cubicBezTo>
                  <a:pt x="127" y="529"/>
                  <a:pt x="131" y="527"/>
                  <a:pt x="137" y="528"/>
                </a:cubicBezTo>
                <a:cubicBezTo>
                  <a:pt x="141" y="524"/>
                  <a:pt x="139" y="514"/>
                  <a:pt x="144" y="511"/>
                </a:cubicBezTo>
                <a:cubicBezTo>
                  <a:pt x="141" y="507"/>
                  <a:pt x="134" y="509"/>
                  <a:pt x="130" y="512"/>
                </a:cubicBezTo>
                <a:cubicBezTo>
                  <a:pt x="134" y="516"/>
                  <a:pt x="131" y="519"/>
                  <a:pt x="133" y="521"/>
                </a:cubicBezTo>
                <a:cubicBezTo>
                  <a:pt x="131" y="526"/>
                  <a:pt x="126" y="527"/>
                  <a:pt x="123" y="531"/>
                </a:cubicBezTo>
                <a:close/>
                <a:moveTo>
                  <a:pt x="1252" y="521"/>
                </a:moveTo>
                <a:cubicBezTo>
                  <a:pt x="1255" y="520"/>
                  <a:pt x="1259" y="520"/>
                  <a:pt x="1260" y="517"/>
                </a:cubicBezTo>
                <a:cubicBezTo>
                  <a:pt x="1256" y="517"/>
                  <a:pt x="1253" y="518"/>
                  <a:pt x="1252" y="521"/>
                </a:cubicBezTo>
                <a:close/>
                <a:moveTo>
                  <a:pt x="163" y="524"/>
                </a:moveTo>
                <a:cubicBezTo>
                  <a:pt x="162" y="528"/>
                  <a:pt x="157" y="529"/>
                  <a:pt x="154" y="533"/>
                </a:cubicBezTo>
                <a:cubicBezTo>
                  <a:pt x="160" y="533"/>
                  <a:pt x="160" y="533"/>
                  <a:pt x="160" y="533"/>
                </a:cubicBezTo>
                <a:cubicBezTo>
                  <a:pt x="160" y="530"/>
                  <a:pt x="166" y="527"/>
                  <a:pt x="163" y="524"/>
                </a:cubicBezTo>
                <a:close/>
                <a:moveTo>
                  <a:pt x="143" y="551"/>
                </a:moveTo>
                <a:cubicBezTo>
                  <a:pt x="142" y="551"/>
                  <a:pt x="143" y="548"/>
                  <a:pt x="141" y="548"/>
                </a:cubicBezTo>
                <a:cubicBezTo>
                  <a:pt x="140" y="549"/>
                  <a:pt x="139" y="549"/>
                  <a:pt x="138" y="549"/>
                </a:cubicBezTo>
                <a:cubicBezTo>
                  <a:pt x="136" y="554"/>
                  <a:pt x="143" y="554"/>
                  <a:pt x="143" y="551"/>
                </a:cubicBezTo>
                <a:close/>
                <a:moveTo>
                  <a:pt x="133" y="576"/>
                </a:moveTo>
                <a:cubicBezTo>
                  <a:pt x="130" y="576"/>
                  <a:pt x="126" y="580"/>
                  <a:pt x="128" y="582"/>
                </a:cubicBezTo>
                <a:cubicBezTo>
                  <a:pt x="129" y="580"/>
                  <a:pt x="132" y="579"/>
                  <a:pt x="133" y="576"/>
                </a:cubicBezTo>
                <a:close/>
                <a:moveTo>
                  <a:pt x="139" y="587"/>
                </a:moveTo>
                <a:cubicBezTo>
                  <a:pt x="145" y="585"/>
                  <a:pt x="152" y="583"/>
                  <a:pt x="153" y="576"/>
                </a:cubicBezTo>
                <a:cubicBezTo>
                  <a:pt x="145" y="576"/>
                  <a:pt x="145" y="585"/>
                  <a:pt x="139" y="587"/>
                </a:cubicBezTo>
                <a:close/>
                <a:moveTo>
                  <a:pt x="129" y="597"/>
                </a:moveTo>
                <a:cubicBezTo>
                  <a:pt x="128" y="600"/>
                  <a:pt x="135" y="597"/>
                  <a:pt x="136" y="597"/>
                </a:cubicBezTo>
                <a:cubicBezTo>
                  <a:pt x="134" y="595"/>
                  <a:pt x="131" y="596"/>
                  <a:pt x="129" y="597"/>
                </a:cubicBezTo>
                <a:close/>
                <a:moveTo>
                  <a:pt x="1159" y="601"/>
                </a:moveTo>
                <a:cubicBezTo>
                  <a:pt x="1154" y="604"/>
                  <a:pt x="1147" y="604"/>
                  <a:pt x="1147" y="611"/>
                </a:cubicBezTo>
                <a:cubicBezTo>
                  <a:pt x="1152" y="610"/>
                  <a:pt x="1163" y="605"/>
                  <a:pt x="1159" y="601"/>
                </a:cubicBezTo>
                <a:close/>
                <a:moveTo>
                  <a:pt x="95" y="617"/>
                </a:moveTo>
                <a:cubicBezTo>
                  <a:pt x="100" y="616"/>
                  <a:pt x="103" y="611"/>
                  <a:pt x="105" y="607"/>
                </a:cubicBezTo>
                <a:cubicBezTo>
                  <a:pt x="99" y="607"/>
                  <a:pt x="96" y="612"/>
                  <a:pt x="95" y="617"/>
                </a:cubicBezTo>
                <a:close/>
                <a:moveTo>
                  <a:pt x="1184" y="609"/>
                </a:moveTo>
                <a:cubicBezTo>
                  <a:pt x="1182" y="610"/>
                  <a:pt x="1179" y="611"/>
                  <a:pt x="1177" y="612"/>
                </a:cubicBezTo>
                <a:cubicBezTo>
                  <a:pt x="1176" y="614"/>
                  <a:pt x="1177" y="617"/>
                  <a:pt x="1179" y="619"/>
                </a:cubicBezTo>
                <a:cubicBezTo>
                  <a:pt x="1181" y="616"/>
                  <a:pt x="1184" y="613"/>
                  <a:pt x="1184" y="609"/>
                </a:cubicBezTo>
                <a:close/>
                <a:moveTo>
                  <a:pt x="1170" y="621"/>
                </a:moveTo>
                <a:cubicBezTo>
                  <a:pt x="1172" y="623"/>
                  <a:pt x="1173" y="620"/>
                  <a:pt x="1175" y="620"/>
                </a:cubicBezTo>
                <a:cubicBezTo>
                  <a:pt x="1175" y="618"/>
                  <a:pt x="1175" y="616"/>
                  <a:pt x="1172" y="616"/>
                </a:cubicBezTo>
                <a:cubicBezTo>
                  <a:pt x="1172" y="618"/>
                  <a:pt x="1171" y="619"/>
                  <a:pt x="1170" y="621"/>
                </a:cubicBezTo>
                <a:close/>
                <a:moveTo>
                  <a:pt x="229" y="618"/>
                </a:moveTo>
                <a:cubicBezTo>
                  <a:pt x="222" y="620"/>
                  <a:pt x="218" y="616"/>
                  <a:pt x="208" y="617"/>
                </a:cubicBezTo>
                <a:cubicBezTo>
                  <a:pt x="209" y="621"/>
                  <a:pt x="212" y="624"/>
                  <a:pt x="215" y="626"/>
                </a:cubicBezTo>
                <a:cubicBezTo>
                  <a:pt x="223" y="627"/>
                  <a:pt x="227" y="623"/>
                  <a:pt x="229" y="618"/>
                </a:cubicBezTo>
                <a:close/>
                <a:moveTo>
                  <a:pt x="131" y="618"/>
                </a:moveTo>
                <a:cubicBezTo>
                  <a:pt x="131" y="620"/>
                  <a:pt x="129" y="620"/>
                  <a:pt x="129" y="622"/>
                </a:cubicBezTo>
                <a:cubicBezTo>
                  <a:pt x="131" y="622"/>
                  <a:pt x="135" y="623"/>
                  <a:pt x="135" y="620"/>
                </a:cubicBezTo>
                <a:cubicBezTo>
                  <a:pt x="132" y="621"/>
                  <a:pt x="134" y="617"/>
                  <a:pt x="131" y="618"/>
                </a:cubicBezTo>
                <a:close/>
                <a:moveTo>
                  <a:pt x="119" y="637"/>
                </a:moveTo>
                <a:cubicBezTo>
                  <a:pt x="114" y="634"/>
                  <a:pt x="123" y="630"/>
                  <a:pt x="118" y="626"/>
                </a:cubicBezTo>
                <a:cubicBezTo>
                  <a:pt x="116" y="630"/>
                  <a:pt x="113" y="622"/>
                  <a:pt x="111" y="625"/>
                </a:cubicBezTo>
                <a:cubicBezTo>
                  <a:pt x="113" y="626"/>
                  <a:pt x="114" y="627"/>
                  <a:pt x="114" y="629"/>
                </a:cubicBezTo>
                <a:cubicBezTo>
                  <a:pt x="113" y="631"/>
                  <a:pt x="109" y="630"/>
                  <a:pt x="109" y="633"/>
                </a:cubicBezTo>
                <a:cubicBezTo>
                  <a:pt x="110" y="636"/>
                  <a:pt x="106" y="641"/>
                  <a:pt x="105" y="645"/>
                </a:cubicBezTo>
                <a:cubicBezTo>
                  <a:pt x="109" y="642"/>
                  <a:pt x="116" y="641"/>
                  <a:pt x="119" y="637"/>
                </a:cubicBezTo>
                <a:close/>
                <a:moveTo>
                  <a:pt x="126" y="633"/>
                </a:moveTo>
                <a:cubicBezTo>
                  <a:pt x="127" y="632"/>
                  <a:pt x="128" y="631"/>
                  <a:pt x="128" y="629"/>
                </a:cubicBezTo>
                <a:cubicBezTo>
                  <a:pt x="125" y="628"/>
                  <a:pt x="123" y="628"/>
                  <a:pt x="121" y="630"/>
                </a:cubicBezTo>
                <a:cubicBezTo>
                  <a:pt x="124" y="630"/>
                  <a:pt x="123" y="633"/>
                  <a:pt x="126" y="633"/>
                </a:cubicBezTo>
                <a:close/>
                <a:moveTo>
                  <a:pt x="85" y="656"/>
                </a:moveTo>
                <a:cubicBezTo>
                  <a:pt x="90" y="653"/>
                  <a:pt x="99" y="656"/>
                  <a:pt x="101" y="646"/>
                </a:cubicBezTo>
                <a:cubicBezTo>
                  <a:pt x="98" y="647"/>
                  <a:pt x="96" y="645"/>
                  <a:pt x="95" y="644"/>
                </a:cubicBezTo>
                <a:cubicBezTo>
                  <a:pt x="94" y="646"/>
                  <a:pt x="92" y="648"/>
                  <a:pt x="93" y="651"/>
                </a:cubicBezTo>
                <a:cubicBezTo>
                  <a:pt x="90" y="653"/>
                  <a:pt x="86" y="653"/>
                  <a:pt x="85" y="656"/>
                </a:cubicBezTo>
                <a:close/>
                <a:moveTo>
                  <a:pt x="1150" y="651"/>
                </a:moveTo>
                <a:cubicBezTo>
                  <a:pt x="1149" y="649"/>
                  <a:pt x="1145" y="650"/>
                  <a:pt x="1145" y="651"/>
                </a:cubicBezTo>
                <a:cubicBezTo>
                  <a:pt x="1146" y="652"/>
                  <a:pt x="1145" y="655"/>
                  <a:pt x="1148" y="654"/>
                </a:cubicBezTo>
                <a:cubicBezTo>
                  <a:pt x="1148" y="652"/>
                  <a:pt x="1150" y="652"/>
                  <a:pt x="1150" y="651"/>
                </a:cubicBezTo>
                <a:close/>
                <a:moveTo>
                  <a:pt x="1164" y="657"/>
                </a:moveTo>
                <a:cubicBezTo>
                  <a:pt x="1165" y="654"/>
                  <a:pt x="1165" y="652"/>
                  <a:pt x="1162" y="651"/>
                </a:cubicBezTo>
                <a:cubicBezTo>
                  <a:pt x="1160" y="653"/>
                  <a:pt x="1162" y="656"/>
                  <a:pt x="1164" y="657"/>
                </a:cubicBezTo>
                <a:close/>
                <a:moveTo>
                  <a:pt x="1195" y="662"/>
                </a:moveTo>
                <a:cubicBezTo>
                  <a:pt x="1195" y="659"/>
                  <a:pt x="1193" y="658"/>
                  <a:pt x="1192" y="657"/>
                </a:cubicBezTo>
                <a:cubicBezTo>
                  <a:pt x="1191" y="659"/>
                  <a:pt x="1189" y="660"/>
                  <a:pt x="1187" y="661"/>
                </a:cubicBezTo>
                <a:cubicBezTo>
                  <a:pt x="1186" y="664"/>
                  <a:pt x="1188" y="665"/>
                  <a:pt x="1188" y="668"/>
                </a:cubicBezTo>
                <a:cubicBezTo>
                  <a:pt x="1193" y="669"/>
                  <a:pt x="1190" y="661"/>
                  <a:pt x="1195" y="662"/>
                </a:cubicBezTo>
                <a:close/>
                <a:moveTo>
                  <a:pt x="1196" y="671"/>
                </a:moveTo>
                <a:cubicBezTo>
                  <a:pt x="1196" y="672"/>
                  <a:pt x="1195" y="672"/>
                  <a:pt x="1194" y="671"/>
                </a:cubicBezTo>
                <a:cubicBezTo>
                  <a:pt x="1194" y="674"/>
                  <a:pt x="1191" y="675"/>
                  <a:pt x="1188" y="675"/>
                </a:cubicBezTo>
                <a:cubicBezTo>
                  <a:pt x="1188" y="676"/>
                  <a:pt x="1187" y="677"/>
                  <a:pt x="1187" y="678"/>
                </a:cubicBezTo>
                <a:cubicBezTo>
                  <a:pt x="1192" y="680"/>
                  <a:pt x="1192" y="675"/>
                  <a:pt x="1196" y="676"/>
                </a:cubicBezTo>
                <a:cubicBezTo>
                  <a:pt x="1195" y="673"/>
                  <a:pt x="1199" y="672"/>
                  <a:pt x="1196" y="671"/>
                </a:cubicBezTo>
                <a:close/>
                <a:moveTo>
                  <a:pt x="1161" y="690"/>
                </a:moveTo>
                <a:cubicBezTo>
                  <a:pt x="1171" y="690"/>
                  <a:pt x="1166" y="685"/>
                  <a:pt x="1161" y="690"/>
                </a:cubicBezTo>
                <a:close/>
                <a:moveTo>
                  <a:pt x="1213" y="728"/>
                </a:moveTo>
                <a:cubicBezTo>
                  <a:pt x="1210" y="728"/>
                  <a:pt x="1208" y="730"/>
                  <a:pt x="1207" y="733"/>
                </a:cubicBezTo>
                <a:cubicBezTo>
                  <a:pt x="1208" y="735"/>
                  <a:pt x="1209" y="736"/>
                  <a:pt x="1211" y="737"/>
                </a:cubicBezTo>
                <a:cubicBezTo>
                  <a:pt x="1210" y="735"/>
                  <a:pt x="1213" y="736"/>
                  <a:pt x="1213" y="734"/>
                </a:cubicBezTo>
                <a:cubicBezTo>
                  <a:pt x="1211" y="733"/>
                  <a:pt x="1214" y="730"/>
                  <a:pt x="1213" y="728"/>
                </a:cubicBezTo>
                <a:close/>
                <a:moveTo>
                  <a:pt x="1152" y="730"/>
                </a:moveTo>
                <a:cubicBezTo>
                  <a:pt x="1149" y="731"/>
                  <a:pt x="1145" y="734"/>
                  <a:pt x="1149" y="735"/>
                </a:cubicBezTo>
                <a:cubicBezTo>
                  <a:pt x="1149" y="732"/>
                  <a:pt x="1152" y="733"/>
                  <a:pt x="1152" y="730"/>
                </a:cubicBezTo>
                <a:close/>
                <a:moveTo>
                  <a:pt x="1090" y="772"/>
                </a:moveTo>
                <a:cubicBezTo>
                  <a:pt x="1090" y="770"/>
                  <a:pt x="1094" y="771"/>
                  <a:pt x="1093" y="768"/>
                </a:cubicBezTo>
                <a:cubicBezTo>
                  <a:pt x="1092" y="768"/>
                  <a:pt x="1092" y="766"/>
                  <a:pt x="1091" y="767"/>
                </a:cubicBezTo>
                <a:cubicBezTo>
                  <a:pt x="1090" y="768"/>
                  <a:pt x="1087" y="771"/>
                  <a:pt x="1090" y="772"/>
                </a:cubicBezTo>
                <a:close/>
                <a:moveTo>
                  <a:pt x="176" y="780"/>
                </a:moveTo>
                <a:cubicBezTo>
                  <a:pt x="173" y="779"/>
                  <a:pt x="167" y="778"/>
                  <a:pt x="165" y="782"/>
                </a:cubicBezTo>
                <a:cubicBezTo>
                  <a:pt x="170" y="783"/>
                  <a:pt x="175" y="783"/>
                  <a:pt x="176" y="780"/>
                </a:cubicBezTo>
                <a:close/>
                <a:moveTo>
                  <a:pt x="1020" y="798"/>
                </a:moveTo>
                <a:cubicBezTo>
                  <a:pt x="1020" y="795"/>
                  <a:pt x="1022" y="794"/>
                  <a:pt x="1023" y="792"/>
                </a:cubicBezTo>
                <a:cubicBezTo>
                  <a:pt x="1021" y="792"/>
                  <a:pt x="1022" y="789"/>
                  <a:pt x="1019" y="790"/>
                </a:cubicBezTo>
                <a:cubicBezTo>
                  <a:pt x="1022" y="794"/>
                  <a:pt x="1016" y="796"/>
                  <a:pt x="1020" y="798"/>
                </a:cubicBezTo>
                <a:close/>
                <a:moveTo>
                  <a:pt x="1191" y="812"/>
                </a:moveTo>
                <a:cubicBezTo>
                  <a:pt x="1191" y="811"/>
                  <a:pt x="1191" y="810"/>
                  <a:pt x="1191" y="810"/>
                </a:cubicBezTo>
                <a:cubicBezTo>
                  <a:pt x="1191" y="814"/>
                  <a:pt x="1190" y="815"/>
                  <a:pt x="1192" y="817"/>
                </a:cubicBezTo>
                <a:cubicBezTo>
                  <a:pt x="1193" y="815"/>
                  <a:pt x="1198" y="811"/>
                  <a:pt x="1200" y="813"/>
                </a:cubicBezTo>
                <a:cubicBezTo>
                  <a:pt x="1200" y="817"/>
                  <a:pt x="1197" y="812"/>
                  <a:pt x="1198" y="816"/>
                </a:cubicBezTo>
                <a:cubicBezTo>
                  <a:pt x="1199" y="816"/>
                  <a:pt x="1200" y="816"/>
                  <a:pt x="1201" y="817"/>
                </a:cubicBezTo>
                <a:cubicBezTo>
                  <a:pt x="1201" y="813"/>
                  <a:pt x="1205" y="811"/>
                  <a:pt x="1204" y="809"/>
                </a:cubicBezTo>
                <a:cubicBezTo>
                  <a:pt x="1207" y="809"/>
                  <a:pt x="1207" y="812"/>
                  <a:pt x="1208" y="813"/>
                </a:cubicBezTo>
                <a:cubicBezTo>
                  <a:pt x="1212" y="812"/>
                  <a:pt x="1213" y="808"/>
                  <a:pt x="1218" y="808"/>
                </a:cubicBezTo>
                <a:cubicBezTo>
                  <a:pt x="1217" y="803"/>
                  <a:pt x="1218" y="802"/>
                  <a:pt x="1220" y="798"/>
                </a:cubicBezTo>
                <a:cubicBezTo>
                  <a:pt x="1208" y="801"/>
                  <a:pt x="1205" y="811"/>
                  <a:pt x="1191" y="812"/>
                </a:cubicBezTo>
                <a:close/>
                <a:moveTo>
                  <a:pt x="1157" y="815"/>
                </a:moveTo>
                <a:cubicBezTo>
                  <a:pt x="1158" y="815"/>
                  <a:pt x="1159" y="816"/>
                  <a:pt x="1160" y="816"/>
                </a:cubicBezTo>
                <a:cubicBezTo>
                  <a:pt x="1161" y="813"/>
                  <a:pt x="1164" y="813"/>
                  <a:pt x="1164" y="810"/>
                </a:cubicBezTo>
                <a:cubicBezTo>
                  <a:pt x="1163" y="810"/>
                  <a:pt x="1162" y="810"/>
                  <a:pt x="1161" y="809"/>
                </a:cubicBezTo>
                <a:cubicBezTo>
                  <a:pt x="1160" y="812"/>
                  <a:pt x="1157" y="812"/>
                  <a:pt x="1157" y="815"/>
                </a:cubicBezTo>
                <a:close/>
                <a:moveTo>
                  <a:pt x="963" y="823"/>
                </a:moveTo>
                <a:cubicBezTo>
                  <a:pt x="963" y="825"/>
                  <a:pt x="961" y="824"/>
                  <a:pt x="961" y="825"/>
                </a:cubicBezTo>
                <a:cubicBezTo>
                  <a:pt x="961" y="827"/>
                  <a:pt x="961" y="830"/>
                  <a:pt x="962" y="831"/>
                </a:cubicBezTo>
                <a:cubicBezTo>
                  <a:pt x="963" y="829"/>
                  <a:pt x="966" y="829"/>
                  <a:pt x="967" y="828"/>
                </a:cubicBezTo>
                <a:cubicBezTo>
                  <a:pt x="966" y="826"/>
                  <a:pt x="966" y="824"/>
                  <a:pt x="963" y="823"/>
                </a:cubicBezTo>
                <a:close/>
                <a:moveTo>
                  <a:pt x="928" y="831"/>
                </a:moveTo>
                <a:cubicBezTo>
                  <a:pt x="928" y="834"/>
                  <a:pt x="922" y="838"/>
                  <a:pt x="927" y="840"/>
                </a:cubicBezTo>
                <a:cubicBezTo>
                  <a:pt x="927" y="838"/>
                  <a:pt x="931" y="833"/>
                  <a:pt x="928" y="831"/>
                </a:cubicBezTo>
                <a:close/>
                <a:moveTo>
                  <a:pt x="991" y="831"/>
                </a:moveTo>
                <a:cubicBezTo>
                  <a:pt x="991" y="833"/>
                  <a:pt x="988" y="832"/>
                  <a:pt x="989" y="834"/>
                </a:cubicBezTo>
                <a:cubicBezTo>
                  <a:pt x="991" y="834"/>
                  <a:pt x="991" y="836"/>
                  <a:pt x="992" y="836"/>
                </a:cubicBezTo>
                <a:cubicBezTo>
                  <a:pt x="991" y="835"/>
                  <a:pt x="993" y="831"/>
                  <a:pt x="991" y="831"/>
                </a:cubicBezTo>
                <a:close/>
                <a:moveTo>
                  <a:pt x="1016" y="833"/>
                </a:moveTo>
                <a:cubicBezTo>
                  <a:pt x="1013" y="830"/>
                  <a:pt x="1010" y="834"/>
                  <a:pt x="1010" y="837"/>
                </a:cubicBezTo>
                <a:cubicBezTo>
                  <a:pt x="1013" y="837"/>
                  <a:pt x="1016" y="837"/>
                  <a:pt x="1016" y="833"/>
                </a:cubicBezTo>
                <a:close/>
                <a:moveTo>
                  <a:pt x="1096" y="833"/>
                </a:moveTo>
                <a:cubicBezTo>
                  <a:pt x="1096" y="834"/>
                  <a:pt x="1096" y="834"/>
                  <a:pt x="1096" y="834"/>
                </a:cubicBezTo>
                <a:cubicBezTo>
                  <a:pt x="1095" y="835"/>
                  <a:pt x="1093" y="834"/>
                  <a:pt x="1092" y="835"/>
                </a:cubicBezTo>
                <a:cubicBezTo>
                  <a:pt x="1094" y="836"/>
                  <a:pt x="1094" y="837"/>
                  <a:pt x="1096" y="836"/>
                </a:cubicBezTo>
                <a:cubicBezTo>
                  <a:pt x="1096" y="836"/>
                  <a:pt x="1098" y="833"/>
                  <a:pt x="1096" y="833"/>
                </a:cubicBezTo>
                <a:close/>
                <a:moveTo>
                  <a:pt x="1012" y="845"/>
                </a:moveTo>
                <a:cubicBezTo>
                  <a:pt x="1012" y="840"/>
                  <a:pt x="1017" y="846"/>
                  <a:pt x="1019" y="840"/>
                </a:cubicBezTo>
                <a:cubicBezTo>
                  <a:pt x="1015" y="841"/>
                  <a:pt x="1019" y="838"/>
                  <a:pt x="1019" y="836"/>
                </a:cubicBezTo>
                <a:cubicBezTo>
                  <a:pt x="1016" y="838"/>
                  <a:pt x="1009" y="840"/>
                  <a:pt x="1012" y="845"/>
                </a:cubicBezTo>
                <a:close/>
                <a:moveTo>
                  <a:pt x="111" y="855"/>
                </a:moveTo>
                <a:cubicBezTo>
                  <a:pt x="108" y="856"/>
                  <a:pt x="107" y="858"/>
                  <a:pt x="105" y="860"/>
                </a:cubicBezTo>
                <a:cubicBezTo>
                  <a:pt x="108" y="861"/>
                  <a:pt x="113" y="857"/>
                  <a:pt x="111" y="855"/>
                </a:cubicBezTo>
                <a:close/>
                <a:moveTo>
                  <a:pt x="967" y="855"/>
                </a:moveTo>
                <a:cubicBezTo>
                  <a:pt x="968" y="860"/>
                  <a:pt x="965" y="856"/>
                  <a:pt x="962" y="857"/>
                </a:cubicBezTo>
                <a:cubicBezTo>
                  <a:pt x="962" y="859"/>
                  <a:pt x="963" y="861"/>
                  <a:pt x="964" y="861"/>
                </a:cubicBezTo>
                <a:cubicBezTo>
                  <a:pt x="965" y="859"/>
                  <a:pt x="969" y="860"/>
                  <a:pt x="970" y="857"/>
                </a:cubicBezTo>
                <a:cubicBezTo>
                  <a:pt x="968" y="857"/>
                  <a:pt x="969" y="854"/>
                  <a:pt x="967" y="855"/>
                </a:cubicBezTo>
                <a:close/>
                <a:moveTo>
                  <a:pt x="100" y="870"/>
                </a:moveTo>
                <a:cubicBezTo>
                  <a:pt x="102" y="869"/>
                  <a:pt x="105" y="869"/>
                  <a:pt x="105" y="866"/>
                </a:cubicBezTo>
                <a:cubicBezTo>
                  <a:pt x="102" y="866"/>
                  <a:pt x="102" y="866"/>
                  <a:pt x="102" y="866"/>
                </a:cubicBezTo>
                <a:cubicBezTo>
                  <a:pt x="103" y="869"/>
                  <a:pt x="100" y="868"/>
                  <a:pt x="100" y="870"/>
                </a:cubicBezTo>
                <a:close/>
                <a:moveTo>
                  <a:pt x="177" y="879"/>
                </a:moveTo>
                <a:cubicBezTo>
                  <a:pt x="172" y="873"/>
                  <a:pt x="164" y="880"/>
                  <a:pt x="161" y="885"/>
                </a:cubicBezTo>
                <a:cubicBezTo>
                  <a:pt x="166" y="888"/>
                  <a:pt x="174" y="884"/>
                  <a:pt x="177" y="879"/>
                </a:cubicBezTo>
                <a:close/>
                <a:moveTo>
                  <a:pt x="1111" y="885"/>
                </a:moveTo>
                <a:cubicBezTo>
                  <a:pt x="1109" y="888"/>
                  <a:pt x="1105" y="888"/>
                  <a:pt x="1104" y="892"/>
                </a:cubicBezTo>
                <a:cubicBezTo>
                  <a:pt x="1112" y="898"/>
                  <a:pt x="1111" y="900"/>
                  <a:pt x="1112" y="909"/>
                </a:cubicBezTo>
                <a:cubicBezTo>
                  <a:pt x="1116" y="907"/>
                  <a:pt x="1118" y="904"/>
                  <a:pt x="1120" y="899"/>
                </a:cubicBezTo>
                <a:cubicBezTo>
                  <a:pt x="1114" y="899"/>
                  <a:pt x="1113" y="889"/>
                  <a:pt x="1111" y="885"/>
                </a:cubicBezTo>
                <a:close/>
                <a:moveTo>
                  <a:pt x="146" y="887"/>
                </a:moveTo>
                <a:cubicBezTo>
                  <a:pt x="139" y="888"/>
                  <a:pt x="134" y="892"/>
                  <a:pt x="132" y="898"/>
                </a:cubicBezTo>
                <a:cubicBezTo>
                  <a:pt x="137" y="895"/>
                  <a:pt x="152" y="890"/>
                  <a:pt x="145" y="887"/>
                </a:cubicBezTo>
                <a:cubicBezTo>
                  <a:pt x="146" y="887"/>
                  <a:pt x="146" y="887"/>
                  <a:pt x="146" y="887"/>
                </a:cubicBezTo>
                <a:close/>
                <a:moveTo>
                  <a:pt x="152" y="894"/>
                </a:moveTo>
                <a:cubicBezTo>
                  <a:pt x="155" y="894"/>
                  <a:pt x="155" y="894"/>
                  <a:pt x="155" y="894"/>
                </a:cubicBezTo>
                <a:cubicBezTo>
                  <a:pt x="156" y="891"/>
                  <a:pt x="154" y="891"/>
                  <a:pt x="152" y="890"/>
                </a:cubicBezTo>
                <a:cubicBezTo>
                  <a:pt x="152" y="891"/>
                  <a:pt x="151" y="892"/>
                  <a:pt x="152" y="894"/>
                </a:cubicBezTo>
                <a:close/>
                <a:moveTo>
                  <a:pt x="1199" y="891"/>
                </a:moveTo>
                <a:cubicBezTo>
                  <a:pt x="1195" y="894"/>
                  <a:pt x="1193" y="894"/>
                  <a:pt x="1192" y="900"/>
                </a:cubicBezTo>
                <a:cubicBezTo>
                  <a:pt x="1195" y="898"/>
                  <a:pt x="1199" y="899"/>
                  <a:pt x="1201" y="896"/>
                </a:cubicBezTo>
                <a:cubicBezTo>
                  <a:pt x="1198" y="895"/>
                  <a:pt x="1203" y="891"/>
                  <a:pt x="1199" y="891"/>
                </a:cubicBezTo>
                <a:close/>
                <a:moveTo>
                  <a:pt x="1133" y="913"/>
                </a:moveTo>
                <a:cubicBezTo>
                  <a:pt x="1134" y="916"/>
                  <a:pt x="1142" y="909"/>
                  <a:pt x="1141" y="915"/>
                </a:cubicBezTo>
                <a:cubicBezTo>
                  <a:pt x="1149" y="915"/>
                  <a:pt x="1144" y="910"/>
                  <a:pt x="1147" y="906"/>
                </a:cubicBezTo>
                <a:cubicBezTo>
                  <a:pt x="1141" y="905"/>
                  <a:pt x="1136" y="909"/>
                  <a:pt x="1133" y="913"/>
                </a:cubicBezTo>
                <a:close/>
                <a:moveTo>
                  <a:pt x="118" y="907"/>
                </a:moveTo>
                <a:cubicBezTo>
                  <a:pt x="117" y="911"/>
                  <a:pt x="113" y="910"/>
                  <a:pt x="111" y="913"/>
                </a:cubicBezTo>
                <a:cubicBezTo>
                  <a:pt x="116" y="915"/>
                  <a:pt x="116" y="912"/>
                  <a:pt x="120" y="913"/>
                </a:cubicBezTo>
                <a:cubicBezTo>
                  <a:pt x="120" y="910"/>
                  <a:pt x="121" y="906"/>
                  <a:pt x="118" y="907"/>
                </a:cubicBezTo>
                <a:close/>
                <a:moveTo>
                  <a:pt x="1122" y="910"/>
                </a:moveTo>
                <a:cubicBezTo>
                  <a:pt x="1121" y="910"/>
                  <a:pt x="1121" y="908"/>
                  <a:pt x="1121" y="907"/>
                </a:cubicBezTo>
                <a:cubicBezTo>
                  <a:pt x="1118" y="907"/>
                  <a:pt x="1118" y="907"/>
                  <a:pt x="1118" y="907"/>
                </a:cubicBezTo>
                <a:cubicBezTo>
                  <a:pt x="1118" y="909"/>
                  <a:pt x="1117" y="909"/>
                  <a:pt x="1117" y="911"/>
                </a:cubicBezTo>
                <a:cubicBezTo>
                  <a:pt x="1119" y="910"/>
                  <a:pt x="1122" y="912"/>
                  <a:pt x="1122" y="910"/>
                </a:cubicBezTo>
                <a:close/>
                <a:moveTo>
                  <a:pt x="47" y="910"/>
                </a:moveTo>
                <a:cubicBezTo>
                  <a:pt x="44" y="907"/>
                  <a:pt x="38" y="912"/>
                  <a:pt x="41" y="914"/>
                </a:cubicBezTo>
                <a:cubicBezTo>
                  <a:pt x="42" y="912"/>
                  <a:pt x="46" y="913"/>
                  <a:pt x="47" y="910"/>
                </a:cubicBezTo>
                <a:close/>
                <a:moveTo>
                  <a:pt x="1167" y="913"/>
                </a:moveTo>
                <a:cubicBezTo>
                  <a:pt x="1168" y="914"/>
                  <a:pt x="1168" y="915"/>
                  <a:pt x="1170" y="914"/>
                </a:cubicBezTo>
                <a:cubicBezTo>
                  <a:pt x="1170" y="912"/>
                  <a:pt x="1171" y="911"/>
                  <a:pt x="1171" y="909"/>
                </a:cubicBezTo>
                <a:cubicBezTo>
                  <a:pt x="1169" y="909"/>
                  <a:pt x="1167" y="911"/>
                  <a:pt x="1167" y="913"/>
                </a:cubicBezTo>
                <a:close/>
                <a:moveTo>
                  <a:pt x="1158" y="911"/>
                </a:moveTo>
                <a:cubicBezTo>
                  <a:pt x="1157" y="914"/>
                  <a:pt x="1153" y="913"/>
                  <a:pt x="1151" y="913"/>
                </a:cubicBezTo>
                <a:cubicBezTo>
                  <a:pt x="1151" y="915"/>
                  <a:pt x="1148" y="916"/>
                  <a:pt x="1146" y="917"/>
                </a:cubicBezTo>
                <a:cubicBezTo>
                  <a:pt x="1145" y="922"/>
                  <a:pt x="1145" y="922"/>
                  <a:pt x="1146" y="926"/>
                </a:cubicBezTo>
                <a:cubicBezTo>
                  <a:pt x="1149" y="926"/>
                  <a:pt x="1152" y="923"/>
                  <a:pt x="1155" y="925"/>
                </a:cubicBezTo>
                <a:cubicBezTo>
                  <a:pt x="1154" y="926"/>
                  <a:pt x="1153" y="927"/>
                  <a:pt x="1153" y="928"/>
                </a:cubicBezTo>
                <a:cubicBezTo>
                  <a:pt x="1157" y="926"/>
                  <a:pt x="1161" y="925"/>
                  <a:pt x="1158" y="921"/>
                </a:cubicBezTo>
                <a:cubicBezTo>
                  <a:pt x="1161" y="921"/>
                  <a:pt x="1161" y="921"/>
                  <a:pt x="1161" y="921"/>
                </a:cubicBezTo>
                <a:cubicBezTo>
                  <a:pt x="1161" y="923"/>
                  <a:pt x="1160" y="924"/>
                  <a:pt x="1162" y="926"/>
                </a:cubicBezTo>
                <a:cubicBezTo>
                  <a:pt x="1163" y="921"/>
                  <a:pt x="1166" y="919"/>
                  <a:pt x="1165" y="914"/>
                </a:cubicBezTo>
                <a:cubicBezTo>
                  <a:pt x="1159" y="916"/>
                  <a:pt x="1160" y="911"/>
                  <a:pt x="1158" y="911"/>
                </a:cubicBezTo>
                <a:close/>
                <a:moveTo>
                  <a:pt x="1147" y="923"/>
                </a:moveTo>
                <a:cubicBezTo>
                  <a:pt x="1146" y="920"/>
                  <a:pt x="1149" y="921"/>
                  <a:pt x="1148" y="917"/>
                </a:cubicBezTo>
                <a:cubicBezTo>
                  <a:pt x="1149" y="918"/>
                  <a:pt x="1150" y="918"/>
                  <a:pt x="1151" y="918"/>
                </a:cubicBezTo>
                <a:cubicBezTo>
                  <a:pt x="1151" y="921"/>
                  <a:pt x="1150" y="923"/>
                  <a:pt x="1147" y="923"/>
                </a:cubicBezTo>
                <a:close/>
                <a:moveTo>
                  <a:pt x="88" y="926"/>
                </a:moveTo>
                <a:cubicBezTo>
                  <a:pt x="92" y="922"/>
                  <a:pt x="97" y="920"/>
                  <a:pt x="101" y="916"/>
                </a:cubicBezTo>
                <a:cubicBezTo>
                  <a:pt x="95" y="911"/>
                  <a:pt x="91" y="920"/>
                  <a:pt x="87" y="923"/>
                </a:cubicBezTo>
                <a:cubicBezTo>
                  <a:pt x="88" y="923"/>
                  <a:pt x="87" y="925"/>
                  <a:pt x="88" y="926"/>
                </a:cubicBezTo>
                <a:close/>
                <a:moveTo>
                  <a:pt x="994" y="937"/>
                </a:moveTo>
                <a:cubicBezTo>
                  <a:pt x="1001" y="937"/>
                  <a:pt x="1006" y="930"/>
                  <a:pt x="1012" y="931"/>
                </a:cubicBezTo>
                <a:cubicBezTo>
                  <a:pt x="1013" y="927"/>
                  <a:pt x="1012" y="927"/>
                  <a:pt x="1012" y="922"/>
                </a:cubicBezTo>
                <a:cubicBezTo>
                  <a:pt x="1002" y="920"/>
                  <a:pt x="1004" y="933"/>
                  <a:pt x="996" y="931"/>
                </a:cubicBezTo>
                <a:cubicBezTo>
                  <a:pt x="998" y="927"/>
                  <a:pt x="1001" y="926"/>
                  <a:pt x="1005" y="924"/>
                </a:cubicBezTo>
                <a:cubicBezTo>
                  <a:pt x="1001" y="923"/>
                  <a:pt x="997" y="922"/>
                  <a:pt x="994" y="925"/>
                </a:cubicBezTo>
                <a:cubicBezTo>
                  <a:pt x="997" y="930"/>
                  <a:pt x="993" y="931"/>
                  <a:pt x="994" y="937"/>
                </a:cubicBezTo>
                <a:close/>
                <a:moveTo>
                  <a:pt x="178" y="931"/>
                </a:moveTo>
                <a:cubicBezTo>
                  <a:pt x="175" y="931"/>
                  <a:pt x="176" y="933"/>
                  <a:pt x="174" y="935"/>
                </a:cubicBezTo>
                <a:cubicBezTo>
                  <a:pt x="178" y="935"/>
                  <a:pt x="178" y="933"/>
                  <a:pt x="178" y="931"/>
                </a:cubicBezTo>
                <a:close/>
                <a:moveTo>
                  <a:pt x="1184" y="948"/>
                </a:moveTo>
                <a:cubicBezTo>
                  <a:pt x="1186" y="945"/>
                  <a:pt x="1188" y="942"/>
                  <a:pt x="1189" y="939"/>
                </a:cubicBezTo>
                <a:cubicBezTo>
                  <a:pt x="1184" y="941"/>
                  <a:pt x="1188" y="934"/>
                  <a:pt x="1184" y="935"/>
                </a:cubicBezTo>
                <a:cubicBezTo>
                  <a:pt x="1177" y="945"/>
                  <a:pt x="1160" y="942"/>
                  <a:pt x="1160" y="956"/>
                </a:cubicBezTo>
                <a:cubicBezTo>
                  <a:pt x="1159" y="954"/>
                  <a:pt x="1158" y="957"/>
                  <a:pt x="1158" y="955"/>
                </a:cubicBezTo>
                <a:cubicBezTo>
                  <a:pt x="1158" y="954"/>
                  <a:pt x="1159" y="953"/>
                  <a:pt x="1158" y="952"/>
                </a:cubicBezTo>
                <a:cubicBezTo>
                  <a:pt x="1156" y="954"/>
                  <a:pt x="1155" y="956"/>
                  <a:pt x="1154" y="958"/>
                </a:cubicBezTo>
                <a:cubicBezTo>
                  <a:pt x="1149" y="959"/>
                  <a:pt x="1153" y="956"/>
                  <a:pt x="1149" y="955"/>
                </a:cubicBezTo>
                <a:cubicBezTo>
                  <a:pt x="1150" y="963"/>
                  <a:pt x="1143" y="964"/>
                  <a:pt x="1135" y="964"/>
                </a:cubicBezTo>
                <a:cubicBezTo>
                  <a:pt x="1132" y="973"/>
                  <a:pt x="1125" y="977"/>
                  <a:pt x="1117" y="980"/>
                </a:cubicBezTo>
                <a:cubicBezTo>
                  <a:pt x="1114" y="975"/>
                  <a:pt x="1120" y="972"/>
                  <a:pt x="1122" y="969"/>
                </a:cubicBezTo>
                <a:cubicBezTo>
                  <a:pt x="1117" y="969"/>
                  <a:pt x="1126" y="967"/>
                  <a:pt x="1122" y="965"/>
                </a:cubicBezTo>
                <a:cubicBezTo>
                  <a:pt x="1121" y="968"/>
                  <a:pt x="1119" y="965"/>
                  <a:pt x="1118" y="965"/>
                </a:cubicBezTo>
                <a:cubicBezTo>
                  <a:pt x="1116" y="966"/>
                  <a:pt x="1115" y="969"/>
                  <a:pt x="1114" y="972"/>
                </a:cubicBezTo>
                <a:cubicBezTo>
                  <a:pt x="1109" y="971"/>
                  <a:pt x="1108" y="974"/>
                  <a:pt x="1106" y="977"/>
                </a:cubicBezTo>
                <a:cubicBezTo>
                  <a:pt x="1110" y="976"/>
                  <a:pt x="1110" y="973"/>
                  <a:pt x="1114" y="974"/>
                </a:cubicBezTo>
                <a:cubicBezTo>
                  <a:pt x="1118" y="982"/>
                  <a:pt x="1110" y="982"/>
                  <a:pt x="1107" y="987"/>
                </a:cubicBezTo>
                <a:cubicBezTo>
                  <a:pt x="1115" y="986"/>
                  <a:pt x="1119" y="980"/>
                  <a:pt x="1127" y="978"/>
                </a:cubicBezTo>
                <a:cubicBezTo>
                  <a:pt x="1128" y="981"/>
                  <a:pt x="1129" y="983"/>
                  <a:pt x="1130" y="984"/>
                </a:cubicBezTo>
                <a:cubicBezTo>
                  <a:pt x="1134" y="981"/>
                  <a:pt x="1140" y="978"/>
                  <a:pt x="1143" y="973"/>
                </a:cubicBezTo>
                <a:cubicBezTo>
                  <a:pt x="1153" y="977"/>
                  <a:pt x="1151" y="960"/>
                  <a:pt x="1158" y="958"/>
                </a:cubicBezTo>
                <a:cubicBezTo>
                  <a:pt x="1161" y="958"/>
                  <a:pt x="1161" y="961"/>
                  <a:pt x="1164" y="960"/>
                </a:cubicBezTo>
                <a:cubicBezTo>
                  <a:pt x="1171" y="957"/>
                  <a:pt x="1174" y="946"/>
                  <a:pt x="1184" y="948"/>
                </a:cubicBezTo>
                <a:close/>
                <a:moveTo>
                  <a:pt x="215" y="940"/>
                </a:moveTo>
                <a:cubicBezTo>
                  <a:pt x="216" y="940"/>
                  <a:pt x="218" y="940"/>
                  <a:pt x="218" y="942"/>
                </a:cubicBezTo>
                <a:cubicBezTo>
                  <a:pt x="219" y="942"/>
                  <a:pt x="221" y="942"/>
                  <a:pt x="221" y="940"/>
                </a:cubicBezTo>
                <a:cubicBezTo>
                  <a:pt x="220" y="940"/>
                  <a:pt x="220" y="940"/>
                  <a:pt x="220" y="939"/>
                </a:cubicBezTo>
                <a:cubicBezTo>
                  <a:pt x="218" y="939"/>
                  <a:pt x="215" y="938"/>
                  <a:pt x="215" y="940"/>
                </a:cubicBezTo>
                <a:close/>
                <a:moveTo>
                  <a:pt x="1064" y="943"/>
                </a:moveTo>
                <a:cubicBezTo>
                  <a:pt x="1065" y="946"/>
                  <a:pt x="1063" y="946"/>
                  <a:pt x="1062" y="948"/>
                </a:cubicBezTo>
                <a:cubicBezTo>
                  <a:pt x="1066" y="947"/>
                  <a:pt x="1065" y="950"/>
                  <a:pt x="1068" y="950"/>
                </a:cubicBezTo>
                <a:cubicBezTo>
                  <a:pt x="1069" y="948"/>
                  <a:pt x="1073" y="948"/>
                  <a:pt x="1072" y="944"/>
                </a:cubicBezTo>
                <a:cubicBezTo>
                  <a:pt x="1070" y="943"/>
                  <a:pt x="1069" y="948"/>
                  <a:pt x="1069" y="945"/>
                </a:cubicBezTo>
                <a:cubicBezTo>
                  <a:pt x="1069" y="944"/>
                  <a:pt x="1070" y="943"/>
                  <a:pt x="1070" y="942"/>
                </a:cubicBezTo>
                <a:cubicBezTo>
                  <a:pt x="1068" y="942"/>
                  <a:pt x="1067" y="940"/>
                  <a:pt x="1064" y="939"/>
                </a:cubicBezTo>
                <a:cubicBezTo>
                  <a:pt x="1063" y="944"/>
                  <a:pt x="1057" y="942"/>
                  <a:pt x="1058" y="948"/>
                </a:cubicBezTo>
                <a:cubicBezTo>
                  <a:pt x="1063" y="949"/>
                  <a:pt x="1061" y="944"/>
                  <a:pt x="1064" y="943"/>
                </a:cubicBezTo>
                <a:close/>
                <a:moveTo>
                  <a:pt x="942" y="948"/>
                </a:moveTo>
                <a:cubicBezTo>
                  <a:pt x="942" y="944"/>
                  <a:pt x="942" y="944"/>
                  <a:pt x="942" y="944"/>
                </a:cubicBezTo>
                <a:cubicBezTo>
                  <a:pt x="939" y="943"/>
                  <a:pt x="939" y="949"/>
                  <a:pt x="942" y="948"/>
                </a:cubicBezTo>
                <a:close/>
                <a:moveTo>
                  <a:pt x="1171" y="961"/>
                </a:moveTo>
                <a:cubicBezTo>
                  <a:pt x="1171" y="966"/>
                  <a:pt x="1164" y="965"/>
                  <a:pt x="1164" y="970"/>
                </a:cubicBezTo>
                <a:cubicBezTo>
                  <a:pt x="1176" y="963"/>
                  <a:pt x="1186" y="960"/>
                  <a:pt x="1195" y="950"/>
                </a:cubicBezTo>
                <a:cubicBezTo>
                  <a:pt x="1185" y="945"/>
                  <a:pt x="1181" y="960"/>
                  <a:pt x="1171" y="961"/>
                </a:cubicBezTo>
                <a:close/>
                <a:moveTo>
                  <a:pt x="199" y="950"/>
                </a:moveTo>
                <a:cubicBezTo>
                  <a:pt x="197" y="950"/>
                  <a:pt x="194" y="950"/>
                  <a:pt x="195" y="952"/>
                </a:cubicBezTo>
                <a:cubicBezTo>
                  <a:pt x="197" y="952"/>
                  <a:pt x="199" y="952"/>
                  <a:pt x="199" y="950"/>
                </a:cubicBezTo>
                <a:close/>
                <a:moveTo>
                  <a:pt x="72" y="952"/>
                </a:moveTo>
                <a:cubicBezTo>
                  <a:pt x="70" y="949"/>
                  <a:pt x="65" y="951"/>
                  <a:pt x="64" y="954"/>
                </a:cubicBezTo>
                <a:cubicBezTo>
                  <a:pt x="67" y="954"/>
                  <a:pt x="71" y="955"/>
                  <a:pt x="72" y="952"/>
                </a:cubicBezTo>
                <a:close/>
                <a:moveTo>
                  <a:pt x="1136" y="954"/>
                </a:moveTo>
                <a:cubicBezTo>
                  <a:pt x="1139" y="955"/>
                  <a:pt x="1141" y="954"/>
                  <a:pt x="1140" y="951"/>
                </a:cubicBezTo>
                <a:cubicBezTo>
                  <a:pt x="1137" y="951"/>
                  <a:pt x="1137" y="951"/>
                  <a:pt x="1137" y="951"/>
                </a:cubicBezTo>
                <a:cubicBezTo>
                  <a:pt x="1138" y="952"/>
                  <a:pt x="1136" y="953"/>
                  <a:pt x="1136" y="954"/>
                </a:cubicBezTo>
                <a:close/>
                <a:moveTo>
                  <a:pt x="90" y="958"/>
                </a:moveTo>
                <a:cubicBezTo>
                  <a:pt x="89" y="960"/>
                  <a:pt x="87" y="960"/>
                  <a:pt x="87" y="962"/>
                </a:cubicBezTo>
                <a:cubicBezTo>
                  <a:pt x="91" y="962"/>
                  <a:pt x="91" y="962"/>
                  <a:pt x="91" y="962"/>
                </a:cubicBezTo>
                <a:cubicBezTo>
                  <a:pt x="91" y="960"/>
                  <a:pt x="91" y="958"/>
                  <a:pt x="90" y="958"/>
                </a:cubicBezTo>
                <a:close/>
                <a:moveTo>
                  <a:pt x="130" y="964"/>
                </a:moveTo>
                <a:cubicBezTo>
                  <a:pt x="134" y="965"/>
                  <a:pt x="135" y="959"/>
                  <a:pt x="133" y="958"/>
                </a:cubicBezTo>
                <a:cubicBezTo>
                  <a:pt x="132" y="959"/>
                  <a:pt x="128" y="961"/>
                  <a:pt x="130" y="964"/>
                </a:cubicBezTo>
                <a:close/>
                <a:moveTo>
                  <a:pt x="236" y="965"/>
                </a:moveTo>
                <a:cubicBezTo>
                  <a:pt x="236" y="967"/>
                  <a:pt x="236" y="968"/>
                  <a:pt x="237" y="969"/>
                </a:cubicBezTo>
                <a:cubicBezTo>
                  <a:pt x="243" y="967"/>
                  <a:pt x="247" y="971"/>
                  <a:pt x="248" y="975"/>
                </a:cubicBezTo>
                <a:cubicBezTo>
                  <a:pt x="248" y="967"/>
                  <a:pt x="247" y="967"/>
                  <a:pt x="247" y="960"/>
                </a:cubicBezTo>
                <a:cubicBezTo>
                  <a:pt x="242" y="960"/>
                  <a:pt x="240" y="963"/>
                  <a:pt x="236" y="965"/>
                </a:cubicBezTo>
                <a:close/>
                <a:moveTo>
                  <a:pt x="171" y="965"/>
                </a:moveTo>
                <a:cubicBezTo>
                  <a:pt x="167" y="965"/>
                  <a:pt x="167" y="968"/>
                  <a:pt x="164" y="969"/>
                </a:cubicBezTo>
                <a:cubicBezTo>
                  <a:pt x="168" y="969"/>
                  <a:pt x="170" y="968"/>
                  <a:pt x="171" y="965"/>
                </a:cubicBezTo>
                <a:close/>
                <a:moveTo>
                  <a:pt x="1060" y="970"/>
                </a:moveTo>
                <a:cubicBezTo>
                  <a:pt x="1064" y="970"/>
                  <a:pt x="1066" y="969"/>
                  <a:pt x="1067" y="966"/>
                </a:cubicBezTo>
                <a:cubicBezTo>
                  <a:pt x="1064" y="967"/>
                  <a:pt x="1061" y="967"/>
                  <a:pt x="1060" y="970"/>
                </a:cubicBezTo>
                <a:close/>
                <a:moveTo>
                  <a:pt x="187" y="977"/>
                </a:moveTo>
                <a:cubicBezTo>
                  <a:pt x="187" y="978"/>
                  <a:pt x="188" y="981"/>
                  <a:pt x="186" y="981"/>
                </a:cubicBezTo>
                <a:cubicBezTo>
                  <a:pt x="182" y="981"/>
                  <a:pt x="178" y="982"/>
                  <a:pt x="176" y="985"/>
                </a:cubicBezTo>
                <a:cubicBezTo>
                  <a:pt x="173" y="986"/>
                  <a:pt x="175" y="982"/>
                  <a:pt x="172" y="983"/>
                </a:cubicBezTo>
                <a:cubicBezTo>
                  <a:pt x="166" y="985"/>
                  <a:pt x="164" y="989"/>
                  <a:pt x="161" y="992"/>
                </a:cubicBezTo>
                <a:cubicBezTo>
                  <a:pt x="156" y="997"/>
                  <a:pt x="149" y="999"/>
                  <a:pt x="145" y="1001"/>
                </a:cubicBezTo>
                <a:cubicBezTo>
                  <a:pt x="159" y="1005"/>
                  <a:pt x="173" y="992"/>
                  <a:pt x="179" y="985"/>
                </a:cubicBezTo>
                <a:cubicBezTo>
                  <a:pt x="191" y="984"/>
                  <a:pt x="196" y="977"/>
                  <a:pt x="204" y="972"/>
                </a:cubicBezTo>
                <a:cubicBezTo>
                  <a:pt x="196" y="971"/>
                  <a:pt x="193" y="975"/>
                  <a:pt x="187" y="977"/>
                </a:cubicBezTo>
                <a:close/>
                <a:moveTo>
                  <a:pt x="1174" y="972"/>
                </a:moveTo>
                <a:cubicBezTo>
                  <a:pt x="1175" y="975"/>
                  <a:pt x="1171" y="974"/>
                  <a:pt x="1172" y="977"/>
                </a:cubicBezTo>
                <a:cubicBezTo>
                  <a:pt x="1175" y="977"/>
                  <a:pt x="1177" y="973"/>
                  <a:pt x="1174" y="972"/>
                </a:cubicBezTo>
                <a:close/>
                <a:moveTo>
                  <a:pt x="1190" y="976"/>
                </a:moveTo>
                <a:cubicBezTo>
                  <a:pt x="1185" y="977"/>
                  <a:pt x="1178" y="975"/>
                  <a:pt x="1177" y="980"/>
                </a:cubicBezTo>
                <a:cubicBezTo>
                  <a:pt x="1183" y="977"/>
                  <a:pt x="1187" y="984"/>
                  <a:pt x="1190" y="980"/>
                </a:cubicBezTo>
                <a:cubicBezTo>
                  <a:pt x="1185" y="980"/>
                  <a:pt x="1188" y="977"/>
                  <a:pt x="1190" y="976"/>
                </a:cubicBezTo>
                <a:close/>
                <a:moveTo>
                  <a:pt x="989" y="985"/>
                </a:moveTo>
                <a:cubicBezTo>
                  <a:pt x="991" y="985"/>
                  <a:pt x="991" y="986"/>
                  <a:pt x="991" y="988"/>
                </a:cubicBezTo>
                <a:cubicBezTo>
                  <a:pt x="995" y="986"/>
                  <a:pt x="997" y="983"/>
                  <a:pt x="999" y="979"/>
                </a:cubicBezTo>
                <a:cubicBezTo>
                  <a:pt x="994" y="980"/>
                  <a:pt x="991" y="982"/>
                  <a:pt x="989" y="985"/>
                </a:cubicBezTo>
                <a:close/>
                <a:moveTo>
                  <a:pt x="207" y="982"/>
                </a:moveTo>
                <a:cubicBezTo>
                  <a:pt x="210" y="985"/>
                  <a:pt x="216" y="983"/>
                  <a:pt x="219" y="982"/>
                </a:cubicBezTo>
                <a:cubicBezTo>
                  <a:pt x="217" y="981"/>
                  <a:pt x="211" y="979"/>
                  <a:pt x="207" y="982"/>
                </a:cubicBezTo>
                <a:close/>
                <a:moveTo>
                  <a:pt x="4" y="982"/>
                </a:moveTo>
                <a:cubicBezTo>
                  <a:pt x="2" y="983"/>
                  <a:pt x="1" y="985"/>
                  <a:pt x="0" y="988"/>
                </a:cubicBezTo>
                <a:cubicBezTo>
                  <a:pt x="4" y="987"/>
                  <a:pt x="6" y="990"/>
                  <a:pt x="9" y="991"/>
                </a:cubicBezTo>
                <a:cubicBezTo>
                  <a:pt x="9" y="987"/>
                  <a:pt x="15" y="989"/>
                  <a:pt x="14" y="985"/>
                </a:cubicBezTo>
                <a:cubicBezTo>
                  <a:pt x="9" y="987"/>
                  <a:pt x="8" y="984"/>
                  <a:pt x="4" y="982"/>
                </a:cubicBezTo>
                <a:close/>
                <a:moveTo>
                  <a:pt x="1088" y="991"/>
                </a:moveTo>
                <a:cubicBezTo>
                  <a:pt x="1090" y="987"/>
                  <a:pt x="1095" y="986"/>
                  <a:pt x="1099" y="986"/>
                </a:cubicBezTo>
                <a:cubicBezTo>
                  <a:pt x="1098" y="977"/>
                  <a:pt x="1086" y="988"/>
                  <a:pt x="1088" y="991"/>
                </a:cubicBezTo>
                <a:close/>
                <a:moveTo>
                  <a:pt x="1136" y="986"/>
                </a:moveTo>
                <a:cubicBezTo>
                  <a:pt x="1138" y="986"/>
                  <a:pt x="1138" y="987"/>
                  <a:pt x="1139" y="988"/>
                </a:cubicBezTo>
                <a:cubicBezTo>
                  <a:pt x="1138" y="985"/>
                  <a:pt x="1142" y="987"/>
                  <a:pt x="1141" y="984"/>
                </a:cubicBezTo>
                <a:cubicBezTo>
                  <a:pt x="1139" y="984"/>
                  <a:pt x="1137" y="985"/>
                  <a:pt x="1136" y="986"/>
                </a:cubicBezTo>
                <a:close/>
                <a:moveTo>
                  <a:pt x="1151" y="990"/>
                </a:moveTo>
                <a:cubicBezTo>
                  <a:pt x="1152" y="990"/>
                  <a:pt x="1153" y="991"/>
                  <a:pt x="1154" y="991"/>
                </a:cubicBezTo>
                <a:cubicBezTo>
                  <a:pt x="1153" y="998"/>
                  <a:pt x="1147" y="992"/>
                  <a:pt x="1146" y="995"/>
                </a:cubicBezTo>
                <a:cubicBezTo>
                  <a:pt x="1150" y="996"/>
                  <a:pt x="1151" y="999"/>
                  <a:pt x="1154" y="1000"/>
                </a:cubicBezTo>
                <a:cubicBezTo>
                  <a:pt x="1152" y="997"/>
                  <a:pt x="1153" y="993"/>
                  <a:pt x="1157" y="992"/>
                </a:cubicBezTo>
                <a:cubicBezTo>
                  <a:pt x="1156" y="991"/>
                  <a:pt x="1156" y="989"/>
                  <a:pt x="1155" y="988"/>
                </a:cubicBezTo>
                <a:cubicBezTo>
                  <a:pt x="1155" y="990"/>
                  <a:pt x="1150" y="987"/>
                  <a:pt x="1151" y="990"/>
                </a:cubicBezTo>
                <a:close/>
                <a:moveTo>
                  <a:pt x="845" y="991"/>
                </a:moveTo>
                <a:cubicBezTo>
                  <a:pt x="842" y="993"/>
                  <a:pt x="834" y="994"/>
                  <a:pt x="836" y="998"/>
                </a:cubicBezTo>
                <a:cubicBezTo>
                  <a:pt x="839" y="996"/>
                  <a:pt x="843" y="995"/>
                  <a:pt x="845" y="991"/>
                </a:cubicBezTo>
                <a:close/>
                <a:moveTo>
                  <a:pt x="996" y="992"/>
                </a:moveTo>
                <a:cubicBezTo>
                  <a:pt x="994" y="993"/>
                  <a:pt x="992" y="994"/>
                  <a:pt x="991" y="995"/>
                </a:cubicBezTo>
                <a:cubicBezTo>
                  <a:pt x="994" y="995"/>
                  <a:pt x="996" y="995"/>
                  <a:pt x="996" y="992"/>
                </a:cubicBezTo>
                <a:close/>
                <a:moveTo>
                  <a:pt x="1031" y="997"/>
                </a:moveTo>
                <a:cubicBezTo>
                  <a:pt x="1031" y="995"/>
                  <a:pt x="1034" y="996"/>
                  <a:pt x="1035" y="994"/>
                </a:cubicBezTo>
                <a:cubicBezTo>
                  <a:pt x="1033" y="992"/>
                  <a:pt x="1028" y="996"/>
                  <a:pt x="1031" y="997"/>
                </a:cubicBezTo>
                <a:close/>
                <a:moveTo>
                  <a:pt x="856" y="1002"/>
                </a:moveTo>
                <a:cubicBezTo>
                  <a:pt x="861" y="1004"/>
                  <a:pt x="865" y="997"/>
                  <a:pt x="869" y="995"/>
                </a:cubicBezTo>
                <a:cubicBezTo>
                  <a:pt x="865" y="998"/>
                  <a:pt x="858" y="994"/>
                  <a:pt x="854" y="1000"/>
                </a:cubicBezTo>
                <a:cubicBezTo>
                  <a:pt x="856" y="1001"/>
                  <a:pt x="858" y="997"/>
                  <a:pt x="859" y="999"/>
                </a:cubicBezTo>
                <a:cubicBezTo>
                  <a:pt x="858" y="999"/>
                  <a:pt x="857" y="1000"/>
                  <a:pt x="856" y="1002"/>
                </a:cubicBezTo>
                <a:close/>
                <a:moveTo>
                  <a:pt x="882" y="994"/>
                </a:moveTo>
                <a:cubicBezTo>
                  <a:pt x="880" y="996"/>
                  <a:pt x="873" y="997"/>
                  <a:pt x="876" y="1001"/>
                </a:cubicBezTo>
                <a:cubicBezTo>
                  <a:pt x="880" y="1001"/>
                  <a:pt x="884" y="997"/>
                  <a:pt x="882" y="994"/>
                </a:cubicBezTo>
                <a:close/>
                <a:moveTo>
                  <a:pt x="327" y="1005"/>
                </a:moveTo>
                <a:cubicBezTo>
                  <a:pt x="328" y="1004"/>
                  <a:pt x="332" y="1005"/>
                  <a:pt x="331" y="1002"/>
                </a:cubicBezTo>
                <a:cubicBezTo>
                  <a:pt x="329" y="1002"/>
                  <a:pt x="325" y="1004"/>
                  <a:pt x="327" y="1005"/>
                </a:cubicBezTo>
                <a:close/>
                <a:moveTo>
                  <a:pt x="126" y="1017"/>
                </a:moveTo>
                <a:cubicBezTo>
                  <a:pt x="133" y="1015"/>
                  <a:pt x="141" y="1013"/>
                  <a:pt x="143" y="1006"/>
                </a:cubicBezTo>
                <a:cubicBezTo>
                  <a:pt x="136" y="1000"/>
                  <a:pt x="127" y="1008"/>
                  <a:pt x="126" y="1017"/>
                </a:cubicBezTo>
                <a:close/>
                <a:moveTo>
                  <a:pt x="825" y="1024"/>
                </a:moveTo>
                <a:cubicBezTo>
                  <a:pt x="837" y="1021"/>
                  <a:pt x="845" y="1013"/>
                  <a:pt x="852" y="1005"/>
                </a:cubicBezTo>
                <a:cubicBezTo>
                  <a:pt x="840" y="1006"/>
                  <a:pt x="834" y="1017"/>
                  <a:pt x="825" y="1018"/>
                </a:cubicBezTo>
                <a:cubicBezTo>
                  <a:pt x="827" y="1021"/>
                  <a:pt x="822" y="1022"/>
                  <a:pt x="825" y="1024"/>
                </a:cubicBezTo>
                <a:close/>
                <a:moveTo>
                  <a:pt x="834" y="1010"/>
                </a:moveTo>
                <a:cubicBezTo>
                  <a:pt x="836" y="1007"/>
                  <a:pt x="840" y="1009"/>
                  <a:pt x="840" y="1006"/>
                </a:cubicBezTo>
                <a:cubicBezTo>
                  <a:pt x="838" y="1004"/>
                  <a:pt x="830" y="1007"/>
                  <a:pt x="834" y="1010"/>
                </a:cubicBezTo>
                <a:close/>
                <a:moveTo>
                  <a:pt x="828" y="1006"/>
                </a:moveTo>
                <a:cubicBezTo>
                  <a:pt x="828" y="1009"/>
                  <a:pt x="824" y="1008"/>
                  <a:pt x="824" y="1011"/>
                </a:cubicBezTo>
                <a:cubicBezTo>
                  <a:pt x="827" y="1012"/>
                  <a:pt x="830" y="1012"/>
                  <a:pt x="832" y="1011"/>
                </a:cubicBezTo>
                <a:cubicBezTo>
                  <a:pt x="831" y="1009"/>
                  <a:pt x="830" y="1007"/>
                  <a:pt x="828" y="1006"/>
                </a:cubicBezTo>
                <a:close/>
                <a:moveTo>
                  <a:pt x="985" y="1009"/>
                </a:moveTo>
                <a:cubicBezTo>
                  <a:pt x="977" y="1010"/>
                  <a:pt x="972" y="1015"/>
                  <a:pt x="967" y="1019"/>
                </a:cubicBezTo>
                <a:cubicBezTo>
                  <a:pt x="976" y="1019"/>
                  <a:pt x="982" y="1015"/>
                  <a:pt x="985" y="1009"/>
                </a:cubicBezTo>
                <a:close/>
                <a:moveTo>
                  <a:pt x="1131" y="1012"/>
                </a:moveTo>
                <a:cubicBezTo>
                  <a:pt x="1133" y="1012"/>
                  <a:pt x="1135" y="1011"/>
                  <a:pt x="1136" y="1009"/>
                </a:cubicBezTo>
                <a:cubicBezTo>
                  <a:pt x="1133" y="1009"/>
                  <a:pt x="1131" y="1009"/>
                  <a:pt x="1131" y="1012"/>
                </a:cubicBezTo>
                <a:close/>
                <a:moveTo>
                  <a:pt x="816" y="1013"/>
                </a:moveTo>
                <a:cubicBezTo>
                  <a:pt x="813" y="1013"/>
                  <a:pt x="810" y="1014"/>
                  <a:pt x="808" y="1016"/>
                </a:cubicBezTo>
                <a:cubicBezTo>
                  <a:pt x="811" y="1015"/>
                  <a:pt x="815" y="1015"/>
                  <a:pt x="816" y="1013"/>
                </a:cubicBezTo>
                <a:close/>
                <a:moveTo>
                  <a:pt x="937" y="1026"/>
                </a:moveTo>
                <a:cubicBezTo>
                  <a:pt x="942" y="1026"/>
                  <a:pt x="945" y="1024"/>
                  <a:pt x="948" y="1021"/>
                </a:cubicBezTo>
                <a:cubicBezTo>
                  <a:pt x="947" y="1020"/>
                  <a:pt x="947" y="1017"/>
                  <a:pt x="946" y="1017"/>
                </a:cubicBezTo>
                <a:cubicBezTo>
                  <a:pt x="945" y="1018"/>
                  <a:pt x="942" y="1019"/>
                  <a:pt x="943" y="1016"/>
                </a:cubicBezTo>
                <a:cubicBezTo>
                  <a:pt x="938" y="1018"/>
                  <a:pt x="940" y="1022"/>
                  <a:pt x="937" y="1026"/>
                </a:cubicBezTo>
                <a:close/>
                <a:moveTo>
                  <a:pt x="239" y="1024"/>
                </a:moveTo>
                <a:cubicBezTo>
                  <a:pt x="239" y="1023"/>
                  <a:pt x="244" y="1021"/>
                  <a:pt x="241" y="1019"/>
                </a:cubicBezTo>
                <a:cubicBezTo>
                  <a:pt x="241" y="1021"/>
                  <a:pt x="235" y="1022"/>
                  <a:pt x="239" y="1024"/>
                </a:cubicBezTo>
                <a:close/>
                <a:moveTo>
                  <a:pt x="976" y="1035"/>
                </a:moveTo>
                <a:cubicBezTo>
                  <a:pt x="977" y="1036"/>
                  <a:pt x="983" y="1034"/>
                  <a:pt x="983" y="1030"/>
                </a:cubicBezTo>
                <a:cubicBezTo>
                  <a:pt x="976" y="1034"/>
                  <a:pt x="962" y="1038"/>
                  <a:pt x="956" y="1044"/>
                </a:cubicBezTo>
                <a:cubicBezTo>
                  <a:pt x="965" y="1044"/>
                  <a:pt x="970" y="1039"/>
                  <a:pt x="976" y="1035"/>
                </a:cubicBezTo>
                <a:close/>
                <a:moveTo>
                  <a:pt x="978" y="1043"/>
                </a:moveTo>
                <a:cubicBezTo>
                  <a:pt x="975" y="1043"/>
                  <a:pt x="973" y="1045"/>
                  <a:pt x="972" y="1046"/>
                </a:cubicBezTo>
                <a:cubicBezTo>
                  <a:pt x="974" y="1046"/>
                  <a:pt x="978" y="1046"/>
                  <a:pt x="978" y="1043"/>
                </a:cubicBezTo>
                <a:close/>
                <a:moveTo>
                  <a:pt x="245" y="1049"/>
                </a:moveTo>
                <a:cubicBezTo>
                  <a:pt x="243" y="1053"/>
                  <a:pt x="242" y="1059"/>
                  <a:pt x="240" y="1062"/>
                </a:cubicBezTo>
                <a:cubicBezTo>
                  <a:pt x="248" y="1060"/>
                  <a:pt x="255" y="1056"/>
                  <a:pt x="258" y="1048"/>
                </a:cubicBezTo>
                <a:cubicBezTo>
                  <a:pt x="254" y="1051"/>
                  <a:pt x="250" y="1050"/>
                  <a:pt x="245" y="1049"/>
                </a:cubicBezTo>
                <a:close/>
                <a:moveTo>
                  <a:pt x="921" y="1054"/>
                </a:moveTo>
                <a:cubicBezTo>
                  <a:pt x="923" y="1053"/>
                  <a:pt x="932" y="1052"/>
                  <a:pt x="933" y="1048"/>
                </a:cubicBezTo>
                <a:cubicBezTo>
                  <a:pt x="930" y="1050"/>
                  <a:pt x="923" y="1050"/>
                  <a:pt x="921" y="1054"/>
                </a:cubicBezTo>
                <a:close/>
                <a:moveTo>
                  <a:pt x="926" y="1062"/>
                </a:moveTo>
                <a:cubicBezTo>
                  <a:pt x="928" y="1057"/>
                  <a:pt x="934" y="1057"/>
                  <a:pt x="938" y="1054"/>
                </a:cubicBezTo>
                <a:cubicBezTo>
                  <a:pt x="931" y="1054"/>
                  <a:pt x="925" y="1057"/>
                  <a:pt x="921" y="1060"/>
                </a:cubicBezTo>
                <a:cubicBezTo>
                  <a:pt x="922" y="1061"/>
                  <a:pt x="925" y="1061"/>
                  <a:pt x="926" y="1062"/>
                </a:cubicBezTo>
                <a:close/>
                <a:moveTo>
                  <a:pt x="768" y="1057"/>
                </a:moveTo>
                <a:cubicBezTo>
                  <a:pt x="762" y="1054"/>
                  <a:pt x="760" y="1062"/>
                  <a:pt x="755" y="1060"/>
                </a:cubicBezTo>
                <a:cubicBezTo>
                  <a:pt x="755" y="1063"/>
                  <a:pt x="757" y="1063"/>
                  <a:pt x="758" y="1064"/>
                </a:cubicBezTo>
                <a:cubicBezTo>
                  <a:pt x="761" y="1060"/>
                  <a:pt x="766" y="1061"/>
                  <a:pt x="768" y="1057"/>
                </a:cubicBezTo>
                <a:close/>
                <a:moveTo>
                  <a:pt x="718" y="1059"/>
                </a:moveTo>
                <a:cubicBezTo>
                  <a:pt x="715" y="1059"/>
                  <a:pt x="713" y="1060"/>
                  <a:pt x="712" y="1062"/>
                </a:cubicBezTo>
                <a:cubicBezTo>
                  <a:pt x="713" y="1062"/>
                  <a:pt x="713" y="1063"/>
                  <a:pt x="712" y="1064"/>
                </a:cubicBezTo>
                <a:cubicBezTo>
                  <a:pt x="715" y="1063"/>
                  <a:pt x="718" y="1062"/>
                  <a:pt x="718" y="1059"/>
                </a:cubicBezTo>
                <a:close/>
                <a:moveTo>
                  <a:pt x="906" y="1070"/>
                </a:moveTo>
                <a:cubicBezTo>
                  <a:pt x="911" y="1069"/>
                  <a:pt x="915" y="1067"/>
                  <a:pt x="919" y="1064"/>
                </a:cubicBezTo>
                <a:cubicBezTo>
                  <a:pt x="919" y="1064"/>
                  <a:pt x="918" y="1063"/>
                  <a:pt x="918" y="1062"/>
                </a:cubicBezTo>
                <a:cubicBezTo>
                  <a:pt x="914" y="1065"/>
                  <a:pt x="906" y="1064"/>
                  <a:pt x="906" y="1070"/>
                </a:cubicBezTo>
                <a:close/>
                <a:moveTo>
                  <a:pt x="524" y="1069"/>
                </a:moveTo>
                <a:cubicBezTo>
                  <a:pt x="524" y="1066"/>
                  <a:pt x="526" y="1066"/>
                  <a:pt x="526" y="1063"/>
                </a:cubicBezTo>
                <a:cubicBezTo>
                  <a:pt x="523" y="1062"/>
                  <a:pt x="523" y="1065"/>
                  <a:pt x="522" y="1063"/>
                </a:cubicBezTo>
                <a:cubicBezTo>
                  <a:pt x="522" y="1069"/>
                  <a:pt x="515" y="1064"/>
                  <a:pt x="515" y="1068"/>
                </a:cubicBezTo>
                <a:cubicBezTo>
                  <a:pt x="516" y="1070"/>
                  <a:pt x="521" y="1068"/>
                  <a:pt x="524" y="1069"/>
                </a:cubicBezTo>
                <a:close/>
                <a:moveTo>
                  <a:pt x="678" y="1074"/>
                </a:moveTo>
                <a:cubicBezTo>
                  <a:pt x="691" y="1077"/>
                  <a:pt x="702" y="1069"/>
                  <a:pt x="710" y="1063"/>
                </a:cubicBezTo>
                <a:cubicBezTo>
                  <a:pt x="699" y="1065"/>
                  <a:pt x="688" y="1067"/>
                  <a:pt x="682" y="1073"/>
                </a:cubicBezTo>
                <a:cubicBezTo>
                  <a:pt x="682" y="1072"/>
                  <a:pt x="682" y="1071"/>
                  <a:pt x="681" y="1070"/>
                </a:cubicBezTo>
                <a:cubicBezTo>
                  <a:pt x="682" y="1074"/>
                  <a:pt x="677" y="1071"/>
                  <a:pt x="678" y="1074"/>
                </a:cubicBezTo>
                <a:close/>
                <a:moveTo>
                  <a:pt x="747" y="1066"/>
                </a:moveTo>
                <a:cubicBezTo>
                  <a:pt x="736" y="1067"/>
                  <a:pt x="724" y="1073"/>
                  <a:pt x="716" y="1078"/>
                </a:cubicBezTo>
                <a:cubicBezTo>
                  <a:pt x="727" y="1080"/>
                  <a:pt x="733" y="1070"/>
                  <a:pt x="744" y="1070"/>
                </a:cubicBezTo>
                <a:cubicBezTo>
                  <a:pt x="743" y="1067"/>
                  <a:pt x="746" y="1067"/>
                  <a:pt x="747" y="1066"/>
                </a:cubicBezTo>
                <a:close/>
                <a:moveTo>
                  <a:pt x="1029" y="1088"/>
                </a:moveTo>
                <a:cubicBezTo>
                  <a:pt x="1035" y="1088"/>
                  <a:pt x="1051" y="1081"/>
                  <a:pt x="1048" y="1075"/>
                </a:cubicBezTo>
                <a:cubicBezTo>
                  <a:pt x="1043" y="1080"/>
                  <a:pt x="1034" y="1083"/>
                  <a:pt x="1029" y="1088"/>
                </a:cubicBezTo>
                <a:close/>
                <a:moveTo>
                  <a:pt x="402" y="1084"/>
                </a:moveTo>
                <a:cubicBezTo>
                  <a:pt x="402" y="1086"/>
                  <a:pt x="399" y="1085"/>
                  <a:pt x="399" y="1086"/>
                </a:cubicBezTo>
                <a:cubicBezTo>
                  <a:pt x="402" y="1085"/>
                  <a:pt x="399" y="1089"/>
                  <a:pt x="402" y="1089"/>
                </a:cubicBezTo>
                <a:cubicBezTo>
                  <a:pt x="403" y="1088"/>
                  <a:pt x="405" y="1085"/>
                  <a:pt x="402" y="1084"/>
                </a:cubicBezTo>
                <a:close/>
                <a:moveTo>
                  <a:pt x="710" y="1088"/>
                </a:moveTo>
                <a:cubicBezTo>
                  <a:pt x="708" y="1090"/>
                  <a:pt x="702" y="1089"/>
                  <a:pt x="702" y="1093"/>
                </a:cubicBezTo>
                <a:cubicBezTo>
                  <a:pt x="704" y="1094"/>
                  <a:pt x="707" y="1094"/>
                  <a:pt x="711" y="1094"/>
                </a:cubicBezTo>
                <a:cubicBezTo>
                  <a:pt x="712" y="1092"/>
                  <a:pt x="713" y="1089"/>
                  <a:pt x="710" y="1088"/>
                </a:cubicBezTo>
                <a:close/>
                <a:moveTo>
                  <a:pt x="710" y="1097"/>
                </a:moveTo>
                <a:cubicBezTo>
                  <a:pt x="712" y="1098"/>
                  <a:pt x="715" y="1096"/>
                  <a:pt x="714" y="1099"/>
                </a:cubicBezTo>
                <a:cubicBezTo>
                  <a:pt x="709" y="1100"/>
                  <a:pt x="709" y="1101"/>
                  <a:pt x="709" y="1105"/>
                </a:cubicBezTo>
                <a:cubicBezTo>
                  <a:pt x="711" y="1105"/>
                  <a:pt x="713" y="1105"/>
                  <a:pt x="714" y="1107"/>
                </a:cubicBezTo>
                <a:cubicBezTo>
                  <a:pt x="711" y="1108"/>
                  <a:pt x="710" y="1107"/>
                  <a:pt x="710" y="1109"/>
                </a:cubicBezTo>
                <a:cubicBezTo>
                  <a:pt x="715" y="1109"/>
                  <a:pt x="718" y="1106"/>
                  <a:pt x="721" y="1104"/>
                </a:cubicBezTo>
                <a:cubicBezTo>
                  <a:pt x="718" y="1103"/>
                  <a:pt x="716" y="1107"/>
                  <a:pt x="714" y="1104"/>
                </a:cubicBezTo>
                <a:cubicBezTo>
                  <a:pt x="717" y="1103"/>
                  <a:pt x="722" y="1099"/>
                  <a:pt x="725" y="1101"/>
                </a:cubicBezTo>
                <a:cubicBezTo>
                  <a:pt x="725" y="1103"/>
                  <a:pt x="722" y="1102"/>
                  <a:pt x="722" y="1104"/>
                </a:cubicBezTo>
                <a:cubicBezTo>
                  <a:pt x="725" y="1106"/>
                  <a:pt x="729" y="1104"/>
                  <a:pt x="731" y="1102"/>
                </a:cubicBezTo>
                <a:cubicBezTo>
                  <a:pt x="728" y="1102"/>
                  <a:pt x="726" y="1099"/>
                  <a:pt x="728" y="1097"/>
                </a:cubicBezTo>
                <a:cubicBezTo>
                  <a:pt x="726" y="1097"/>
                  <a:pt x="724" y="1098"/>
                  <a:pt x="724" y="1096"/>
                </a:cubicBezTo>
                <a:cubicBezTo>
                  <a:pt x="724" y="1094"/>
                  <a:pt x="727" y="1095"/>
                  <a:pt x="727" y="1094"/>
                </a:cubicBezTo>
                <a:cubicBezTo>
                  <a:pt x="725" y="1092"/>
                  <a:pt x="723" y="1090"/>
                  <a:pt x="721" y="1089"/>
                </a:cubicBezTo>
                <a:cubicBezTo>
                  <a:pt x="720" y="1095"/>
                  <a:pt x="712" y="1092"/>
                  <a:pt x="710" y="1097"/>
                </a:cubicBezTo>
                <a:close/>
                <a:moveTo>
                  <a:pt x="939" y="1102"/>
                </a:moveTo>
                <a:cubicBezTo>
                  <a:pt x="932" y="1106"/>
                  <a:pt x="924" y="1109"/>
                  <a:pt x="917" y="1113"/>
                </a:cubicBezTo>
                <a:cubicBezTo>
                  <a:pt x="928" y="1113"/>
                  <a:pt x="933" y="1105"/>
                  <a:pt x="940" y="1105"/>
                </a:cubicBezTo>
                <a:cubicBezTo>
                  <a:pt x="940" y="1104"/>
                  <a:pt x="941" y="1102"/>
                  <a:pt x="939" y="1102"/>
                </a:cubicBezTo>
                <a:close/>
                <a:moveTo>
                  <a:pt x="625" y="1108"/>
                </a:moveTo>
                <a:cubicBezTo>
                  <a:pt x="629" y="1107"/>
                  <a:pt x="634" y="1107"/>
                  <a:pt x="635" y="1104"/>
                </a:cubicBezTo>
                <a:cubicBezTo>
                  <a:pt x="631" y="1105"/>
                  <a:pt x="628" y="1105"/>
                  <a:pt x="625" y="1108"/>
                </a:cubicBezTo>
                <a:close/>
                <a:moveTo>
                  <a:pt x="682" y="1117"/>
                </a:moveTo>
                <a:cubicBezTo>
                  <a:pt x="685" y="1117"/>
                  <a:pt x="695" y="1117"/>
                  <a:pt x="697" y="1113"/>
                </a:cubicBezTo>
                <a:cubicBezTo>
                  <a:pt x="693" y="1112"/>
                  <a:pt x="692" y="1113"/>
                  <a:pt x="688" y="1113"/>
                </a:cubicBezTo>
                <a:cubicBezTo>
                  <a:pt x="684" y="1110"/>
                  <a:pt x="689" y="1110"/>
                  <a:pt x="689" y="1108"/>
                </a:cubicBezTo>
                <a:cubicBezTo>
                  <a:pt x="682" y="1108"/>
                  <a:pt x="687" y="1111"/>
                  <a:pt x="682" y="1113"/>
                </a:cubicBezTo>
                <a:cubicBezTo>
                  <a:pt x="686" y="1115"/>
                  <a:pt x="683" y="1115"/>
                  <a:pt x="682" y="1117"/>
                </a:cubicBezTo>
                <a:close/>
                <a:moveTo>
                  <a:pt x="561" y="1110"/>
                </a:moveTo>
                <a:cubicBezTo>
                  <a:pt x="558" y="1112"/>
                  <a:pt x="550" y="1108"/>
                  <a:pt x="547" y="1112"/>
                </a:cubicBezTo>
                <a:cubicBezTo>
                  <a:pt x="551" y="1114"/>
                  <a:pt x="560" y="1114"/>
                  <a:pt x="561" y="1110"/>
                </a:cubicBezTo>
                <a:close/>
                <a:moveTo>
                  <a:pt x="870" y="1113"/>
                </a:moveTo>
                <a:cubicBezTo>
                  <a:pt x="867" y="1113"/>
                  <a:pt x="866" y="1115"/>
                  <a:pt x="863" y="1115"/>
                </a:cubicBezTo>
                <a:cubicBezTo>
                  <a:pt x="865" y="1119"/>
                  <a:pt x="863" y="1120"/>
                  <a:pt x="862" y="1122"/>
                </a:cubicBezTo>
                <a:cubicBezTo>
                  <a:pt x="871" y="1122"/>
                  <a:pt x="869" y="1120"/>
                  <a:pt x="870" y="1113"/>
                </a:cubicBezTo>
                <a:close/>
                <a:moveTo>
                  <a:pt x="809" y="1121"/>
                </a:moveTo>
                <a:cubicBezTo>
                  <a:pt x="806" y="1121"/>
                  <a:pt x="802" y="1120"/>
                  <a:pt x="801" y="1123"/>
                </a:cubicBezTo>
                <a:cubicBezTo>
                  <a:pt x="804" y="1123"/>
                  <a:pt x="807" y="1122"/>
                  <a:pt x="809" y="1121"/>
                </a:cubicBezTo>
                <a:close/>
                <a:moveTo>
                  <a:pt x="742" y="1145"/>
                </a:moveTo>
                <a:cubicBezTo>
                  <a:pt x="746" y="1144"/>
                  <a:pt x="748" y="1141"/>
                  <a:pt x="749" y="1137"/>
                </a:cubicBezTo>
                <a:cubicBezTo>
                  <a:pt x="745" y="1140"/>
                  <a:pt x="743" y="1140"/>
                  <a:pt x="742" y="1145"/>
                </a:cubicBezTo>
                <a:close/>
                <a:moveTo>
                  <a:pt x="571" y="1138"/>
                </a:moveTo>
                <a:cubicBezTo>
                  <a:pt x="568" y="1141"/>
                  <a:pt x="562" y="1142"/>
                  <a:pt x="559" y="1145"/>
                </a:cubicBezTo>
                <a:cubicBezTo>
                  <a:pt x="564" y="1147"/>
                  <a:pt x="569" y="1142"/>
                  <a:pt x="571" y="1138"/>
                </a:cubicBezTo>
                <a:close/>
                <a:moveTo>
                  <a:pt x="611" y="1147"/>
                </a:moveTo>
                <a:cubicBezTo>
                  <a:pt x="609" y="1143"/>
                  <a:pt x="603" y="1146"/>
                  <a:pt x="602" y="1148"/>
                </a:cubicBezTo>
                <a:cubicBezTo>
                  <a:pt x="606" y="1148"/>
                  <a:pt x="610" y="1149"/>
                  <a:pt x="611" y="1147"/>
                </a:cubicBezTo>
                <a:close/>
                <a:moveTo>
                  <a:pt x="634" y="1152"/>
                </a:moveTo>
                <a:cubicBezTo>
                  <a:pt x="638" y="1153"/>
                  <a:pt x="644" y="1149"/>
                  <a:pt x="649" y="1148"/>
                </a:cubicBezTo>
                <a:cubicBezTo>
                  <a:pt x="644" y="1148"/>
                  <a:pt x="637" y="1148"/>
                  <a:pt x="634" y="1152"/>
                </a:cubicBezTo>
                <a:close/>
                <a:moveTo>
                  <a:pt x="695" y="1156"/>
                </a:moveTo>
                <a:cubicBezTo>
                  <a:pt x="689" y="1154"/>
                  <a:pt x="686" y="1160"/>
                  <a:pt x="681" y="1161"/>
                </a:cubicBezTo>
                <a:cubicBezTo>
                  <a:pt x="681" y="1161"/>
                  <a:pt x="680" y="1159"/>
                  <a:pt x="678" y="1160"/>
                </a:cubicBezTo>
                <a:cubicBezTo>
                  <a:pt x="674" y="1160"/>
                  <a:pt x="669" y="1166"/>
                  <a:pt x="662" y="1165"/>
                </a:cubicBezTo>
                <a:cubicBezTo>
                  <a:pt x="667" y="1171"/>
                  <a:pt x="677" y="1165"/>
                  <a:pt x="686" y="1162"/>
                </a:cubicBezTo>
                <a:cubicBezTo>
                  <a:pt x="693" y="1160"/>
                  <a:pt x="701" y="1159"/>
                  <a:pt x="708" y="1157"/>
                </a:cubicBezTo>
                <a:cubicBezTo>
                  <a:pt x="706" y="1151"/>
                  <a:pt x="697" y="1151"/>
                  <a:pt x="695" y="1156"/>
                </a:cubicBezTo>
                <a:close/>
                <a:moveTo>
                  <a:pt x="557" y="1166"/>
                </a:moveTo>
                <a:cubicBezTo>
                  <a:pt x="557" y="1170"/>
                  <a:pt x="558" y="1171"/>
                  <a:pt x="559" y="1174"/>
                </a:cubicBezTo>
                <a:cubicBezTo>
                  <a:pt x="571" y="1173"/>
                  <a:pt x="577" y="1170"/>
                  <a:pt x="582" y="1160"/>
                </a:cubicBezTo>
                <a:cubicBezTo>
                  <a:pt x="572" y="1156"/>
                  <a:pt x="566" y="1165"/>
                  <a:pt x="557" y="1166"/>
                </a:cubicBezTo>
                <a:close/>
                <a:moveTo>
                  <a:pt x="605" y="1161"/>
                </a:moveTo>
                <a:cubicBezTo>
                  <a:pt x="607" y="1163"/>
                  <a:pt x="614" y="1162"/>
                  <a:pt x="615" y="1160"/>
                </a:cubicBezTo>
                <a:cubicBezTo>
                  <a:pt x="612" y="1161"/>
                  <a:pt x="605" y="1158"/>
                  <a:pt x="605" y="1161"/>
                </a:cubicBezTo>
                <a:close/>
                <a:moveTo>
                  <a:pt x="606" y="1170"/>
                </a:moveTo>
                <a:cubicBezTo>
                  <a:pt x="606" y="1168"/>
                  <a:pt x="604" y="1167"/>
                  <a:pt x="605" y="1164"/>
                </a:cubicBezTo>
                <a:cubicBezTo>
                  <a:pt x="601" y="1165"/>
                  <a:pt x="602" y="1162"/>
                  <a:pt x="599" y="1162"/>
                </a:cubicBezTo>
                <a:cubicBezTo>
                  <a:pt x="599" y="1164"/>
                  <a:pt x="599" y="1164"/>
                  <a:pt x="599" y="1164"/>
                </a:cubicBezTo>
                <a:cubicBezTo>
                  <a:pt x="598" y="1164"/>
                  <a:pt x="598" y="1164"/>
                  <a:pt x="598" y="1165"/>
                </a:cubicBezTo>
                <a:cubicBezTo>
                  <a:pt x="601" y="1165"/>
                  <a:pt x="604" y="1165"/>
                  <a:pt x="604" y="1168"/>
                </a:cubicBezTo>
                <a:cubicBezTo>
                  <a:pt x="601" y="1168"/>
                  <a:pt x="598" y="1169"/>
                  <a:pt x="595" y="1171"/>
                </a:cubicBezTo>
                <a:cubicBezTo>
                  <a:pt x="599" y="1174"/>
                  <a:pt x="602" y="1170"/>
                  <a:pt x="606" y="1170"/>
                </a:cubicBezTo>
                <a:close/>
                <a:moveTo>
                  <a:pt x="811" y="1194"/>
                </a:moveTo>
                <a:cubicBezTo>
                  <a:pt x="821" y="1191"/>
                  <a:pt x="837" y="1185"/>
                  <a:pt x="847" y="1179"/>
                </a:cubicBezTo>
                <a:cubicBezTo>
                  <a:pt x="838" y="1180"/>
                  <a:pt x="830" y="1185"/>
                  <a:pt x="822" y="1188"/>
                </a:cubicBezTo>
                <a:cubicBezTo>
                  <a:pt x="819" y="1189"/>
                  <a:pt x="811" y="1188"/>
                  <a:pt x="811" y="1194"/>
                </a:cubicBezTo>
                <a:close/>
                <a:moveTo>
                  <a:pt x="569" y="1181"/>
                </a:moveTo>
                <a:cubicBezTo>
                  <a:pt x="567" y="1182"/>
                  <a:pt x="563" y="1182"/>
                  <a:pt x="563" y="1185"/>
                </a:cubicBezTo>
                <a:cubicBezTo>
                  <a:pt x="566" y="1184"/>
                  <a:pt x="574" y="1187"/>
                  <a:pt x="577" y="1184"/>
                </a:cubicBezTo>
                <a:cubicBezTo>
                  <a:pt x="574" y="1183"/>
                  <a:pt x="568" y="1186"/>
                  <a:pt x="569" y="1181"/>
                </a:cubicBezTo>
                <a:close/>
                <a:moveTo>
                  <a:pt x="596" y="1188"/>
                </a:moveTo>
                <a:cubicBezTo>
                  <a:pt x="598" y="1188"/>
                  <a:pt x="599" y="1189"/>
                  <a:pt x="599" y="1191"/>
                </a:cubicBezTo>
                <a:cubicBezTo>
                  <a:pt x="604" y="1191"/>
                  <a:pt x="609" y="1191"/>
                  <a:pt x="612" y="1188"/>
                </a:cubicBezTo>
                <a:cubicBezTo>
                  <a:pt x="606" y="1188"/>
                  <a:pt x="602" y="1187"/>
                  <a:pt x="596" y="1188"/>
                </a:cubicBezTo>
                <a:close/>
                <a:moveTo>
                  <a:pt x="1057" y="131"/>
                </a:moveTo>
                <a:cubicBezTo>
                  <a:pt x="1067" y="127"/>
                  <a:pt x="1072" y="123"/>
                  <a:pt x="1082" y="118"/>
                </a:cubicBezTo>
                <a:cubicBezTo>
                  <a:pt x="1083" y="123"/>
                  <a:pt x="1077" y="128"/>
                  <a:pt x="1081" y="129"/>
                </a:cubicBezTo>
                <a:cubicBezTo>
                  <a:pt x="1086" y="124"/>
                  <a:pt x="1095" y="123"/>
                  <a:pt x="1102" y="116"/>
                </a:cubicBezTo>
                <a:cubicBezTo>
                  <a:pt x="1102" y="118"/>
                  <a:pt x="1103" y="117"/>
                  <a:pt x="1103" y="118"/>
                </a:cubicBezTo>
                <a:cubicBezTo>
                  <a:pt x="1104" y="130"/>
                  <a:pt x="1088" y="126"/>
                  <a:pt x="1085" y="135"/>
                </a:cubicBezTo>
                <a:cubicBezTo>
                  <a:pt x="1086" y="136"/>
                  <a:pt x="1089" y="136"/>
                  <a:pt x="1089" y="139"/>
                </a:cubicBezTo>
                <a:cubicBezTo>
                  <a:pt x="1103" y="136"/>
                  <a:pt x="1112" y="135"/>
                  <a:pt x="1125" y="131"/>
                </a:cubicBezTo>
                <a:cubicBezTo>
                  <a:pt x="1135" y="149"/>
                  <a:pt x="1100" y="141"/>
                  <a:pt x="1105" y="156"/>
                </a:cubicBezTo>
                <a:cubicBezTo>
                  <a:pt x="1108" y="158"/>
                  <a:pt x="1109" y="155"/>
                  <a:pt x="1111" y="157"/>
                </a:cubicBezTo>
                <a:cubicBezTo>
                  <a:pt x="1106" y="157"/>
                  <a:pt x="1109" y="161"/>
                  <a:pt x="1111" y="162"/>
                </a:cubicBezTo>
                <a:cubicBezTo>
                  <a:pt x="1108" y="165"/>
                  <a:pt x="1099" y="166"/>
                  <a:pt x="1100" y="169"/>
                </a:cubicBezTo>
                <a:cubicBezTo>
                  <a:pt x="1104" y="167"/>
                  <a:pt x="1110" y="164"/>
                  <a:pt x="1115" y="165"/>
                </a:cubicBezTo>
                <a:cubicBezTo>
                  <a:pt x="1115" y="161"/>
                  <a:pt x="1118" y="161"/>
                  <a:pt x="1118" y="158"/>
                </a:cubicBezTo>
                <a:cubicBezTo>
                  <a:pt x="1116" y="158"/>
                  <a:pt x="1115" y="157"/>
                  <a:pt x="1115" y="154"/>
                </a:cubicBezTo>
                <a:cubicBezTo>
                  <a:pt x="1118" y="152"/>
                  <a:pt x="1119" y="148"/>
                  <a:pt x="1123" y="146"/>
                </a:cubicBezTo>
                <a:cubicBezTo>
                  <a:pt x="1127" y="146"/>
                  <a:pt x="1129" y="150"/>
                  <a:pt x="1129" y="154"/>
                </a:cubicBezTo>
                <a:cubicBezTo>
                  <a:pt x="1143" y="157"/>
                  <a:pt x="1173" y="157"/>
                  <a:pt x="1180" y="143"/>
                </a:cubicBezTo>
                <a:cubicBezTo>
                  <a:pt x="1182" y="144"/>
                  <a:pt x="1184" y="144"/>
                  <a:pt x="1184" y="146"/>
                </a:cubicBezTo>
                <a:cubicBezTo>
                  <a:pt x="1184" y="154"/>
                  <a:pt x="1178" y="159"/>
                  <a:pt x="1185" y="163"/>
                </a:cubicBezTo>
                <a:cubicBezTo>
                  <a:pt x="1184" y="166"/>
                  <a:pt x="1181" y="166"/>
                  <a:pt x="1179" y="167"/>
                </a:cubicBezTo>
                <a:cubicBezTo>
                  <a:pt x="1189" y="181"/>
                  <a:pt x="1172" y="189"/>
                  <a:pt x="1167" y="197"/>
                </a:cubicBezTo>
                <a:cubicBezTo>
                  <a:pt x="1178" y="197"/>
                  <a:pt x="1189" y="194"/>
                  <a:pt x="1195" y="190"/>
                </a:cubicBezTo>
                <a:cubicBezTo>
                  <a:pt x="1191" y="185"/>
                  <a:pt x="1196" y="177"/>
                  <a:pt x="1201" y="176"/>
                </a:cubicBezTo>
                <a:cubicBezTo>
                  <a:pt x="1201" y="177"/>
                  <a:pt x="1202" y="178"/>
                  <a:pt x="1201" y="180"/>
                </a:cubicBezTo>
                <a:cubicBezTo>
                  <a:pt x="1205" y="178"/>
                  <a:pt x="1208" y="175"/>
                  <a:pt x="1213" y="175"/>
                </a:cubicBezTo>
                <a:cubicBezTo>
                  <a:pt x="1213" y="173"/>
                  <a:pt x="1212" y="172"/>
                  <a:pt x="1214" y="170"/>
                </a:cubicBezTo>
                <a:cubicBezTo>
                  <a:pt x="1217" y="170"/>
                  <a:pt x="1214" y="175"/>
                  <a:pt x="1216" y="174"/>
                </a:cubicBezTo>
                <a:cubicBezTo>
                  <a:pt x="1218" y="172"/>
                  <a:pt x="1221" y="172"/>
                  <a:pt x="1221" y="168"/>
                </a:cubicBezTo>
                <a:cubicBezTo>
                  <a:pt x="1216" y="171"/>
                  <a:pt x="1214" y="167"/>
                  <a:pt x="1212" y="164"/>
                </a:cubicBezTo>
                <a:cubicBezTo>
                  <a:pt x="1214" y="162"/>
                  <a:pt x="1218" y="163"/>
                  <a:pt x="1220" y="161"/>
                </a:cubicBezTo>
                <a:cubicBezTo>
                  <a:pt x="1217" y="153"/>
                  <a:pt x="1223" y="145"/>
                  <a:pt x="1223" y="138"/>
                </a:cubicBezTo>
                <a:cubicBezTo>
                  <a:pt x="1229" y="135"/>
                  <a:pt x="1233" y="128"/>
                  <a:pt x="1236" y="122"/>
                </a:cubicBezTo>
                <a:cubicBezTo>
                  <a:pt x="1228" y="125"/>
                  <a:pt x="1216" y="140"/>
                  <a:pt x="1208" y="128"/>
                </a:cubicBezTo>
                <a:cubicBezTo>
                  <a:pt x="1211" y="116"/>
                  <a:pt x="1226" y="108"/>
                  <a:pt x="1230" y="97"/>
                </a:cubicBezTo>
                <a:cubicBezTo>
                  <a:pt x="1225" y="99"/>
                  <a:pt x="1221" y="103"/>
                  <a:pt x="1214" y="102"/>
                </a:cubicBezTo>
                <a:cubicBezTo>
                  <a:pt x="1215" y="98"/>
                  <a:pt x="1211" y="94"/>
                  <a:pt x="1210" y="89"/>
                </a:cubicBezTo>
                <a:cubicBezTo>
                  <a:pt x="1211" y="84"/>
                  <a:pt x="1215" y="81"/>
                  <a:pt x="1219" y="78"/>
                </a:cubicBezTo>
                <a:cubicBezTo>
                  <a:pt x="1206" y="82"/>
                  <a:pt x="1196" y="91"/>
                  <a:pt x="1182" y="89"/>
                </a:cubicBezTo>
                <a:cubicBezTo>
                  <a:pt x="1182" y="86"/>
                  <a:pt x="1184" y="85"/>
                  <a:pt x="1186" y="85"/>
                </a:cubicBezTo>
                <a:cubicBezTo>
                  <a:pt x="1187" y="85"/>
                  <a:pt x="1187" y="88"/>
                  <a:pt x="1190" y="87"/>
                </a:cubicBezTo>
                <a:cubicBezTo>
                  <a:pt x="1192" y="86"/>
                  <a:pt x="1191" y="83"/>
                  <a:pt x="1193" y="82"/>
                </a:cubicBezTo>
                <a:cubicBezTo>
                  <a:pt x="1197" y="82"/>
                  <a:pt x="1199" y="79"/>
                  <a:pt x="1202" y="76"/>
                </a:cubicBezTo>
                <a:cubicBezTo>
                  <a:pt x="1208" y="74"/>
                  <a:pt x="1214" y="73"/>
                  <a:pt x="1213" y="65"/>
                </a:cubicBezTo>
                <a:cubicBezTo>
                  <a:pt x="1211" y="63"/>
                  <a:pt x="1211" y="66"/>
                  <a:pt x="1208" y="65"/>
                </a:cubicBezTo>
                <a:cubicBezTo>
                  <a:pt x="1209" y="63"/>
                  <a:pt x="1207" y="63"/>
                  <a:pt x="1207" y="61"/>
                </a:cubicBezTo>
                <a:cubicBezTo>
                  <a:pt x="1211" y="57"/>
                  <a:pt x="1216" y="53"/>
                  <a:pt x="1220" y="49"/>
                </a:cubicBezTo>
                <a:cubicBezTo>
                  <a:pt x="1211" y="49"/>
                  <a:pt x="1207" y="54"/>
                  <a:pt x="1197" y="53"/>
                </a:cubicBezTo>
                <a:cubicBezTo>
                  <a:pt x="1201" y="47"/>
                  <a:pt x="1207" y="43"/>
                  <a:pt x="1211" y="37"/>
                </a:cubicBezTo>
                <a:cubicBezTo>
                  <a:pt x="1204" y="37"/>
                  <a:pt x="1197" y="45"/>
                  <a:pt x="1191" y="40"/>
                </a:cubicBezTo>
                <a:cubicBezTo>
                  <a:pt x="1187" y="33"/>
                  <a:pt x="1196" y="30"/>
                  <a:pt x="1195" y="27"/>
                </a:cubicBezTo>
                <a:cubicBezTo>
                  <a:pt x="1195" y="29"/>
                  <a:pt x="1190" y="29"/>
                  <a:pt x="1191" y="27"/>
                </a:cubicBezTo>
                <a:cubicBezTo>
                  <a:pt x="1191" y="24"/>
                  <a:pt x="1191" y="24"/>
                  <a:pt x="1193" y="21"/>
                </a:cubicBezTo>
                <a:cubicBezTo>
                  <a:pt x="1188" y="22"/>
                  <a:pt x="1187" y="19"/>
                  <a:pt x="1185" y="17"/>
                </a:cubicBezTo>
                <a:cubicBezTo>
                  <a:pt x="1186" y="13"/>
                  <a:pt x="1192" y="14"/>
                  <a:pt x="1191" y="9"/>
                </a:cubicBezTo>
                <a:cubicBezTo>
                  <a:pt x="1169" y="0"/>
                  <a:pt x="1158" y="26"/>
                  <a:pt x="1138" y="26"/>
                </a:cubicBezTo>
                <a:cubicBezTo>
                  <a:pt x="1138" y="30"/>
                  <a:pt x="1137" y="33"/>
                  <a:pt x="1135" y="37"/>
                </a:cubicBezTo>
                <a:cubicBezTo>
                  <a:pt x="1139" y="37"/>
                  <a:pt x="1144" y="31"/>
                  <a:pt x="1146" y="36"/>
                </a:cubicBezTo>
                <a:cubicBezTo>
                  <a:pt x="1134" y="51"/>
                  <a:pt x="1109" y="51"/>
                  <a:pt x="1093" y="63"/>
                </a:cubicBezTo>
                <a:cubicBezTo>
                  <a:pt x="1096" y="62"/>
                  <a:pt x="1095" y="64"/>
                  <a:pt x="1094" y="65"/>
                </a:cubicBezTo>
                <a:cubicBezTo>
                  <a:pt x="1098" y="66"/>
                  <a:pt x="1101" y="68"/>
                  <a:pt x="1103" y="70"/>
                </a:cubicBezTo>
                <a:cubicBezTo>
                  <a:pt x="1104" y="74"/>
                  <a:pt x="1100" y="74"/>
                  <a:pt x="1101" y="78"/>
                </a:cubicBezTo>
                <a:cubicBezTo>
                  <a:pt x="1108" y="90"/>
                  <a:pt x="1107" y="106"/>
                  <a:pt x="1094" y="112"/>
                </a:cubicBezTo>
                <a:cubicBezTo>
                  <a:pt x="1090" y="108"/>
                  <a:pt x="1082" y="112"/>
                  <a:pt x="1079" y="109"/>
                </a:cubicBezTo>
                <a:cubicBezTo>
                  <a:pt x="1080" y="106"/>
                  <a:pt x="1082" y="105"/>
                  <a:pt x="1084" y="104"/>
                </a:cubicBezTo>
                <a:cubicBezTo>
                  <a:pt x="1085" y="106"/>
                  <a:pt x="1086" y="106"/>
                  <a:pt x="1085" y="108"/>
                </a:cubicBezTo>
                <a:cubicBezTo>
                  <a:pt x="1094" y="106"/>
                  <a:pt x="1099" y="95"/>
                  <a:pt x="1098" y="86"/>
                </a:cubicBezTo>
                <a:cubicBezTo>
                  <a:pt x="1096" y="85"/>
                  <a:pt x="1094" y="88"/>
                  <a:pt x="1093" y="86"/>
                </a:cubicBezTo>
                <a:cubicBezTo>
                  <a:pt x="1095" y="83"/>
                  <a:pt x="1094" y="83"/>
                  <a:pt x="1093" y="79"/>
                </a:cubicBezTo>
                <a:cubicBezTo>
                  <a:pt x="1083" y="79"/>
                  <a:pt x="1080" y="86"/>
                  <a:pt x="1074" y="90"/>
                </a:cubicBezTo>
                <a:cubicBezTo>
                  <a:pt x="1076" y="96"/>
                  <a:pt x="1078" y="103"/>
                  <a:pt x="1074" y="108"/>
                </a:cubicBezTo>
                <a:cubicBezTo>
                  <a:pt x="1065" y="111"/>
                  <a:pt x="1061" y="120"/>
                  <a:pt x="1055" y="127"/>
                </a:cubicBezTo>
                <a:cubicBezTo>
                  <a:pt x="1057" y="127"/>
                  <a:pt x="1055" y="131"/>
                  <a:pt x="1057" y="131"/>
                </a:cubicBezTo>
                <a:close/>
                <a:moveTo>
                  <a:pt x="1218" y="20"/>
                </a:moveTo>
                <a:cubicBezTo>
                  <a:pt x="1212" y="21"/>
                  <a:pt x="1203" y="24"/>
                  <a:pt x="1201" y="26"/>
                </a:cubicBezTo>
                <a:cubicBezTo>
                  <a:pt x="1208" y="25"/>
                  <a:pt x="1214" y="25"/>
                  <a:pt x="1218" y="20"/>
                </a:cubicBezTo>
                <a:close/>
                <a:moveTo>
                  <a:pt x="1239" y="43"/>
                </a:moveTo>
                <a:cubicBezTo>
                  <a:pt x="1239" y="44"/>
                  <a:pt x="1237" y="44"/>
                  <a:pt x="1236" y="43"/>
                </a:cubicBezTo>
                <a:cubicBezTo>
                  <a:pt x="1236" y="41"/>
                  <a:pt x="1239" y="42"/>
                  <a:pt x="1239" y="40"/>
                </a:cubicBezTo>
                <a:cubicBezTo>
                  <a:pt x="1237" y="41"/>
                  <a:pt x="1237" y="38"/>
                  <a:pt x="1236" y="37"/>
                </a:cubicBezTo>
                <a:cubicBezTo>
                  <a:pt x="1238" y="36"/>
                  <a:pt x="1238" y="33"/>
                  <a:pt x="1240" y="32"/>
                </a:cubicBezTo>
                <a:cubicBezTo>
                  <a:pt x="1237" y="32"/>
                  <a:pt x="1236" y="35"/>
                  <a:pt x="1234" y="37"/>
                </a:cubicBezTo>
                <a:cubicBezTo>
                  <a:pt x="1238" y="42"/>
                  <a:pt x="1223" y="44"/>
                  <a:pt x="1221" y="50"/>
                </a:cubicBezTo>
                <a:cubicBezTo>
                  <a:pt x="1228" y="50"/>
                  <a:pt x="1239" y="48"/>
                  <a:pt x="1239" y="43"/>
                </a:cubicBezTo>
                <a:close/>
                <a:moveTo>
                  <a:pt x="1204" y="47"/>
                </a:moveTo>
                <a:cubicBezTo>
                  <a:pt x="1210" y="48"/>
                  <a:pt x="1212" y="45"/>
                  <a:pt x="1214" y="43"/>
                </a:cubicBezTo>
                <a:cubicBezTo>
                  <a:pt x="1211" y="45"/>
                  <a:pt x="1206" y="42"/>
                  <a:pt x="1204" y="47"/>
                </a:cubicBezTo>
                <a:close/>
                <a:moveTo>
                  <a:pt x="1117" y="481"/>
                </a:moveTo>
                <a:cubicBezTo>
                  <a:pt x="1118" y="481"/>
                  <a:pt x="1118" y="481"/>
                  <a:pt x="1119" y="481"/>
                </a:cubicBezTo>
                <a:cubicBezTo>
                  <a:pt x="1118" y="481"/>
                  <a:pt x="1118" y="481"/>
                  <a:pt x="1117" y="481"/>
                </a:cubicBezTo>
                <a:close/>
                <a:moveTo>
                  <a:pt x="1284" y="478"/>
                </a:moveTo>
                <a:cubicBezTo>
                  <a:pt x="1280" y="478"/>
                  <a:pt x="1276" y="483"/>
                  <a:pt x="1274" y="481"/>
                </a:cubicBezTo>
                <a:cubicBezTo>
                  <a:pt x="1274" y="479"/>
                  <a:pt x="1277" y="479"/>
                  <a:pt x="1277" y="476"/>
                </a:cubicBezTo>
                <a:cubicBezTo>
                  <a:pt x="1263" y="476"/>
                  <a:pt x="1257" y="490"/>
                  <a:pt x="1237" y="485"/>
                </a:cubicBezTo>
                <a:cubicBezTo>
                  <a:pt x="1236" y="486"/>
                  <a:pt x="1232" y="490"/>
                  <a:pt x="1229" y="487"/>
                </a:cubicBezTo>
                <a:cubicBezTo>
                  <a:pt x="1233" y="485"/>
                  <a:pt x="1236" y="483"/>
                  <a:pt x="1239" y="480"/>
                </a:cubicBezTo>
                <a:cubicBezTo>
                  <a:pt x="1236" y="480"/>
                  <a:pt x="1232" y="485"/>
                  <a:pt x="1230" y="483"/>
                </a:cubicBezTo>
                <a:cubicBezTo>
                  <a:pt x="1233" y="480"/>
                  <a:pt x="1237" y="479"/>
                  <a:pt x="1240" y="475"/>
                </a:cubicBezTo>
                <a:cubicBezTo>
                  <a:pt x="1239" y="474"/>
                  <a:pt x="1238" y="473"/>
                  <a:pt x="1238" y="471"/>
                </a:cubicBezTo>
                <a:cubicBezTo>
                  <a:pt x="1239" y="471"/>
                  <a:pt x="1240" y="470"/>
                  <a:pt x="1242" y="469"/>
                </a:cubicBezTo>
                <a:cubicBezTo>
                  <a:pt x="1250" y="479"/>
                  <a:pt x="1256" y="465"/>
                  <a:pt x="1266" y="463"/>
                </a:cubicBezTo>
                <a:cubicBezTo>
                  <a:pt x="1266" y="467"/>
                  <a:pt x="1266" y="467"/>
                  <a:pt x="1266" y="467"/>
                </a:cubicBezTo>
                <a:cubicBezTo>
                  <a:pt x="1269" y="468"/>
                  <a:pt x="1272" y="463"/>
                  <a:pt x="1270" y="462"/>
                </a:cubicBezTo>
                <a:cubicBezTo>
                  <a:pt x="1270" y="463"/>
                  <a:pt x="1268" y="463"/>
                  <a:pt x="1267" y="462"/>
                </a:cubicBezTo>
                <a:cubicBezTo>
                  <a:pt x="1270" y="457"/>
                  <a:pt x="1282" y="456"/>
                  <a:pt x="1281" y="451"/>
                </a:cubicBezTo>
                <a:cubicBezTo>
                  <a:pt x="1277" y="456"/>
                  <a:pt x="1269" y="456"/>
                  <a:pt x="1263" y="457"/>
                </a:cubicBezTo>
                <a:cubicBezTo>
                  <a:pt x="1265" y="462"/>
                  <a:pt x="1259" y="464"/>
                  <a:pt x="1256" y="465"/>
                </a:cubicBezTo>
                <a:cubicBezTo>
                  <a:pt x="1253" y="461"/>
                  <a:pt x="1247" y="466"/>
                  <a:pt x="1244" y="465"/>
                </a:cubicBezTo>
                <a:cubicBezTo>
                  <a:pt x="1244" y="467"/>
                  <a:pt x="1243" y="468"/>
                  <a:pt x="1242" y="468"/>
                </a:cubicBezTo>
                <a:cubicBezTo>
                  <a:pt x="1230" y="469"/>
                  <a:pt x="1219" y="479"/>
                  <a:pt x="1209" y="485"/>
                </a:cubicBezTo>
                <a:cubicBezTo>
                  <a:pt x="1212" y="487"/>
                  <a:pt x="1210" y="494"/>
                  <a:pt x="1208" y="496"/>
                </a:cubicBezTo>
                <a:cubicBezTo>
                  <a:pt x="1205" y="497"/>
                  <a:pt x="1202" y="498"/>
                  <a:pt x="1200" y="499"/>
                </a:cubicBezTo>
                <a:cubicBezTo>
                  <a:pt x="1200" y="504"/>
                  <a:pt x="1204" y="505"/>
                  <a:pt x="1203" y="510"/>
                </a:cubicBezTo>
                <a:cubicBezTo>
                  <a:pt x="1199" y="511"/>
                  <a:pt x="1195" y="513"/>
                  <a:pt x="1192" y="508"/>
                </a:cubicBezTo>
                <a:cubicBezTo>
                  <a:pt x="1188" y="507"/>
                  <a:pt x="1188" y="510"/>
                  <a:pt x="1184" y="510"/>
                </a:cubicBezTo>
                <a:cubicBezTo>
                  <a:pt x="1184" y="504"/>
                  <a:pt x="1184" y="504"/>
                  <a:pt x="1184" y="504"/>
                </a:cubicBezTo>
                <a:cubicBezTo>
                  <a:pt x="1192" y="501"/>
                  <a:pt x="1199" y="497"/>
                  <a:pt x="1204" y="491"/>
                </a:cubicBezTo>
                <a:cubicBezTo>
                  <a:pt x="1200" y="491"/>
                  <a:pt x="1199" y="495"/>
                  <a:pt x="1194" y="494"/>
                </a:cubicBezTo>
                <a:cubicBezTo>
                  <a:pt x="1194" y="493"/>
                  <a:pt x="1194" y="492"/>
                  <a:pt x="1193" y="492"/>
                </a:cubicBezTo>
                <a:cubicBezTo>
                  <a:pt x="1191" y="493"/>
                  <a:pt x="1189" y="495"/>
                  <a:pt x="1186" y="495"/>
                </a:cubicBezTo>
                <a:cubicBezTo>
                  <a:pt x="1184" y="494"/>
                  <a:pt x="1185" y="491"/>
                  <a:pt x="1182" y="490"/>
                </a:cubicBezTo>
                <a:cubicBezTo>
                  <a:pt x="1181" y="492"/>
                  <a:pt x="1181" y="496"/>
                  <a:pt x="1178" y="496"/>
                </a:cubicBezTo>
                <a:cubicBezTo>
                  <a:pt x="1180" y="496"/>
                  <a:pt x="1180" y="499"/>
                  <a:pt x="1179" y="501"/>
                </a:cubicBezTo>
                <a:cubicBezTo>
                  <a:pt x="1179" y="504"/>
                  <a:pt x="1172" y="505"/>
                  <a:pt x="1173" y="508"/>
                </a:cubicBezTo>
                <a:cubicBezTo>
                  <a:pt x="1177" y="507"/>
                  <a:pt x="1179" y="501"/>
                  <a:pt x="1183" y="504"/>
                </a:cubicBezTo>
                <a:cubicBezTo>
                  <a:pt x="1179" y="506"/>
                  <a:pt x="1175" y="509"/>
                  <a:pt x="1173" y="514"/>
                </a:cubicBezTo>
                <a:cubicBezTo>
                  <a:pt x="1170" y="513"/>
                  <a:pt x="1170" y="516"/>
                  <a:pt x="1168" y="516"/>
                </a:cubicBezTo>
                <a:cubicBezTo>
                  <a:pt x="1166" y="512"/>
                  <a:pt x="1166" y="512"/>
                  <a:pt x="1167" y="508"/>
                </a:cubicBezTo>
                <a:cubicBezTo>
                  <a:pt x="1159" y="508"/>
                  <a:pt x="1160" y="498"/>
                  <a:pt x="1156" y="494"/>
                </a:cubicBezTo>
                <a:cubicBezTo>
                  <a:pt x="1152" y="493"/>
                  <a:pt x="1153" y="496"/>
                  <a:pt x="1150" y="495"/>
                </a:cubicBezTo>
                <a:cubicBezTo>
                  <a:pt x="1150" y="493"/>
                  <a:pt x="1147" y="493"/>
                  <a:pt x="1147" y="492"/>
                </a:cubicBezTo>
                <a:cubicBezTo>
                  <a:pt x="1147" y="490"/>
                  <a:pt x="1149" y="486"/>
                  <a:pt x="1147" y="485"/>
                </a:cubicBezTo>
                <a:cubicBezTo>
                  <a:pt x="1146" y="487"/>
                  <a:pt x="1141" y="485"/>
                  <a:pt x="1140" y="484"/>
                </a:cubicBezTo>
                <a:cubicBezTo>
                  <a:pt x="1140" y="481"/>
                  <a:pt x="1140" y="478"/>
                  <a:pt x="1144" y="476"/>
                </a:cubicBezTo>
                <a:cubicBezTo>
                  <a:pt x="1139" y="475"/>
                  <a:pt x="1138" y="476"/>
                  <a:pt x="1134" y="477"/>
                </a:cubicBezTo>
                <a:cubicBezTo>
                  <a:pt x="1133" y="470"/>
                  <a:pt x="1145" y="471"/>
                  <a:pt x="1145" y="467"/>
                </a:cubicBezTo>
                <a:cubicBezTo>
                  <a:pt x="1135" y="466"/>
                  <a:pt x="1132" y="477"/>
                  <a:pt x="1127" y="481"/>
                </a:cubicBezTo>
                <a:cubicBezTo>
                  <a:pt x="1127" y="477"/>
                  <a:pt x="1127" y="477"/>
                  <a:pt x="1127" y="477"/>
                </a:cubicBezTo>
                <a:cubicBezTo>
                  <a:pt x="1123" y="478"/>
                  <a:pt x="1122" y="480"/>
                  <a:pt x="1119" y="481"/>
                </a:cubicBezTo>
                <a:cubicBezTo>
                  <a:pt x="1120" y="481"/>
                  <a:pt x="1118" y="482"/>
                  <a:pt x="1118" y="483"/>
                </a:cubicBezTo>
                <a:cubicBezTo>
                  <a:pt x="1120" y="484"/>
                  <a:pt x="1121" y="479"/>
                  <a:pt x="1123" y="482"/>
                </a:cubicBezTo>
                <a:cubicBezTo>
                  <a:pt x="1122" y="483"/>
                  <a:pt x="1121" y="485"/>
                  <a:pt x="1122" y="487"/>
                </a:cubicBezTo>
                <a:cubicBezTo>
                  <a:pt x="1123" y="489"/>
                  <a:pt x="1126" y="488"/>
                  <a:pt x="1127" y="490"/>
                </a:cubicBezTo>
                <a:cubicBezTo>
                  <a:pt x="1126" y="492"/>
                  <a:pt x="1125" y="494"/>
                  <a:pt x="1122" y="494"/>
                </a:cubicBezTo>
                <a:cubicBezTo>
                  <a:pt x="1122" y="493"/>
                  <a:pt x="1123" y="492"/>
                  <a:pt x="1122" y="492"/>
                </a:cubicBezTo>
                <a:cubicBezTo>
                  <a:pt x="1121" y="496"/>
                  <a:pt x="1117" y="492"/>
                  <a:pt x="1114" y="495"/>
                </a:cubicBezTo>
                <a:cubicBezTo>
                  <a:pt x="1115" y="494"/>
                  <a:pt x="1116" y="493"/>
                  <a:pt x="1116" y="492"/>
                </a:cubicBezTo>
                <a:cubicBezTo>
                  <a:pt x="1113" y="491"/>
                  <a:pt x="1112" y="493"/>
                  <a:pt x="1108" y="493"/>
                </a:cubicBezTo>
                <a:cubicBezTo>
                  <a:pt x="1107" y="497"/>
                  <a:pt x="1110" y="498"/>
                  <a:pt x="1112" y="499"/>
                </a:cubicBezTo>
                <a:cubicBezTo>
                  <a:pt x="1106" y="505"/>
                  <a:pt x="1101" y="501"/>
                  <a:pt x="1094" y="505"/>
                </a:cubicBezTo>
                <a:cubicBezTo>
                  <a:pt x="1094" y="504"/>
                  <a:pt x="1094" y="502"/>
                  <a:pt x="1093" y="502"/>
                </a:cubicBezTo>
                <a:cubicBezTo>
                  <a:pt x="1092" y="505"/>
                  <a:pt x="1090" y="508"/>
                  <a:pt x="1086" y="508"/>
                </a:cubicBezTo>
                <a:cubicBezTo>
                  <a:pt x="1086" y="508"/>
                  <a:pt x="1085" y="507"/>
                  <a:pt x="1085" y="507"/>
                </a:cubicBezTo>
                <a:cubicBezTo>
                  <a:pt x="1089" y="500"/>
                  <a:pt x="1096" y="497"/>
                  <a:pt x="1104" y="494"/>
                </a:cubicBezTo>
                <a:cubicBezTo>
                  <a:pt x="1104" y="490"/>
                  <a:pt x="1109" y="491"/>
                  <a:pt x="1111" y="488"/>
                </a:cubicBezTo>
                <a:cubicBezTo>
                  <a:pt x="1100" y="492"/>
                  <a:pt x="1093" y="498"/>
                  <a:pt x="1083" y="499"/>
                </a:cubicBezTo>
                <a:cubicBezTo>
                  <a:pt x="1083" y="498"/>
                  <a:pt x="1082" y="496"/>
                  <a:pt x="1080" y="496"/>
                </a:cubicBezTo>
                <a:cubicBezTo>
                  <a:pt x="1080" y="500"/>
                  <a:pt x="1077" y="501"/>
                  <a:pt x="1075" y="498"/>
                </a:cubicBezTo>
                <a:cubicBezTo>
                  <a:pt x="1075" y="502"/>
                  <a:pt x="1070" y="500"/>
                  <a:pt x="1070" y="504"/>
                </a:cubicBezTo>
                <a:cubicBezTo>
                  <a:pt x="1071" y="504"/>
                  <a:pt x="1072" y="505"/>
                  <a:pt x="1072" y="506"/>
                </a:cubicBezTo>
                <a:cubicBezTo>
                  <a:pt x="1068" y="506"/>
                  <a:pt x="1068" y="510"/>
                  <a:pt x="1066" y="511"/>
                </a:cubicBezTo>
                <a:cubicBezTo>
                  <a:pt x="1054" y="509"/>
                  <a:pt x="1047" y="530"/>
                  <a:pt x="1036" y="521"/>
                </a:cubicBezTo>
                <a:cubicBezTo>
                  <a:pt x="1048" y="505"/>
                  <a:pt x="1064" y="499"/>
                  <a:pt x="1084" y="493"/>
                </a:cubicBezTo>
                <a:cubicBezTo>
                  <a:pt x="1088" y="495"/>
                  <a:pt x="1101" y="492"/>
                  <a:pt x="1103" y="487"/>
                </a:cubicBezTo>
                <a:cubicBezTo>
                  <a:pt x="1101" y="484"/>
                  <a:pt x="1097" y="487"/>
                  <a:pt x="1095" y="485"/>
                </a:cubicBezTo>
                <a:cubicBezTo>
                  <a:pt x="1098" y="482"/>
                  <a:pt x="1097" y="480"/>
                  <a:pt x="1096" y="477"/>
                </a:cubicBezTo>
                <a:cubicBezTo>
                  <a:pt x="1096" y="479"/>
                  <a:pt x="1090" y="480"/>
                  <a:pt x="1089" y="479"/>
                </a:cubicBezTo>
                <a:cubicBezTo>
                  <a:pt x="1093" y="475"/>
                  <a:pt x="1099" y="467"/>
                  <a:pt x="1101" y="463"/>
                </a:cubicBezTo>
                <a:cubicBezTo>
                  <a:pt x="1094" y="466"/>
                  <a:pt x="1087" y="474"/>
                  <a:pt x="1081" y="469"/>
                </a:cubicBezTo>
                <a:cubicBezTo>
                  <a:pt x="1082" y="477"/>
                  <a:pt x="1084" y="475"/>
                  <a:pt x="1083" y="483"/>
                </a:cubicBezTo>
                <a:cubicBezTo>
                  <a:pt x="1078" y="485"/>
                  <a:pt x="1073" y="492"/>
                  <a:pt x="1066" y="489"/>
                </a:cubicBezTo>
                <a:cubicBezTo>
                  <a:pt x="1074" y="487"/>
                  <a:pt x="1061" y="482"/>
                  <a:pt x="1067" y="480"/>
                </a:cubicBezTo>
                <a:cubicBezTo>
                  <a:pt x="1058" y="477"/>
                  <a:pt x="1056" y="487"/>
                  <a:pt x="1049" y="489"/>
                </a:cubicBezTo>
                <a:cubicBezTo>
                  <a:pt x="1044" y="477"/>
                  <a:pt x="1060" y="474"/>
                  <a:pt x="1067" y="467"/>
                </a:cubicBezTo>
                <a:cubicBezTo>
                  <a:pt x="1061" y="466"/>
                  <a:pt x="1059" y="471"/>
                  <a:pt x="1053" y="471"/>
                </a:cubicBezTo>
                <a:cubicBezTo>
                  <a:pt x="1053" y="469"/>
                  <a:pt x="1059" y="468"/>
                  <a:pt x="1057" y="467"/>
                </a:cubicBezTo>
                <a:cubicBezTo>
                  <a:pt x="1053" y="469"/>
                  <a:pt x="1047" y="472"/>
                  <a:pt x="1042" y="471"/>
                </a:cubicBezTo>
                <a:cubicBezTo>
                  <a:pt x="1040" y="468"/>
                  <a:pt x="1047" y="468"/>
                  <a:pt x="1044" y="466"/>
                </a:cubicBezTo>
                <a:cubicBezTo>
                  <a:pt x="1042" y="469"/>
                  <a:pt x="1039" y="470"/>
                  <a:pt x="1036" y="471"/>
                </a:cubicBezTo>
                <a:cubicBezTo>
                  <a:pt x="1035" y="474"/>
                  <a:pt x="1036" y="473"/>
                  <a:pt x="1036" y="477"/>
                </a:cubicBezTo>
                <a:cubicBezTo>
                  <a:pt x="1031" y="479"/>
                  <a:pt x="1028" y="483"/>
                  <a:pt x="1022" y="483"/>
                </a:cubicBezTo>
                <a:cubicBezTo>
                  <a:pt x="1012" y="476"/>
                  <a:pt x="1004" y="492"/>
                  <a:pt x="995" y="493"/>
                </a:cubicBezTo>
                <a:cubicBezTo>
                  <a:pt x="995" y="493"/>
                  <a:pt x="995" y="494"/>
                  <a:pt x="993" y="493"/>
                </a:cubicBezTo>
                <a:cubicBezTo>
                  <a:pt x="993" y="493"/>
                  <a:pt x="994" y="493"/>
                  <a:pt x="995" y="493"/>
                </a:cubicBezTo>
                <a:cubicBezTo>
                  <a:pt x="994" y="492"/>
                  <a:pt x="993" y="490"/>
                  <a:pt x="994" y="490"/>
                </a:cubicBezTo>
                <a:cubicBezTo>
                  <a:pt x="996" y="486"/>
                  <a:pt x="1004" y="483"/>
                  <a:pt x="999" y="478"/>
                </a:cubicBezTo>
                <a:cubicBezTo>
                  <a:pt x="995" y="481"/>
                  <a:pt x="990" y="480"/>
                  <a:pt x="986" y="483"/>
                </a:cubicBezTo>
                <a:cubicBezTo>
                  <a:pt x="986" y="490"/>
                  <a:pt x="982" y="493"/>
                  <a:pt x="977" y="494"/>
                </a:cubicBezTo>
                <a:cubicBezTo>
                  <a:pt x="977" y="498"/>
                  <a:pt x="980" y="498"/>
                  <a:pt x="980" y="502"/>
                </a:cubicBezTo>
                <a:cubicBezTo>
                  <a:pt x="977" y="504"/>
                  <a:pt x="971" y="509"/>
                  <a:pt x="968" y="505"/>
                </a:cubicBezTo>
                <a:cubicBezTo>
                  <a:pt x="975" y="501"/>
                  <a:pt x="976" y="488"/>
                  <a:pt x="979" y="482"/>
                </a:cubicBezTo>
                <a:cubicBezTo>
                  <a:pt x="980" y="482"/>
                  <a:pt x="981" y="483"/>
                  <a:pt x="982" y="483"/>
                </a:cubicBezTo>
                <a:cubicBezTo>
                  <a:pt x="987" y="475"/>
                  <a:pt x="1000" y="476"/>
                  <a:pt x="1005" y="467"/>
                </a:cubicBezTo>
                <a:cubicBezTo>
                  <a:pt x="1000" y="465"/>
                  <a:pt x="999" y="471"/>
                  <a:pt x="996" y="468"/>
                </a:cubicBezTo>
                <a:cubicBezTo>
                  <a:pt x="998" y="466"/>
                  <a:pt x="998" y="464"/>
                  <a:pt x="997" y="463"/>
                </a:cubicBezTo>
                <a:cubicBezTo>
                  <a:pt x="993" y="468"/>
                  <a:pt x="992" y="476"/>
                  <a:pt x="985" y="476"/>
                </a:cubicBezTo>
                <a:cubicBezTo>
                  <a:pt x="982" y="476"/>
                  <a:pt x="983" y="472"/>
                  <a:pt x="980" y="474"/>
                </a:cubicBezTo>
                <a:cubicBezTo>
                  <a:pt x="980" y="470"/>
                  <a:pt x="980" y="470"/>
                  <a:pt x="980" y="470"/>
                </a:cubicBezTo>
                <a:cubicBezTo>
                  <a:pt x="978" y="470"/>
                  <a:pt x="976" y="473"/>
                  <a:pt x="975" y="470"/>
                </a:cubicBezTo>
                <a:cubicBezTo>
                  <a:pt x="980" y="468"/>
                  <a:pt x="982" y="453"/>
                  <a:pt x="988" y="457"/>
                </a:cubicBezTo>
                <a:cubicBezTo>
                  <a:pt x="988" y="455"/>
                  <a:pt x="990" y="453"/>
                  <a:pt x="993" y="451"/>
                </a:cubicBezTo>
                <a:cubicBezTo>
                  <a:pt x="1007" y="446"/>
                  <a:pt x="1018" y="439"/>
                  <a:pt x="1033" y="433"/>
                </a:cubicBezTo>
                <a:cubicBezTo>
                  <a:pt x="1035" y="435"/>
                  <a:pt x="1033" y="435"/>
                  <a:pt x="1032" y="437"/>
                </a:cubicBezTo>
                <a:cubicBezTo>
                  <a:pt x="1043" y="428"/>
                  <a:pt x="1057" y="419"/>
                  <a:pt x="1073" y="417"/>
                </a:cubicBezTo>
                <a:cubicBezTo>
                  <a:pt x="1079" y="415"/>
                  <a:pt x="1084" y="406"/>
                  <a:pt x="1092" y="407"/>
                </a:cubicBezTo>
                <a:cubicBezTo>
                  <a:pt x="1094" y="401"/>
                  <a:pt x="1100" y="400"/>
                  <a:pt x="1106" y="398"/>
                </a:cubicBezTo>
                <a:cubicBezTo>
                  <a:pt x="1105" y="404"/>
                  <a:pt x="1099" y="401"/>
                  <a:pt x="1095" y="406"/>
                </a:cubicBezTo>
                <a:cubicBezTo>
                  <a:pt x="1097" y="407"/>
                  <a:pt x="1096" y="410"/>
                  <a:pt x="1098" y="411"/>
                </a:cubicBezTo>
                <a:cubicBezTo>
                  <a:pt x="1103" y="409"/>
                  <a:pt x="1105" y="404"/>
                  <a:pt x="1109" y="402"/>
                </a:cubicBezTo>
                <a:cubicBezTo>
                  <a:pt x="1110" y="403"/>
                  <a:pt x="1111" y="404"/>
                  <a:pt x="1110" y="405"/>
                </a:cubicBezTo>
                <a:cubicBezTo>
                  <a:pt x="1113" y="405"/>
                  <a:pt x="1114" y="404"/>
                  <a:pt x="1118" y="404"/>
                </a:cubicBezTo>
                <a:cubicBezTo>
                  <a:pt x="1117" y="397"/>
                  <a:pt x="1121" y="395"/>
                  <a:pt x="1125" y="392"/>
                </a:cubicBezTo>
                <a:cubicBezTo>
                  <a:pt x="1122" y="392"/>
                  <a:pt x="1120" y="394"/>
                  <a:pt x="1117" y="394"/>
                </a:cubicBezTo>
                <a:cubicBezTo>
                  <a:pt x="1117" y="393"/>
                  <a:pt x="1116" y="393"/>
                  <a:pt x="1116" y="392"/>
                </a:cubicBezTo>
                <a:cubicBezTo>
                  <a:pt x="1121" y="387"/>
                  <a:pt x="1128" y="383"/>
                  <a:pt x="1136" y="382"/>
                </a:cubicBezTo>
                <a:cubicBezTo>
                  <a:pt x="1134" y="384"/>
                  <a:pt x="1142" y="385"/>
                  <a:pt x="1137" y="389"/>
                </a:cubicBezTo>
                <a:cubicBezTo>
                  <a:pt x="1138" y="386"/>
                  <a:pt x="1134" y="386"/>
                  <a:pt x="1136" y="389"/>
                </a:cubicBezTo>
                <a:cubicBezTo>
                  <a:pt x="1133" y="390"/>
                  <a:pt x="1138" y="387"/>
                  <a:pt x="1137" y="390"/>
                </a:cubicBezTo>
                <a:cubicBezTo>
                  <a:pt x="1136" y="394"/>
                  <a:pt x="1131" y="397"/>
                  <a:pt x="1132" y="400"/>
                </a:cubicBezTo>
                <a:cubicBezTo>
                  <a:pt x="1132" y="397"/>
                  <a:pt x="1135" y="398"/>
                  <a:pt x="1136" y="400"/>
                </a:cubicBezTo>
                <a:cubicBezTo>
                  <a:pt x="1135" y="402"/>
                  <a:pt x="1131" y="402"/>
                  <a:pt x="1132" y="405"/>
                </a:cubicBezTo>
                <a:cubicBezTo>
                  <a:pt x="1135" y="407"/>
                  <a:pt x="1136" y="402"/>
                  <a:pt x="1136" y="404"/>
                </a:cubicBezTo>
                <a:cubicBezTo>
                  <a:pt x="1137" y="407"/>
                  <a:pt x="1134" y="407"/>
                  <a:pt x="1135" y="410"/>
                </a:cubicBezTo>
                <a:cubicBezTo>
                  <a:pt x="1138" y="411"/>
                  <a:pt x="1143" y="405"/>
                  <a:pt x="1146" y="403"/>
                </a:cubicBezTo>
                <a:cubicBezTo>
                  <a:pt x="1144" y="400"/>
                  <a:pt x="1139" y="405"/>
                  <a:pt x="1137" y="403"/>
                </a:cubicBezTo>
                <a:cubicBezTo>
                  <a:pt x="1147" y="401"/>
                  <a:pt x="1150" y="392"/>
                  <a:pt x="1158" y="387"/>
                </a:cubicBezTo>
                <a:cubicBezTo>
                  <a:pt x="1156" y="387"/>
                  <a:pt x="1154" y="387"/>
                  <a:pt x="1154" y="386"/>
                </a:cubicBezTo>
                <a:cubicBezTo>
                  <a:pt x="1160" y="382"/>
                  <a:pt x="1155" y="378"/>
                  <a:pt x="1162" y="374"/>
                </a:cubicBezTo>
                <a:cubicBezTo>
                  <a:pt x="1159" y="373"/>
                  <a:pt x="1157" y="376"/>
                  <a:pt x="1157" y="373"/>
                </a:cubicBezTo>
                <a:cubicBezTo>
                  <a:pt x="1159" y="370"/>
                  <a:pt x="1166" y="366"/>
                  <a:pt x="1165" y="364"/>
                </a:cubicBezTo>
                <a:cubicBezTo>
                  <a:pt x="1164" y="363"/>
                  <a:pt x="1155" y="366"/>
                  <a:pt x="1153" y="370"/>
                </a:cubicBezTo>
                <a:cubicBezTo>
                  <a:pt x="1152" y="370"/>
                  <a:pt x="1151" y="369"/>
                  <a:pt x="1149" y="368"/>
                </a:cubicBezTo>
                <a:cubicBezTo>
                  <a:pt x="1146" y="370"/>
                  <a:pt x="1145" y="373"/>
                  <a:pt x="1140" y="373"/>
                </a:cubicBezTo>
                <a:cubicBezTo>
                  <a:pt x="1140" y="371"/>
                  <a:pt x="1141" y="367"/>
                  <a:pt x="1139" y="366"/>
                </a:cubicBezTo>
                <a:cubicBezTo>
                  <a:pt x="1129" y="369"/>
                  <a:pt x="1120" y="381"/>
                  <a:pt x="1111" y="377"/>
                </a:cubicBezTo>
                <a:cubicBezTo>
                  <a:pt x="1104" y="387"/>
                  <a:pt x="1093" y="386"/>
                  <a:pt x="1083" y="390"/>
                </a:cubicBezTo>
                <a:cubicBezTo>
                  <a:pt x="1083" y="400"/>
                  <a:pt x="1069" y="397"/>
                  <a:pt x="1063" y="403"/>
                </a:cubicBezTo>
                <a:cubicBezTo>
                  <a:pt x="1061" y="400"/>
                  <a:pt x="1065" y="398"/>
                  <a:pt x="1061" y="397"/>
                </a:cubicBezTo>
                <a:cubicBezTo>
                  <a:pt x="1069" y="390"/>
                  <a:pt x="1076" y="376"/>
                  <a:pt x="1091" y="383"/>
                </a:cubicBezTo>
                <a:cubicBezTo>
                  <a:pt x="1093" y="381"/>
                  <a:pt x="1094" y="379"/>
                  <a:pt x="1098" y="378"/>
                </a:cubicBezTo>
                <a:cubicBezTo>
                  <a:pt x="1099" y="375"/>
                  <a:pt x="1097" y="376"/>
                  <a:pt x="1096" y="375"/>
                </a:cubicBezTo>
                <a:cubicBezTo>
                  <a:pt x="1099" y="373"/>
                  <a:pt x="1099" y="373"/>
                  <a:pt x="1098" y="370"/>
                </a:cubicBezTo>
                <a:cubicBezTo>
                  <a:pt x="1102" y="369"/>
                  <a:pt x="1104" y="366"/>
                  <a:pt x="1109" y="365"/>
                </a:cubicBezTo>
                <a:cubicBezTo>
                  <a:pt x="1112" y="365"/>
                  <a:pt x="1111" y="369"/>
                  <a:pt x="1114" y="369"/>
                </a:cubicBezTo>
                <a:cubicBezTo>
                  <a:pt x="1120" y="367"/>
                  <a:pt x="1124" y="363"/>
                  <a:pt x="1126" y="357"/>
                </a:cubicBezTo>
                <a:cubicBezTo>
                  <a:pt x="1121" y="356"/>
                  <a:pt x="1122" y="353"/>
                  <a:pt x="1122" y="350"/>
                </a:cubicBezTo>
                <a:cubicBezTo>
                  <a:pt x="1117" y="349"/>
                  <a:pt x="1117" y="344"/>
                  <a:pt x="1111" y="345"/>
                </a:cubicBezTo>
                <a:cubicBezTo>
                  <a:pt x="1111" y="342"/>
                  <a:pt x="1109" y="342"/>
                  <a:pt x="1110" y="339"/>
                </a:cubicBezTo>
                <a:cubicBezTo>
                  <a:pt x="1115" y="336"/>
                  <a:pt x="1120" y="333"/>
                  <a:pt x="1126" y="330"/>
                </a:cubicBezTo>
                <a:cubicBezTo>
                  <a:pt x="1125" y="323"/>
                  <a:pt x="1139" y="315"/>
                  <a:pt x="1144" y="318"/>
                </a:cubicBezTo>
                <a:cubicBezTo>
                  <a:pt x="1143" y="320"/>
                  <a:pt x="1139" y="320"/>
                  <a:pt x="1138" y="322"/>
                </a:cubicBezTo>
                <a:cubicBezTo>
                  <a:pt x="1147" y="322"/>
                  <a:pt x="1152" y="319"/>
                  <a:pt x="1158" y="315"/>
                </a:cubicBezTo>
                <a:cubicBezTo>
                  <a:pt x="1156" y="304"/>
                  <a:pt x="1167" y="311"/>
                  <a:pt x="1167" y="304"/>
                </a:cubicBezTo>
                <a:cubicBezTo>
                  <a:pt x="1159" y="307"/>
                  <a:pt x="1154" y="304"/>
                  <a:pt x="1147" y="308"/>
                </a:cubicBezTo>
                <a:cubicBezTo>
                  <a:pt x="1144" y="309"/>
                  <a:pt x="1142" y="315"/>
                  <a:pt x="1139" y="316"/>
                </a:cubicBezTo>
                <a:cubicBezTo>
                  <a:pt x="1139" y="316"/>
                  <a:pt x="1118" y="311"/>
                  <a:pt x="1116" y="311"/>
                </a:cubicBezTo>
                <a:cubicBezTo>
                  <a:pt x="1115" y="312"/>
                  <a:pt x="1112" y="316"/>
                  <a:pt x="1110" y="316"/>
                </a:cubicBezTo>
                <a:cubicBezTo>
                  <a:pt x="1107" y="317"/>
                  <a:pt x="1104" y="317"/>
                  <a:pt x="1102" y="321"/>
                </a:cubicBezTo>
                <a:cubicBezTo>
                  <a:pt x="1095" y="314"/>
                  <a:pt x="1088" y="326"/>
                  <a:pt x="1081" y="327"/>
                </a:cubicBezTo>
                <a:cubicBezTo>
                  <a:pt x="1076" y="326"/>
                  <a:pt x="1073" y="326"/>
                  <a:pt x="1070" y="324"/>
                </a:cubicBezTo>
                <a:cubicBezTo>
                  <a:pt x="1073" y="318"/>
                  <a:pt x="1078" y="314"/>
                  <a:pt x="1085" y="311"/>
                </a:cubicBezTo>
                <a:cubicBezTo>
                  <a:pt x="1087" y="312"/>
                  <a:pt x="1087" y="314"/>
                  <a:pt x="1089" y="315"/>
                </a:cubicBezTo>
                <a:cubicBezTo>
                  <a:pt x="1089" y="311"/>
                  <a:pt x="1089" y="312"/>
                  <a:pt x="1090" y="309"/>
                </a:cubicBezTo>
                <a:cubicBezTo>
                  <a:pt x="1098" y="307"/>
                  <a:pt x="1102" y="300"/>
                  <a:pt x="1108" y="295"/>
                </a:cubicBezTo>
                <a:cubicBezTo>
                  <a:pt x="1104" y="295"/>
                  <a:pt x="1104" y="297"/>
                  <a:pt x="1102" y="295"/>
                </a:cubicBezTo>
                <a:cubicBezTo>
                  <a:pt x="1107" y="291"/>
                  <a:pt x="1113" y="287"/>
                  <a:pt x="1121" y="285"/>
                </a:cubicBezTo>
                <a:cubicBezTo>
                  <a:pt x="1121" y="289"/>
                  <a:pt x="1124" y="288"/>
                  <a:pt x="1126" y="287"/>
                </a:cubicBezTo>
                <a:cubicBezTo>
                  <a:pt x="1126" y="286"/>
                  <a:pt x="1126" y="283"/>
                  <a:pt x="1125" y="282"/>
                </a:cubicBezTo>
                <a:cubicBezTo>
                  <a:pt x="1125" y="283"/>
                  <a:pt x="1120" y="283"/>
                  <a:pt x="1121" y="282"/>
                </a:cubicBezTo>
                <a:cubicBezTo>
                  <a:pt x="1121" y="281"/>
                  <a:pt x="1120" y="281"/>
                  <a:pt x="1120" y="280"/>
                </a:cubicBezTo>
                <a:cubicBezTo>
                  <a:pt x="1126" y="276"/>
                  <a:pt x="1130" y="273"/>
                  <a:pt x="1130" y="267"/>
                </a:cubicBezTo>
                <a:cubicBezTo>
                  <a:pt x="1126" y="267"/>
                  <a:pt x="1126" y="262"/>
                  <a:pt x="1122" y="262"/>
                </a:cubicBezTo>
                <a:cubicBezTo>
                  <a:pt x="1125" y="256"/>
                  <a:pt x="1132" y="253"/>
                  <a:pt x="1135" y="246"/>
                </a:cubicBezTo>
                <a:cubicBezTo>
                  <a:pt x="1123" y="249"/>
                  <a:pt x="1107" y="239"/>
                  <a:pt x="1098" y="249"/>
                </a:cubicBezTo>
                <a:cubicBezTo>
                  <a:pt x="1100" y="249"/>
                  <a:pt x="1099" y="253"/>
                  <a:pt x="1101" y="254"/>
                </a:cubicBezTo>
                <a:cubicBezTo>
                  <a:pt x="1096" y="256"/>
                  <a:pt x="1087" y="262"/>
                  <a:pt x="1082" y="259"/>
                </a:cubicBezTo>
                <a:cubicBezTo>
                  <a:pt x="1082" y="253"/>
                  <a:pt x="1083" y="249"/>
                  <a:pt x="1088" y="248"/>
                </a:cubicBezTo>
                <a:cubicBezTo>
                  <a:pt x="1093" y="241"/>
                  <a:pt x="1097" y="232"/>
                  <a:pt x="1099" y="224"/>
                </a:cubicBezTo>
                <a:cubicBezTo>
                  <a:pt x="1094" y="223"/>
                  <a:pt x="1092" y="222"/>
                  <a:pt x="1086" y="223"/>
                </a:cubicBezTo>
                <a:cubicBezTo>
                  <a:pt x="1085" y="221"/>
                  <a:pt x="1084" y="219"/>
                  <a:pt x="1083" y="216"/>
                </a:cubicBezTo>
                <a:cubicBezTo>
                  <a:pt x="1085" y="215"/>
                  <a:pt x="1087" y="214"/>
                  <a:pt x="1088" y="212"/>
                </a:cubicBezTo>
                <a:cubicBezTo>
                  <a:pt x="1077" y="213"/>
                  <a:pt x="1065" y="213"/>
                  <a:pt x="1061" y="223"/>
                </a:cubicBezTo>
                <a:cubicBezTo>
                  <a:pt x="1063" y="227"/>
                  <a:pt x="1066" y="228"/>
                  <a:pt x="1067" y="233"/>
                </a:cubicBezTo>
                <a:cubicBezTo>
                  <a:pt x="1062" y="235"/>
                  <a:pt x="1053" y="238"/>
                  <a:pt x="1047" y="235"/>
                </a:cubicBezTo>
                <a:cubicBezTo>
                  <a:pt x="1048" y="233"/>
                  <a:pt x="1050" y="230"/>
                  <a:pt x="1052" y="228"/>
                </a:cubicBezTo>
                <a:cubicBezTo>
                  <a:pt x="1049" y="228"/>
                  <a:pt x="1049" y="232"/>
                  <a:pt x="1046" y="233"/>
                </a:cubicBezTo>
                <a:cubicBezTo>
                  <a:pt x="1046" y="230"/>
                  <a:pt x="1043" y="230"/>
                  <a:pt x="1042" y="229"/>
                </a:cubicBezTo>
                <a:cubicBezTo>
                  <a:pt x="1047" y="219"/>
                  <a:pt x="1049" y="222"/>
                  <a:pt x="1051" y="211"/>
                </a:cubicBezTo>
                <a:cubicBezTo>
                  <a:pt x="1047" y="209"/>
                  <a:pt x="1038" y="216"/>
                  <a:pt x="1035" y="211"/>
                </a:cubicBezTo>
                <a:cubicBezTo>
                  <a:pt x="1035" y="210"/>
                  <a:pt x="1036" y="210"/>
                  <a:pt x="1037" y="208"/>
                </a:cubicBezTo>
                <a:cubicBezTo>
                  <a:pt x="1027" y="209"/>
                  <a:pt x="1025" y="218"/>
                  <a:pt x="1019" y="222"/>
                </a:cubicBezTo>
                <a:cubicBezTo>
                  <a:pt x="1014" y="227"/>
                  <a:pt x="1006" y="228"/>
                  <a:pt x="997" y="229"/>
                </a:cubicBezTo>
                <a:cubicBezTo>
                  <a:pt x="997" y="227"/>
                  <a:pt x="999" y="226"/>
                  <a:pt x="997" y="224"/>
                </a:cubicBezTo>
                <a:cubicBezTo>
                  <a:pt x="988" y="224"/>
                  <a:pt x="984" y="232"/>
                  <a:pt x="973" y="233"/>
                </a:cubicBezTo>
                <a:cubicBezTo>
                  <a:pt x="973" y="229"/>
                  <a:pt x="975" y="229"/>
                  <a:pt x="973" y="226"/>
                </a:cubicBezTo>
                <a:cubicBezTo>
                  <a:pt x="969" y="225"/>
                  <a:pt x="970" y="230"/>
                  <a:pt x="965" y="229"/>
                </a:cubicBezTo>
                <a:cubicBezTo>
                  <a:pt x="965" y="228"/>
                  <a:pt x="964" y="228"/>
                  <a:pt x="964" y="227"/>
                </a:cubicBezTo>
                <a:cubicBezTo>
                  <a:pt x="967" y="224"/>
                  <a:pt x="968" y="220"/>
                  <a:pt x="972" y="220"/>
                </a:cubicBezTo>
                <a:cubicBezTo>
                  <a:pt x="972" y="217"/>
                  <a:pt x="971" y="215"/>
                  <a:pt x="970" y="214"/>
                </a:cubicBezTo>
                <a:cubicBezTo>
                  <a:pt x="972" y="210"/>
                  <a:pt x="976" y="208"/>
                  <a:pt x="981" y="210"/>
                </a:cubicBezTo>
                <a:cubicBezTo>
                  <a:pt x="982" y="203"/>
                  <a:pt x="991" y="205"/>
                  <a:pt x="994" y="200"/>
                </a:cubicBezTo>
                <a:cubicBezTo>
                  <a:pt x="996" y="202"/>
                  <a:pt x="993" y="203"/>
                  <a:pt x="995" y="205"/>
                </a:cubicBezTo>
                <a:cubicBezTo>
                  <a:pt x="1000" y="205"/>
                  <a:pt x="1003" y="198"/>
                  <a:pt x="1007" y="202"/>
                </a:cubicBezTo>
                <a:cubicBezTo>
                  <a:pt x="1006" y="203"/>
                  <a:pt x="1007" y="206"/>
                  <a:pt x="1005" y="207"/>
                </a:cubicBezTo>
                <a:cubicBezTo>
                  <a:pt x="1008" y="208"/>
                  <a:pt x="1008" y="211"/>
                  <a:pt x="1012" y="210"/>
                </a:cubicBezTo>
                <a:cubicBezTo>
                  <a:pt x="1012" y="207"/>
                  <a:pt x="1012" y="207"/>
                  <a:pt x="1012" y="207"/>
                </a:cubicBezTo>
                <a:cubicBezTo>
                  <a:pt x="1012" y="205"/>
                  <a:pt x="1009" y="206"/>
                  <a:pt x="1009" y="205"/>
                </a:cubicBezTo>
                <a:cubicBezTo>
                  <a:pt x="1010" y="202"/>
                  <a:pt x="1011" y="203"/>
                  <a:pt x="1010" y="200"/>
                </a:cubicBezTo>
                <a:cubicBezTo>
                  <a:pt x="1022" y="195"/>
                  <a:pt x="1030" y="186"/>
                  <a:pt x="1037" y="176"/>
                </a:cubicBezTo>
                <a:cubicBezTo>
                  <a:pt x="1021" y="180"/>
                  <a:pt x="1012" y="194"/>
                  <a:pt x="998" y="197"/>
                </a:cubicBezTo>
                <a:cubicBezTo>
                  <a:pt x="1000" y="195"/>
                  <a:pt x="1002" y="194"/>
                  <a:pt x="1004" y="192"/>
                </a:cubicBezTo>
                <a:cubicBezTo>
                  <a:pt x="992" y="198"/>
                  <a:pt x="975" y="200"/>
                  <a:pt x="965" y="209"/>
                </a:cubicBezTo>
                <a:cubicBezTo>
                  <a:pt x="959" y="208"/>
                  <a:pt x="956" y="205"/>
                  <a:pt x="954" y="200"/>
                </a:cubicBezTo>
                <a:cubicBezTo>
                  <a:pt x="956" y="192"/>
                  <a:pt x="966" y="192"/>
                  <a:pt x="969" y="185"/>
                </a:cubicBezTo>
                <a:cubicBezTo>
                  <a:pt x="961" y="190"/>
                  <a:pt x="951" y="197"/>
                  <a:pt x="940" y="196"/>
                </a:cubicBezTo>
                <a:cubicBezTo>
                  <a:pt x="940" y="190"/>
                  <a:pt x="946" y="191"/>
                  <a:pt x="949" y="188"/>
                </a:cubicBezTo>
                <a:cubicBezTo>
                  <a:pt x="945" y="187"/>
                  <a:pt x="941" y="190"/>
                  <a:pt x="939" y="188"/>
                </a:cubicBezTo>
                <a:cubicBezTo>
                  <a:pt x="955" y="185"/>
                  <a:pt x="955" y="167"/>
                  <a:pt x="972" y="168"/>
                </a:cubicBezTo>
                <a:cubicBezTo>
                  <a:pt x="973" y="161"/>
                  <a:pt x="983" y="156"/>
                  <a:pt x="990" y="162"/>
                </a:cubicBezTo>
                <a:cubicBezTo>
                  <a:pt x="1000" y="158"/>
                  <a:pt x="993" y="135"/>
                  <a:pt x="1009" y="139"/>
                </a:cubicBezTo>
                <a:cubicBezTo>
                  <a:pt x="1006" y="143"/>
                  <a:pt x="1004" y="147"/>
                  <a:pt x="1002" y="152"/>
                </a:cubicBezTo>
                <a:cubicBezTo>
                  <a:pt x="1002" y="155"/>
                  <a:pt x="1007" y="157"/>
                  <a:pt x="1004" y="160"/>
                </a:cubicBezTo>
                <a:cubicBezTo>
                  <a:pt x="1010" y="160"/>
                  <a:pt x="1014" y="152"/>
                  <a:pt x="1021" y="155"/>
                </a:cubicBezTo>
                <a:cubicBezTo>
                  <a:pt x="1021" y="158"/>
                  <a:pt x="1018" y="156"/>
                  <a:pt x="1017" y="158"/>
                </a:cubicBezTo>
                <a:cubicBezTo>
                  <a:pt x="1029" y="158"/>
                  <a:pt x="1033" y="150"/>
                  <a:pt x="1038" y="143"/>
                </a:cubicBezTo>
                <a:cubicBezTo>
                  <a:pt x="1034" y="137"/>
                  <a:pt x="1039" y="133"/>
                  <a:pt x="1041" y="130"/>
                </a:cubicBezTo>
                <a:cubicBezTo>
                  <a:pt x="1034" y="132"/>
                  <a:pt x="1025" y="134"/>
                  <a:pt x="1022" y="128"/>
                </a:cubicBezTo>
                <a:cubicBezTo>
                  <a:pt x="1024" y="126"/>
                  <a:pt x="1025" y="125"/>
                  <a:pt x="1027" y="124"/>
                </a:cubicBezTo>
                <a:cubicBezTo>
                  <a:pt x="1024" y="123"/>
                  <a:pt x="1021" y="121"/>
                  <a:pt x="1016" y="122"/>
                </a:cubicBezTo>
                <a:cubicBezTo>
                  <a:pt x="1016" y="121"/>
                  <a:pt x="1017" y="120"/>
                  <a:pt x="1017" y="119"/>
                </a:cubicBezTo>
                <a:cubicBezTo>
                  <a:pt x="1014" y="118"/>
                  <a:pt x="1010" y="119"/>
                  <a:pt x="1007" y="121"/>
                </a:cubicBezTo>
                <a:cubicBezTo>
                  <a:pt x="1011" y="128"/>
                  <a:pt x="1002" y="129"/>
                  <a:pt x="997" y="131"/>
                </a:cubicBezTo>
                <a:cubicBezTo>
                  <a:pt x="997" y="128"/>
                  <a:pt x="1000" y="129"/>
                  <a:pt x="1000" y="127"/>
                </a:cubicBezTo>
                <a:cubicBezTo>
                  <a:pt x="997" y="126"/>
                  <a:pt x="993" y="128"/>
                  <a:pt x="992" y="126"/>
                </a:cubicBezTo>
                <a:cubicBezTo>
                  <a:pt x="990" y="124"/>
                  <a:pt x="993" y="121"/>
                  <a:pt x="991" y="119"/>
                </a:cubicBezTo>
                <a:cubicBezTo>
                  <a:pt x="979" y="119"/>
                  <a:pt x="971" y="128"/>
                  <a:pt x="960" y="125"/>
                </a:cubicBezTo>
                <a:cubicBezTo>
                  <a:pt x="962" y="117"/>
                  <a:pt x="978" y="122"/>
                  <a:pt x="980" y="113"/>
                </a:cubicBezTo>
                <a:cubicBezTo>
                  <a:pt x="976" y="111"/>
                  <a:pt x="976" y="112"/>
                  <a:pt x="978" y="109"/>
                </a:cubicBezTo>
                <a:cubicBezTo>
                  <a:pt x="976" y="107"/>
                  <a:pt x="967" y="113"/>
                  <a:pt x="964" y="108"/>
                </a:cubicBezTo>
                <a:cubicBezTo>
                  <a:pt x="966" y="107"/>
                  <a:pt x="973" y="102"/>
                  <a:pt x="971" y="103"/>
                </a:cubicBezTo>
                <a:cubicBezTo>
                  <a:pt x="963" y="105"/>
                  <a:pt x="956" y="107"/>
                  <a:pt x="949" y="108"/>
                </a:cubicBezTo>
                <a:cubicBezTo>
                  <a:pt x="946" y="106"/>
                  <a:pt x="944" y="104"/>
                  <a:pt x="942" y="101"/>
                </a:cubicBezTo>
                <a:cubicBezTo>
                  <a:pt x="943" y="98"/>
                  <a:pt x="946" y="97"/>
                  <a:pt x="950" y="97"/>
                </a:cubicBezTo>
                <a:cubicBezTo>
                  <a:pt x="949" y="98"/>
                  <a:pt x="948" y="98"/>
                  <a:pt x="949" y="100"/>
                </a:cubicBezTo>
                <a:cubicBezTo>
                  <a:pt x="951" y="99"/>
                  <a:pt x="954" y="99"/>
                  <a:pt x="954" y="97"/>
                </a:cubicBezTo>
                <a:cubicBezTo>
                  <a:pt x="952" y="95"/>
                  <a:pt x="949" y="93"/>
                  <a:pt x="947" y="91"/>
                </a:cubicBezTo>
                <a:cubicBezTo>
                  <a:pt x="937" y="94"/>
                  <a:pt x="931" y="100"/>
                  <a:pt x="928" y="109"/>
                </a:cubicBezTo>
                <a:cubicBezTo>
                  <a:pt x="925" y="108"/>
                  <a:pt x="923" y="106"/>
                  <a:pt x="920" y="105"/>
                </a:cubicBezTo>
                <a:cubicBezTo>
                  <a:pt x="924" y="104"/>
                  <a:pt x="923" y="98"/>
                  <a:pt x="922" y="96"/>
                </a:cubicBezTo>
                <a:cubicBezTo>
                  <a:pt x="921" y="97"/>
                  <a:pt x="922" y="100"/>
                  <a:pt x="920" y="100"/>
                </a:cubicBezTo>
                <a:cubicBezTo>
                  <a:pt x="919" y="100"/>
                  <a:pt x="917" y="100"/>
                  <a:pt x="917" y="101"/>
                </a:cubicBezTo>
                <a:cubicBezTo>
                  <a:pt x="919" y="98"/>
                  <a:pt x="914" y="97"/>
                  <a:pt x="913" y="95"/>
                </a:cubicBezTo>
                <a:cubicBezTo>
                  <a:pt x="902" y="97"/>
                  <a:pt x="897" y="105"/>
                  <a:pt x="885" y="103"/>
                </a:cubicBezTo>
                <a:cubicBezTo>
                  <a:pt x="883" y="100"/>
                  <a:pt x="889" y="98"/>
                  <a:pt x="889" y="95"/>
                </a:cubicBezTo>
                <a:cubicBezTo>
                  <a:pt x="886" y="94"/>
                  <a:pt x="885" y="89"/>
                  <a:pt x="882" y="88"/>
                </a:cubicBezTo>
                <a:cubicBezTo>
                  <a:pt x="882" y="87"/>
                  <a:pt x="888" y="86"/>
                  <a:pt x="885" y="85"/>
                </a:cubicBezTo>
                <a:cubicBezTo>
                  <a:pt x="881" y="88"/>
                  <a:pt x="880" y="82"/>
                  <a:pt x="876" y="85"/>
                </a:cubicBezTo>
                <a:cubicBezTo>
                  <a:pt x="864" y="96"/>
                  <a:pt x="859" y="114"/>
                  <a:pt x="848" y="126"/>
                </a:cubicBezTo>
                <a:cubicBezTo>
                  <a:pt x="848" y="132"/>
                  <a:pt x="848" y="132"/>
                  <a:pt x="848" y="132"/>
                </a:cubicBezTo>
                <a:cubicBezTo>
                  <a:pt x="843" y="134"/>
                  <a:pt x="831" y="140"/>
                  <a:pt x="830" y="129"/>
                </a:cubicBezTo>
                <a:cubicBezTo>
                  <a:pt x="827" y="131"/>
                  <a:pt x="824" y="128"/>
                  <a:pt x="819" y="128"/>
                </a:cubicBezTo>
                <a:cubicBezTo>
                  <a:pt x="817" y="127"/>
                  <a:pt x="820" y="124"/>
                  <a:pt x="819" y="123"/>
                </a:cubicBezTo>
                <a:cubicBezTo>
                  <a:pt x="816" y="123"/>
                  <a:pt x="815" y="125"/>
                  <a:pt x="814" y="122"/>
                </a:cubicBezTo>
                <a:cubicBezTo>
                  <a:pt x="816" y="117"/>
                  <a:pt x="813" y="115"/>
                  <a:pt x="814" y="113"/>
                </a:cubicBezTo>
                <a:cubicBezTo>
                  <a:pt x="803" y="117"/>
                  <a:pt x="788" y="117"/>
                  <a:pt x="783" y="128"/>
                </a:cubicBezTo>
                <a:cubicBezTo>
                  <a:pt x="780" y="127"/>
                  <a:pt x="776" y="129"/>
                  <a:pt x="778" y="130"/>
                </a:cubicBezTo>
                <a:cubicBezTo>
                  <a:pt x="787" y="126"/>
                  <a:pt x="797" y="127"/>
                  <a:pt x="805" y="121"/>
                </a:cubicBezTo>
                <a:cubicBezTo>
                  <a:pt x="806" y="122"/>
                  <a:pt x="809" y="123"/>
                  <a:pt x="809" y="125"/>
                </a:cubicBezTo>
                <a:cubicBezTo>
                  <a:pt x="807" y="125"/>
                  <a:pt x="806" y="127"/>
                  <a:pt x="806" y="128"/>
                </a:cubicBezTo>
                <a:cubicBezTo>
                  <a:pt x="808" y="130"/>
                  <a:pt x="811" y="127"/>
                  <a:pt x="811" y="128"/>
                </a:cubicBezTo>
                <a:cubicBezTo>
                  <a:pt x="808" y="130"/>
                  <a:pt x="807" y="133"/>
                  <a:pt x="808" y="137"/>
                </a:cubicBezTo>
                <a:cubicBezTo>
                  <a:pt x="804" y="138"/>
                  <a:pt x="798" y="138"/>
                  <a:pt x="794" y="137"/>
                </a:cubicBezTo>
                <a:cubicBezTo>
                  <a:pt x="792" y="137"/>
                  <a:pt x="794" y="141"/>
                  <a:pt x="792" y="141"/>
                </a:cubicBezTo>
                <a:cubicBezTo>
                  <a:pt x="781" y="142"/>
                  <a:pt x="775" y="147"/>
                  <a:pt x="769" y="153"/>
                </a:cubicBezTo>
                <a:cubicBezTo>
                  <a:pt x="761" y="150"/>
                  <a:pt x="756" y="155"/>
                  <a:pt x="750" y="157"/>
                </a:cubicBezTo>
                <a:cubicBezTo>
                  <a:pt x="750" y="161"/>
                  <a:pt x="753" y="161"/>
                  <a:pt x="753" y="165"/>
                </a:cubicBezTo>
                <a:cubicBezTo>
                  <a:pt x="757" y="164"/>
                  <a:pt x="759" y="160"/>
                  <a:pt x="762" y="158"/>
                </a:cubicBezTo>
                <a:cubicBezTo>
                  <a:pt x="764" y="160"/>
                  <a:pt x="768" y="160"/>
                  <a:pt x="770" y="162"/>
                </a:cubicBezTo>
                <a:cubicBezTo>
                  <a:pt x="759" y="170"/>
                  <a:pt x="749" y="184"/>
                  <a:pt x="731" y="179"/>
                </a:cubicBezTo>
                <a:cubicBezTo>
                  <a:pt x="727" y="172"/>
                  <a:pt x="723" y="166"/>
                  <a:pt x="722" y="156"/>
                </a:cubicBezTo>
                <a:cubicBezTo>
                  <a:pt x="714" y="156"/>
                  <a:pt x="714" y="142"/>
                  <a:pt x="716" y="138"/>
                </a:cubicBezTo>
                <a:cubicBezTo>
                  <a:pt x="719" y="129"/>
                  <a:pt x="741" y="128"/>
                  <a:pt x="735" y="115"/>
                </a:cubicBezTo>
                <a:cubicBezTo>
                  <a:pt x="734" y="114"/>
                  <a:pt x="731" y="115"/>
                  <a:pt x="729" y="115"/>
                </a:cubicBezTo>
                <a:cubicBezTo>
                  <a:pt x="723" y="109"/>
                  <a:pt x="723" y="96"/>
                  <a:pt x="715" y="94"/>
                </a:cubicBezTo>
                <a:cubicBezTo>
                  <a:pt x="712" y="93"/>
                  <a:pt x="709" y="98"/>
                  <a:pt x="707" y="93"/>
                </a:cubicBezTo>
                <a:cubicBezTo>
                  <a:pt x="714" y="88"/>
                  <a:pt x="716" y="77"/>
                  <a:pt x="721" y="70"/>
                </a:cubicBezTo>
                <a:cubicBezTo>
                  <a:pt x="708" y="72"/>
                  <a:pt x="691" y="71"/>
                  <a:pt x="678" y="76"/>
                </a:cubicBezTo>
                <a:cubicBezTo>
                  <a:pt x="679" y="74"/>
                  <a:pt x="682" y="74"/>
                  <a:pt x="682" y="72"/>
                </a:cubicBezTo>
                <a:cubicBezTo>
                  <a:pt x="678" y="74"/>
                  <a:pt x="676" y="74"/>
                  <a:pt x="672" y="75"/>
                </a:cubicBezTo>
                <a:cubicBezTo>
                  <a:pt x="672" y="77"/>
                  <a:pt x="672" y="79"/>
                  <a:pt x="673" y="80"/>
                </a:cubicBezTo>
                <a:cubicBezTo>
                  <a:pt x="668" y="83"/>
                  <a:pt x="661" y="91"/>
                  <a:pt x="655" y="87"/>
                </a:cubicBezTo>
                <a:cubicBezTo>
                  <a:pt x="648" y="89"/>
                  <a:pt x="648" y="97"/>
                  <a:pt x="640" y="98"/>
                </a:cubicBezTo>
                <a:cubicBezTo>
                  <a:pt x="638" y="96"/>
                  <a:pt x="641" y="96"/>
                  <a:pt x="639" y="95"/>
                </a:cubicBezTo>
                <a:cubicBezTo>
                  <a:pt x="634" y="108"/>
                  <a:pt x="620" y="113"/>
                  <a:pt x="611" y="123"/>
                </a:cubicBezTo>
                <a:cubicBezTo>
                  <a:pt x="615" y="123"/>
                  <a:pt x="609" y="127"/>
                  <a:pt x="612" y="128"/>
                </a:cubicBezTo>
                <a:cubicBezTo>
                  <a:pt x="613" y="125"/>
                  <a:pt x="616" y="127"/>
                  <a:pt x="616" y="128"/>
                </a:cubicBezTo>
                <a:cubicBezTo>
                  <a:pt x="612" y="133"/>
                  <a:pt x="604" y="133"/>
                  <a:pt x="598" y="136"/>
                </a:cubicBezTo>
                <a:cubicBezTo>
                  <a:pt x="591" y="128"/>
                  <a:pt x="572" y="131"/>
                  <a:pt x="566" y="137"/>
                </a:cubicBezTo>
                <a:cubicBezTo>
                  <a:pt x="537" y="144"/>
                  <a:pt x="518" y="160"/>
                  <a:pt x="491" y="170"/>
                </a:cubicBezTo>
                <a:cubicBezTo>
                  <a:pt x="489" y="168"/>
                  <a:pt x="486" y="167"/>
                  <a:pt x="484" y="166"/>
                </a:cubicBezTo>
                <a:cubicBezTo>
                  <a:pt x="486" y="164"/>
                  <a:pt x="486" y="158"/>
                  <a:pt x="484" y="156"/>
                </a:cubicBezTo>
                <a:cubicBezTo>
                  <a:pt x="480" y="156"/>
                  <a:pt x="480" y="159"/>
                  <a:pt x="477" y="159"/>
                </a:cubicBezTo>
                <a:cubicBezTo>
                  <a:pt x="477" y="155"/>
                  <a:pt x="480" y="153"/>
                  <a:pt x="480" y="150"/>
                </a:cubicBezTo>
                <a:cubicBezTo>
                  <a:pt x="454" y="144"/>
                  <a:pt x="433" y="163"/>
                  <a:pt x="415" y="167"/>
                </a:cubicBezTo>
                <a:cubicBezTo>
                  <a:pt x="424" y="161"/>
                  <a:pt x="430" y="153"/>
                  <a:pt x="438" y="148"/>
                </a:cubicBezTo>
                <a:cubicBezTo>
                  <a:pt x="439" y="145"/>
                  <a:pt x="437" y="146"/>
                  <a:pt x="437" y="143"/>
                </a:cubicBezTo>
                <a:cubicBezTo>
                  <a:pt x="438" y="143"/>
                  <a:pt x="440" y="142"/>
                  <a:pt x="442" y="142"/>
                </a:cubicBezTo>
                <a:cubicBezTo>
                  <a:pt x="442" y="130"/>
                  <a:pt x="459" y="133"/>
                  <a:pt x="461" y="123"/>
                </a:cubicBezTo>
                <a:cubicBezTo>
                  <a:pt x="461" y="120"/>
                  <a:pt x="456" y="121"/>
                  <a:pt x="455" y="118"/>
                </a:cubicBezTo>
                <a:cubicBezTo>
                  <a:pt x="454" y="114"/>
                  <a:pt x="456" y="112"/>
                  <a:pt x="456" y="108"/>
                </a:cubicBezTo>
                <a:cubicBezTo>
                  <a:pt x="451" y="103"/>
                  <a:pt x="446" y="105"/>
                  <a:pt x="441" y="106"/>
                </a:cubicBezTo>
                <a:cubicBezTo>
                  <a:pt x="426" y="109"/>
                  <a:pt x="417" y="110"/>
                  <a:pt x="406" y="115"/>
                </a:cubicBezTo>
                <a:cubicBezTo>
                  <a:pt x="401" y="117"/>
                  <a:pt x="397" y="121"/>
                  <a:pt x="391" y="123"/>
                </a:cubicBezTo>
                <a:cubicBezTo>
                  <a:pt x="387" y="124"/>
                  <a:pt x="383" y="124"/>
                  <a:pt x="380" y="125"/>
                </a:cubicBezTo>
                <a:cubicBezTo>
                  <a:pt x="340" y="136"/>
                  <a:pt x="304" y="163"/>
                  <a:pt x="273" y="177"/>
                </a:cubicBezTo>
                <a:cubicBezTo>
                  <a:pt x="273" y="176"/>
                  <a:pt x="273" y="175"/>
                  <a:pt x="272" y="175"/>
                </a:cubicBezTo>
                <a:cubicBezTo>
                  <a:pt x="271" y="177"/>
                  <a:pt x="271" y="178"/>
                  <a:pt x="270" y="179"/>
                </a:cubicBezTo>
                <a:cubicBezTo>
                  <a:pt x="252" y="188"/>
                  <a:pt x="234" y="197"/>
                  <a:pt x="220" y="210"/>
                </a:cubicBezTo>
                <a:cubicBezTo>
                  <a:pt x="225" y="224"/>
                  <a:pt x="199" y="227"/>
                  <a:pt x="196" y="237"/>
                </a:cubicBezTo>
                <a:cubicBezTo>
                  <a:pt x="198" y="237"/>
                  <a:pt x="201" y="236"/>
                  <a:pt x="203" y="237"/>
                </a:cubicBezTo>
                <a:cubicBezTo>
                  <a:pt x="197" y="239"/>
                  <a:pt x="194" y="243"/>
                  <a:pt x="190" y="246"/>
                </a:cubicBezTo>
                <a:cubicBezTo>
                  <a:pt x="202" y="242"/>
                  <a:pt x="216" y="236"/>
                  <a:pt x="226" y="241"/>
                </a:cubicBezTo>
                <a:cubicBezTo>
                  <a:pt x="224" y="244"/>
                  <a:pt x="219" y="244"/>
                  <a:pt x="219" y="249"/>
                </a:cubicBezTo>
                <a:cubicBezTo>
                  <a:pt x="227" y="247"/>
                  <a:pt x="229" y="247"/>
                  <a:pt x="238" y="246"/>
                </a:cubicBezTo>
                <a:cubicBezTo>
                  <a:pt x="238" y="244"/>
                  <a:pt x="237" y="242"/>
                  <a:pt x="239" y="242"/>
                </a:cubicBezTo>
                <a:cubicBezTo>
                  <a:pt x="247" y="246"/>
                  <a:pt x="251" y="236"/>
                  <a:pt x="258" y="235"/>
                </a:cubicBezTo>
                <a:cubicBezTo>
                  <a:pt x="261" y="240"/>
                  <a:pt x="269" y="242"/>
                  <a:pt x="267" y="249"/>
                </a:cubicBezTo>
                <a:cubicBezTo>
                  <a:pt x="272" y="253"/>
                  <a:pt x="282" y="242"/>
                  <a:pt x="282" y="252"/>
                </a:cubicBezTo>
                <a:cubicBezTo>
                  <a:pt x="289" y="251"/>
                  <a:pt x="293" y="255"/>
                  <a:pt x="298" y="257"/>
                </a:cubicBezTo>
                <a:cubicBezTo>
                  <a:pt x="298" y="258"/>
                  <a:pt x="297" y="259"/>
                  <a:pt x="297" y="260"/>
                </a:cubicBezTo>
                <a:cubicBezTo>
                  <a:pt x="300" y="260"/>
                  <a:pt x="308" y="256"/>
                  <a:pt x="308" y="261"/>
                </a:cubicBezTo>
                <a:cubicBezTo>
                  <a:pt x="278" y="290"/>
                  <a:pt x="235" y="307"/>
                  <a:pt x="198" y="329"/>
                </a:cubicBezTo>
                <a:cubicBezTo>
                  <a:pt x="198" y="326"/>
                  <a:pt x="195" y="328"/>
                  <a:pt x="193" y="328"/>
                </a:cubicBezTo>
                <a:cubicBezTo>
                  <a:pt x="193" y="333"/>
                  <a:pt x="193" y="333"/>
                  <a:pt x="193" y="333"/>
                </a:cubicBezTo>
                <a:cubicBezTo>
                  <a:pt x="183" y="339"/>
                  <a:pt x="172" y="344"/>
                  <a:pt x="160" y="343"/>
                </a:cubicBezTo>
                <a:cubicBezTo>
                  <a:pt x="159" y="346"/>
                  <a:pt x="160" y="345"/>
                  <a:pt x="160" y="349"/>
                </a:cubicBezTo>
                <a:cubicBezTo>
                  <a:pt x="157" y="350"/>
                  <a:pt x="155" y="353"/>
                  <a:pt x="152" y="354"/>
                </a:cubicBezTo>
                <a:cubicBezTo>
                  <a:pt x="143" y="348"/>
                  <a:pt x="138" y="361"/>
                  <a:pt x="130" y="358"/>
                </a:cubicBezTo>
                <a:cubicBezTo>
                  <a:pt x="127" y="373"/>
                  <a:pt x="112" y="371"/>
                  <a:pt x="104" y="380"/>
                </a:cubicBezTo>
                <a:cubicBezTo>
                  <a:pt x="100" y="377"/>
                  <a:pt x="95" y="382"/>
                  <a:pt x="97" y="388"/>
                </a:cubicBezTo>
                <a:cubicBezTo>
                  <a:pt x="90" y="391"/>
                  <a:pt x="86" y="391"/>
                  <a:pt x="79" y="389"/>
                </a:cubicBezTo>
                <a:cubicBezTo>
                  <a:pt x="76" y="393"/>
                  <a:pt x="72" y="396"/>
                  <a:pt x="65" y="394"/>
                </a:cubicBezTo>
                <a:cubicBezTo>
                  <a:pt x="64" y="397"/>
                  <a:pt x="61" y="400"/>
                  <a:pt x="63" y="404"/>
                </a:cubicBezTo>
                <a:cubicBezTo>
                  <a:pt x="62" y="402"/>
                  <a:pt x="64" y="401"/>
                  <a:pt x="66" y="402"/>
                </a:cubicBezTo>
                <a:cubicBezTo>
                  <a:pt x="63" y="411"/>
                  <a:pt x="51" y="417"/>
                  <a:pt x="48" y="424"/>
                </a:cubicBezTo>
                <a:cubicBezTo>
                  <a:pt x="52" y="424"/>
                  <a:pt x="57" y="420"/>
                  <a:pt x="60" y="422"/>
                </a:cubicBezTo>
                <a:cubicBezTo>
                  <a:pt x="60" y="425"/>
                  <a:pt x="56" y="424"/>
                  <a:pt x="56" y="427"/>
                </a:cubicBezTo>
                <a:cubicBezTo>
                  <a:pt x="62" y="428"/>
                  <a:pt x="74" y="422"/>
                  <a:pt x="78" y="429"/>
                </a:cubicBezTo>
                <a:cubicBezTo>
                  <a:pt x="77" y="430"/>
                  <a:pt x="76" y="432"/>
                  <a:pt x="76" y="435"/>
                </a:cubicBezTo>
                <a:cubicBezTo>
                  <a:pt x="81" y="441"/>
                  <a:pt x="92" y="436"/>
                  <a:pt x="97" y="434"/>
                </a:cubicBezTo>
                <a:cubicBezTo>
                  <a:pt x="97" y="435"/>
                  <a:pt x="97" y="435"/>
                  <a:pt x="98" y="436"/>
                </a:cubicBezTo>
                <a:cubicBezTo>
                  <a:pt x="99" y="440"/>
                  <a:pt x="96" y="440"/>
                  <a:pt x="96" y="442"/>
                </a:cubicBezTo>
                <a:cubicBezTo>
                  <a:pt x="104" y="446"/>
                  <a:pt x="118" y="444"/>
                  <a:pt x="118" y="456"/>
                </a:cubicBezTo>
                <a:cubicBezTo>
                  <a:pt x="141" y="448"/>
                  <a:pt x="161" y="432"/>
                  <a:pt x="185" y="422"/>
                </a:cubicBezTo>
                <a:cubicBezTo>
                  <a:pt x="185" y="430"/>
                  <a:pt x="181" y="436"/>
                  <a:pt x="176" y="440"/>
                </a:cubicBezTo>
                <a:cubicBezTo>
                  <a:pt x="178" y="440"/>
                  <a:pt x="181" y="439"/>
                  <a:pt x="181" y="441"/>
                </a:cubicBezTo>
                <a:cubicBezTo>
                  <a:pt x="178" y="445"/>
                  <a:pt x="175" y="449"/>
                  <a:pt x="170" y="451"/>
                </a:cubicBezTo>
                <a:cubicBezTo>
                  <a:pt x="169" y="456"/>
                  <a:pt x="164" y="461"/>
                  <a:pt x="159" y="459"/>
                </a:cubicBezTo>
                <a:cubicBezTo>
                  <a:pt x="153" y="466"/>
                  <a:pt x="156" y="482"/>
                  <a:pt x="146" y="488"/>
                </a:cubicBezTo>
                <a:cubicBezTo>
                  <a:pt x="143" y="486"/>
                  <a:pt x="143" y="491"/>
                  <a:pt x="141" y="492"/>
                </a:cubicBezTo>
                <a:cubicBezTo>
                  <a:pt x="145" y="493"/>
                  <a:pt x="153" y="487"/>
                  <a:pt x="156" y="494"/>
                </a:cubicBezTo>
                <a:cubicBezTo>
                  <a:pt x="157" y="498"/>
                  <a:pt x="152" y="496"/>
                  <a:pt x="152" y="500"/>
                </a:cubicBezTo>
                <a:cubicBezTo>
                  <a:pt x="158" y="500"/>
                  <a:pt x="166" y="497"/>
                  <a:pt x="167" y="503"/>
                </a:cubicBezTo>
                <a:cubicBezTo>
                  <a:pt x="163" y="508"/>
                  <a:pt x="154" y="509"/>
                  <a:pt x="150" y="514"/>
                </a:cubicBezTo>
                <a:cubicBezTo>
                  <a:pt x="158" y="511"/>
                  <a:pt x="180" y="494"/>
                  <a:pt x="177" y="515"/>
                </a:cubicBezTo>
                <a:cubicBezTo>
                  <a:pt x="184" y="519"/>
                  <a:pt x="191" y="507"/>
                  <a:pt x="196" y="512"/>
                </a:cubicBezTo>
                <a:cubicBezTo>
                  <a:pt x="196" y="514"/>
                  <a:pt x="194" y="513"/>
                  <a:pt x="195" y="516"/>
                </a:cubicBezTo>
                <a:cubicBezTo>
                  <a:pt x="197" y="516"/>
                  <a:pt x="198" y="518"/>
                  <a:pt x="199" y="519"/>
                </a:cubicBezTo>
                <a:cubicBezTo>
                  <a:pt x="202" y="531"/>
                  <a:pt x="200" y="545"/>
                  <a:pt x="185" y="547"/>
                </a:cubicBezTo>
                <a:cubicBezTo>
                  <a:pt x="183" y="545"/>
                  <a:pt x="180" y="544"/>
                  <a:pt x="181" y="539"/>
                </a:cubicBezTo>
                <a:cubicBezTo>
                  <a:pt x="180" y="539"/>
                  <a:pt x="176" y="540"/>
                  <a:pt x="176" y="538"/>
                </a:cubicBezTo>
                <a:cubicBezTo>
                  <a:pt x="174" y="534"/>
                  <a:pt x="179" y="533"/>
                  <a:pt x="183" y="534"/>
                </a:cubicBezTo>
                <a:cubicBezTo>
                  <a:pt x="182" y="531"/>
                  <a:pt x="183" y="530"/>
                  <a:pt x="184" y="528"/>
                </a:cubicBezTo>
                <a:cubicBezTo>
                  <a:pt x="170" y="529"/>
                  <a:pt x="162" y="535"/>
                  <a:pt x="152" y="540"/>
                </a:cubicBezTo>
                <a:cubicBezTo>
                  <a:pt x="157" y="544"/>
                  <a:pt x="155" y="556"/>
                  <a:pt x="154" y="561"/>
                </a:cubicBezTo>
                <a:cubicBezTo>
                  <a:pt x="159" y="559"/>
                  <a:pt x="166" y="561"/>
                  <a:pt x="173" y="560"/>
                </a:cubicBezTo>
                <a:cubicBezTo>
                  <a:pt x="172" y="564"/>
                  <a:pt x="168" y="564"/>
                  <a:pt x="168" y="569"/>
                </a:cubicBezTo>
                <a:cubicBezTo>
                  <a:pt x="173" y="570"/>
                  <a:pt x="183" y="570"/>
                  <a:pt x="184" y="563"/>
                </a:cubicBezTo>
                <a:cubicBezTo>
                  <a:pt x="181" y="563"/>
                  <a:pt x="175" y="566"/>
                  <a:pt x="174" y="562"/>
                </a:cubicBezTo>
                <a:cubicBezTo>
                  <a:pt x="178" y="558"/>
                  <a:pt x="181" y="560"/>
                  <a:pt x="187" y="559"/>
                </a:cubicBezTo>
                <a:cubicBezTo>
                  <a:pt x="188" y="546"/>
                  <a:pt x="202" y="543"/>
                  <a:pt x="209" y="540"/>
                </a:cubicBezTo>
                <a:cubicBezTo>
                  <a:pt x="209" y="542"/>
                  <a:pt x="207" y="542"/>
                  <a:pt x="207" y="544"/>
                </a:cubicBezTo>
                <a:cubicBezTo>
                  <a:pt x="208" y="544"/>
                  <a:pt x="209" y="544"/>
                  <a:pt x="209" y="546"/>
                </a:cubicBezTo>
                <a:cubicBezTo>
                  <a:pt x="208" y="547"/>
                  <a:pt x="207" y="549"/>
                  <a:pt x="206" y="550"/>
                </a:cubicBezTo>
                <a:cubicBezTo>
                  <a:pt x="212" y="550"/>
                  <a:pt x="215" y="547"/>
                  <a:pt x="219" y="545"/>
                </a:cubicBezTo>
                <a:cubicBezTo>
                  <a:pt x="221" y="547"/>
                  <a:pt x="223" y="545"/>
                  <a:pt x="225" y="547"/>
                </a:cubicBezTo>
                <a:cubicBezTo>
                  <a:pt x="226" y="540"/>
                  <a:pt x="228" y="536"/>
                  <a:pt x="235" y="535"/>
                </a:cubicBezTo>
                <a:cubicBezTo>
                  <a:pt x="235" y="532"/>
                  <a:pt x="238" y="530"/>
                  <a:pt x="243" y="529"/>
                </a:cubicBezTo>
                <a:cubicBezTo>
                  <a:pt x="243" y="530"/>
                  <a:pt x="242" y="531"/>
                  <a:pt x="243" y="532"/>
                </a:cubicBezTo>
                <a:cubicBezTo>
                  <a:pt x="247" y="532"/>
                  <a:pt x="257" y="528"/>
                  <a:pt x="262" y="533"/>
                </a:cubicBezTo>
                <a:cubicBezTo>
                  <a:pt x="263" y="537"/>
                  <a:pt x="261" y="539"/>
                  <a:pt x="259" y="542"/>
                </a:cubicBezTo>
                <a:cubicBezTo>
                  <a:pt x="262" y="541"/>
                  <a:pt x="262" y="545"/>
                  <a:pt x="262" y="547"/>
                </a:cubicBezTo>
                <a:cubicBezTo>
                  <a:pt x="261" y="549"/>
                  <a:pt x="260" y="552"/>
                  <a:pt x="258" y="553"/>
                </a:cubicBezTo>
                <a:cubicBezTo>
                  <a:pt x="244" y="550"/>
                  <a:pt x="243" y="562"/>
                  <a:pt x="237" y="566"/>
                </a:cubicBezTo>
                <a:cubicBezTo>
                  <a:pt x="233" y="568"/>
                  <a:pt x="230" y="568"/>
                  <a:pt x="229" y="573"/>
                </a:cubicBezTo>
                <a:cubicBezTo>
                  <a:pt x="230" y="573"/>
                  <a:pt x="232" y="572"/>
                  <a:pt x="231" y="574"/>
                </a:cubicBezTo>
                <a:cubicBezTo>
                  <a:pt x="227" y="580"/>
                  <a:pt x="221" y="583"/>
                  <a:pt x="221" y="592"/>
                </a:cubicBezTo>
                <a:cubicBezTo>
                  <a:pt x="225" y="596"/>
                  <a:pt x="220" y="604"/>
                  <a:pt x="215" y="603"/>
                </a:cubicBezTo>
                <a:cubicBezTo>
                  <a:pt x="217" y="607"/>
                  <a:pt x="215" y="608"/>
                  <a:pt x="214" y="611"/>
                </a:cubicBezTo>
                <a:cubicBezTo>
                  <a:pt x="221" y="612"/>
                  <a:pt x="227" y="616"/>
                  <a:pt x="233" y="617"/>
                </a:cubicBezTo>
                <a:cubicBezTo>
                  <a:pt x="241" y="619"/>
                  <a:pt x="252" y="615"/>
                  <a:pt x="259" y="615"/>
                </a:cubicBezTo>
                <a:cubicBezTo>
                  <a:pt x="265" y="615"/>
                  <a:pt x="273" y="622"/>
                  <a:pt x="281" y="619"/>
                </a:cubicBezTo>
                <a:cubicBezTo>
                  <a:pt x="269" y="621"/>
                  <a:pt x="263" y="628"/>
                  <a:pt x="255" y="634"/>
                </a:cubicBezTo>
                <a:cubicBezTo>
                  <a:pt x="232" y="636"/>
                  <a:pt x="212" y="624"/>
                  <a:pt x="196" y="630"/>
                </a:cubicBezTo>
                <a:cubicBezTo>
                  <a:pt x="192" y="641"/>
                  <a:pt x="209" y="638"/>
                  <a:pt x="204" y="645"/>
                </a:cubicBezTo>
                <a:cubicBezTo>
                  <a:pt x="208" y="642"/>
                  <a:pt x="217" y="644"/>
                  <a:pt x="218" y="650"/>
                </a:cubicBezTo>
                <a:cubicBezTo>
                  <a:pt x="210" y="649"/>
                  <a:pt x="209" y="655"/>
                  <a:pt x="206" y="658"/>
                </a:cubicBezTo>
                <a:cubicBezTo>
                  <a:pt x="211" y="655"/>
                  <a:pt x="218" y="655"/>
                  <a:pt x="219" y="648"/>
                </a:cubicBezTo>
                <a:cubicBezTo>
                  <a:pt x="223" y="649"/>
                  <a:pt x="221" y="651"/>
                  <a:pt x="222" y="652"/>
                </a:cubicBezTo>
                <a:cubicBezTo>
                  <a:pt x="222" y="651"/>
                  <a:pt x="224" y="651"/>
                  <a:pt x="225" y="651"/>
                </a:cubicBezTo>
                <a:cubicBezTo>
                  <a:pt x="234" y="657"/>
                  <a:pt x="249" y="651"/>
                  <a:pt x="256" y="658"/>
                </a:cubicBezTo>
                <a:cubicBezTo>
                  <a:pt x="252" y="671"/>
                  <a:pt x="237" y="674"/>
                  <a:pt x="234" y="689"/>
                </a:cubicBezTo>
                <a:cubicBezTo>
                  <a:pt x="231" y="688"/>
                  <a:pt x="231" y="690"/>
                  <a:pt x="229" y="691"/>
                </a:cubicBezTo>
                <a:cubicBezTo>
                  <a:pt x="230" y="694"/>
                  <a:pt x="231" y="697"/>
                  <a:pt x="230" y="701"/>
                </a:cubicBezTo>
                <a:cubicBezTo>
                  <a:pt x="218" y="704"/>
                  <a:pt x="215" y="717"/>
                  <a:pt x="201" y="719"/>
                </a:cubicBezTo>
                <a:cubicBezTo>
                  <a:pt x="198" y="725"/>
                  <a:pt x="196" y="728"/>
                  <a:pt x="196" y="735"/>
                </a:cubicBezTo>
                <a:cubicBezTo>
                  <a:pt x="186" y="742"/>
                  <a:pt x="177" y="752"/>
                  <a:pt x="177" y="765"/>
                </a:cubicBezTo>
                <a:cubicBezTo>
                  <a:pt x="178" y="767"/>
                  <a:pt x="183" y="764"/>
                  <a:pt x="183" y="766"/>
                </a:cubicBezTo>
                <a:cubicBezTo>
                  <a:pt x="181" y="766"/>
                  <a:pt x="182" y="768"/>
                  <a:pt x="183" y="769"/>
                </a:cubicBezTo>
                <a:cubicBezTo>
                  <a:pt x="180" y="769"/>
                  <a:pt x="179" y="770"/>
                  <a:pt x="177" y="771"/>
                </a:cubicBezTo>
                <a:cubicBezTo>
                  <a:pt x="180" y="773"/>
                  <a:pt x="184" y="772"/>
                  <a:pt x="186" y="774"/>
                </a:cubicBezTo>
                <a:cubicBezTo>
                  <a:pt x="185" y="776"/>
                  <a:pt x="180" y="776"/>
                  <a:pt x="179" y="779"/>
                </a:cubicBezTo>
                <a:cubicBezTo>
                  <a:pt x="185" y="779"/>
                  <a:pt x="190" y="779"/>
                  <a:pt x="191" y="774"/>
                </a:cubicBezTo>
                <a:cubicBezTo>
                  <a:pt x="194" y="775"/>
                  <a:pt x="195" y="776"/>
                  <a:pt x="197" y="778"/>
                </a:cubicBezTo>
                <a:cubicBezTo>
                  <a:pt x="197" y="780"/>
                  <a:pt x="195" y="781"/>
                  <a:pt x="194" y="783"/>
                </a:cubicBezTo>
                <a:cubicBezTo>
                  <a:pt x="199" y="780"/>
                  <a:pt x="205" y="777"/>
                  <a:pt x="210" y="781"/>
                </a:cubicBezTo>
                <a:cubicBezTo>
                  <a:pt x="203" y="785"/>
                  <a:pt x="199" y="793"/>
                  <a:pt x="192" y="798"/>
                </a:cubicBezTo>
                <a:cubicBezTo>
                  <a:pt x="188" y="797"/>
                  <a:pt x="187" y="800"/>
                  <a:pt x="184" y="800"/>
                </a:cubicBezTo>
                <a:cubicBezTo>
                  <a:pt x="178" y="811"/>
                  <a:pt x="164" y="813"/>
                  <a:pt x="157" y="821"/>
                </a:cubicBezTo>
                <a:cubicBezTo>
                  <a:pt x="159" y="822"/>
                  <a:pt x="161" y="819"/>
                  <a:pt x="162" y="821"/>
                </a:cubicBezTo>
                <a:cubicBezTo>
                  <a:pt x="162" y="824"/>
                  <a:pt x="161" y="825"/>
                  <a:pt x="161" y="827"/>
                </a:cubicBezTo>
                <a:cubicBezTo>
                  <a:pt x="163" y="827"/>
                  <a:pt x="165" y="828"/>
                  <a:pt x="166" y="829"/>
                </a:cubicBezTo>
                <a:cubicBezTo>
                  <a:pt x="166" y="831"/>
                  <a:pt x="165" y="834"/>
                  <a:pt x="164" y="835"/>
                </a:cubicBezTo>
                <a:cubicBezTo>
                  <a:pt x="167" y="836"/>
                  <a:pt x="167" y="834"/>
                  <a:pt x="170" y="834"/>
                </a:cubicBezTo>
                <a:cubicBezTo>
                  <a:pt x="173" y="836"/>
                  <a:pt x="168" y="839"/>
                  <a:pt x="171" y="840"/>
                </a:cubicBezTo>
                <a:cubicBezTo>
                  <a:pt x="172" y="839"/>
                  <a:pt x="174" y="837"/>
                  <a:pt x="177" y="837"/>
                </a:cubicBezTo>
                <a:cubicBezTo>
                  <a:pt x="174" y="843"/>
                  <a:pt x="166" y="842"/>
                  <a:pt x="165" y="849"/>
                </a:cubicBezTo>
                <a:cubicBezTo>
                  <a:pt x="171" y="853"/>
                  <a:pt x="177" y="848"/>
                  <a:pt x="181" y="844"/>
                </a:cubicBezTo>
                <a:cubicBezTo>
                  <a:pt x="188" y="844"/>
                  <a:pt x="190" y="839"/>
                  <a:pt x="195" y="836"/>
                </a:cubicBezTo>
                <a:cubicBezTo>
                  <a:pt x="194" y="834"/>
                  <a:pt x="192" y="829"/>
                  <a:pt x="195" y="828"/>
                </a:cubicBezTo>
                <a:cubicBezTo>
                  <a:pt x="198" y="829"/>
                  <a:pt x="198" y="828"/>
                  <a:pt x="201" y="828"/>
                </a:cubicBezTo>
                <a:cubicBezTo>
                  <a:pt x="201" y="829"/>
                  <a:pt x="201" y="831"/>
                  <a:pt x="202" y="832"/>
                </a:cubicBezTo>
                <a:cubicBezTo>
                  <a:pt x="204" y="829"/>
                  <a:pt x="209" y="829"/>
                  <a:pt x="212" y="827"/>
                </a:cubicBezTo>
                <a:cubicBezTo>
                  <a:pt x="212" y="828"/>
                  <a:pt x="214" y="828"/>
                  <a:pt x="214" y="829"/>
                </a:cubicBezTo>
                <a:cubicBezTo>
                  <a:pt x="214" y="834"/>
                  <a:pt x="214" y="834"/>
                  <a:pt x="214" y="834"/>
                </a:cubicBezTo>
                <a:cubicBezTo>
                  <a:pt x="207" y="834"/>
                  <a:pt x="206" y="841"/>
                  <a:pt x="201" y="844"/>
                </a:cubicBezTo>
                <a:cubicBezTo>
                  <a:pt x="207" y="841"/>
                  <a:pt x="209" y="842"/>
                  <a:pt x="217" y="843"/>
                </a:cubicBezTo>
                <a:cubicBezTo>
                  <a:pt x="216" y="845"/>
                  <a:pt x="214" y="845"/>
                  <a:pt x="214" y="847"/>
                </a:cubicBezTo>
                <a:cubicBezTo>
                  <a:pt x="215" y="848"/>
                  <a:pt x="217" y="848"/>
                  <a:pt x="218" y="849"/>
                </a:cubicBezTo>
                <a:cubicBezTo>
                  <a:pt x="216" y="853"/>
                  <a:pt x="213" y="860"/>
                  <a:pt x="208" y="860"/>
                </a:cubicBezTo>
                <a:cubicBezTo>
                  <a:pt x="208" y="863"/>
                  <a:pt x="211" y="862"/>
                  <a:pt x="210" y="865"/>
                </a:cubicBezTo>
                <a:cubicBezTo>
                  <a:pt x="197" y="876"/>
                  <a:pt x="185" y="889"/>
                  <a:pt x="169" y="898"/>
                </a:cubicBezTo>
                <a:cubicBezTo>
                  <a:pt x="169" y="897"/>
                  <a:pt x="168" y="897"/>
                  <a:pt x="168" y="896"/>
                </a:cubicBezTo>
                <a:cubicBezTo>
                  <a:pt x="167" y="892"/>
                  <a:pt x="173" y="890"/>
                  <a:pt x="172" y="888"/>
                </a:cubicBezTo>
                <a:cubicBezTo>
                  <a:pt x="165" y="891"/>
                  <a:pt x="162" y="898"/>
                  <a:pt x="154" y="900"/>
                </a:cubicBezTo>
                <a:cubicBezTo>
                  <a:pt x="153" y="903"/>
                  <a:pt x="156" y="906"/>
                  <a:pt x="152" y="908"/>
                </a:cubicBezTo>
                <a:cubicBezTo>
                  <a:pt x="149" y="908"/>
                  <a:pt x="147" y="908"/>
                  <a:pt x="144" y="909"/>
                </a:cubicBezTo>
                <a:cubicBezTo>
                  <a:pt x="141" y="921"/>
                  <a:pt x="124" y="923"/>
                  <a:pt x="119" y="931"/>
                </a:cubicBezTo>
                <a:cubicBezTo>
                  <a:pt x="117" y="931"/>
                  <a:pt x="107" y="936"/>
                  <a:pt x="108" y="939"/>
                </a:cubicBezTo>
                <a:cubicBezTo>
                  <a:pt x="114" y="935"/>
                  <a:pt x="117" y="932"/>
                  <a:pt x="125" y="930"/>
                </a:cubicBezTo>
                <a:cubicBezTo>
                  <a:pt x="124" y="930"/>
                  <a:pt x="123" y="929"/>
                  <a:pt x="123" y="927"/>
                </a:cubicBezTo>
                <a:cubicBezTo>
                  <a:pt x="139" y="919"/>
                  <a:pt x="157" y="910"/>
                  <a:pt x="170" y="901"/>
                </a:cubicBezTo>
                <a:cubicBezTo>
                  <a:pt x="170" y="903"/>
                  <a:pt x="170" y="904"/>
                  <a:pt x="172" y="903"/>
                </a:cubicBezTo>
                <a:cubicBezTo>
                  <a:pt x="174" y="897"/>
                  <a:pt x="179" y="894"/>
                  <a:pt x="185" y="892"/>
                </a:cubicBezTo>
                <a:cubicBezTo>
                  <a:pt x="187" y="891"/>
                  <a:pt x="184" y="888"/>
                  <a:pt x="187" y="887"/>
                </a:cubicBezTo>
                <a:cubicBezTo>
                  <a:pt x="189" y="890"/>
                  <a:pt x="192" y="886"/>
                  <a:pt x="193" y="888"/>
                </a:cubicBezTo>
                <a:cubicBezTo>
                  <a:pt x="193" y="892"/>
                  <a:pt x="190" y="895"/>
                  <a:pt x="187" y="893"/>
                </a:cubicBezTo>
                <a:cubicBezTo>
                  <a:pt x="183" y="898"/>
                  <a:pt x="180" y="903"/>
                  <a:pt x="176" y="908"/>
                </a:cubicBezTo>
                <a:cubicBezTo>
                  <a:pt x="178" y="908"/>
                  <a:pt x="181" y="905"/>
                  <a:pt x="182" y="907"/>
                </a:cubicBezTo>
                <a:cubicBezTo>
                  <a:pt x="183" y="919"/>
                  <a:pt x="166" y="918"/>
                  <a:pt x="164" y="925"/>
                </a:cubicBezTo>
                <a:cubicBezTo>
                  <a:pt x="175" y="921"/>
                  <a:pt x="188" y="915"/>
                  <a:pt x="199" y="914"/>
                </a:cubicBezTo>
                <a:cubicBezTo>
                  <a:pt x="200" y="912"/>
                  <a:pt x="201" y="911"/>
                  <a:pt x="204" y="911"/>
                </a:cubicBezTo>
                <a:cubicBezTo>
                  <a:pt x="204" y="914"/>
                  <a:pt x="201" y="914"/>
                  <a:pt x="199" y="915"/>
                </a:cubicBezTo>
                <a:cubicBezTo>
                  <a:pt x="202" y="915"/>
                  <a:pt x="203" y="916"/>
                  <a:pt x="203" y="918"/>
                </a:cubicBezTo>
                <a:cubicBezTo>
                  <a:pt x="196" y="933"/>
                  <a:pt x="176" y="935"/>
                  <a:pt x="165" y="947"/>
                </a:cubicBezTo>
                <a:cubicBezTo>
                  <a:pt x="170" y="948"/>
                  <a:pt x="172" y="945"/>
                  <a:pt x="174" y="943"/>
                </a:cubicBezTo>
                <a:cubicBezTo>
                  <a:pt x="185" y="944"/>
                  <a:pt x="191" y="934"/>
                  <a:pt x="199" y="929"/>
                </a:cubicBezTo>
                <a:cubicBezTo>
                  <a:pt x="209" y="924"/>
                  <a:pt x="222" y="921"/>
                  <a:pt x="231" y="915"/>
                </a:cubicBezTo>
                <a:cubicBezTo>
                  <a:pt x="232" y="917"/>
                  <a:pt x="234" y="917"/>
                  <a:pt x="236" y="917"/>
                </a:cubicBezTo>
                <a:cubicBezTo>
                  <a:pt x="238" y="916"/>
                  <a:pt x="239" y="915"/>
                  <a:pt x="242" y="915"/>
                </a:cubicBezTo>
                <a:cubicBezTo>
                  <a:pt x="242" y="918"/>
                  <a:pt x="238" y="918"/>
                  <a:pt x="238" y="920"/>
                </a:cubicBezTo>
                <a:cubicBezTo>
                  <a:pt x="240" y="923"/>
                  <a:pt x="245" y="920"/>
                  <a:pt x="247" y="921"/>
                </a:cubicBezTo>
                <a:cubicBezTo>
                  <a:pt x="241" y="923"/>
                  <a:pt x="242" y="927"/>
                  <a:pt x="238" y="930"/>
                </a:cubicBezTo>
                <a:cubicBezTo>
                  <a:pt x="237" y="928"/>
                  <a:pt x="234" y="928"/>
                  <a:pt x="232" y="927"/>
                </a:cubicBezTo>
                <a:cubicBezTo>
                  <a:pt x="231" y="930"/>
                  <a:pt x="228" y="931"/>
                  <a:pt x="225" y="932"/>
                </a:cubicBezTo>
                <a:cubicBezTo>
                  <a:pt x="225" y="934"/>
                  <a:pt x="224" y="938"/>
                  <a:pt x="226" y="939"/>
                </a:cubicBezTo>
                <a:cubicBezTo>
                  <a:pt x="233" y="932"/>
                  <a:pt x="239" y="930"/>
                  <a:pt x="251" y="929"/>
                </a:cubicBezTo>
                <a:cubicBezTo>
                  <a:pt x="250" y="932"/>
                  <a:pt x="252" y="933"/>
                  <a:pt x="251" y="936"/>
                </a:cubicBezTo>
                <a:cubicBezTo>
                  <a:pt x="251" y="936"/>
                  <a:pt x="250" y="937"/>
                  <a:pt x="250" y="937"/>
                </a:cubicBezTo>
                <a:cubicBezTo>
                  <a:pt x="247" y="936"/>
                  <a:pt x="243" y="936"/>
                  <a:pt x="240" y="936"/>
                </a:cubicBezTo>
                <a:cubicBezTo>
                  <a:pt x="234" y="943"/>
                  <a:pt x="227" y="949"/>
                  <a:pt x="221" y="956"/>
                </a:cubicBezTo>
                <a:cubicBezTo>
                  <a:pt x="214" y="957"/>
                  <a:pt x="211" y="962"/>
                  <a:pt x="207" y="966"/>
                </a:cubicBezTo>
                <a:cubicBezTo>
                  <a:pt x="206" y="966"/>
                  <a:pt x="202" y="967"/>
                  <a:pt x="205" y="967"/>
                </a:cubicBezTo>
                <a:cubicBezTo>
                  <a:pt x="212" y="968"/>
                  <a:pt x="212" y="961"/>
                  <a:pt x="220" y="964"/>
                </a:cubicBezTo>
                <a:cubicBezTo>
                  <a:pt x="221" y="958"/>
                  <a:pt x="229" y="960"/>
                  <a:pt x="231" y="956"/>
                </a:cubicBezTo>
                <a:cubicBezTo>
                  <a:pt x="234" y="958"/>
                  <a:pt x="233" y="959"/>
                  <a:pt x="234" y="961"/>
                </a:cubicBezTo>
                <a:cubicBezTo>
                  <a:pt x="234" y="958"/>
                  <a:pt x="238" y="963"/>
                  <a:pt x="237" y="959"/>
                </a:cubicBezTo>
                <a:cubicBezTo>
                  <a:pt x="236" y="958"/>
                  <a:pt x="233" y="960"/>
                  <a:pt x="234" y="955"/>
                </a:cubicBezTo>
                <a:cubicBezTo>
                  <a:pt x="236" y="954"/>
                  <a:pt x="238" y="950"/>
                  <a:pt x="240" y="952"/>
                </a:cubicBezTo>
                <a:cubicBezTo>
                  <a:pt x="241" y="956"/>
                  <a:pt x="235" y="954"/>
                  <a:pt x="238" y="957"/>
                </a:cubicBezTo>
                <a:cubicBezTo>
                  <a:pt x="240" y="956"/>
                  <a:pt x="243" y="956"/>
                  <a:pt x="246" y="955"/>
                </a:cubicBezTo>
                <a:cubicBezTo>
                  <a:pt x="242" y="950"/>
                  <a:pt x="251" y="954"/>
                  <a:pt x="252" y="952"/>
                </a:cubicBezTo>
                <a:cubicBezTo>
                  <a:pt x="248" y="950"/>
                  <a:pt x="253" y="948"/>
                  <a:pt x="253" y="946"/>
                </a:cubicBezTo>
                <a:cubicBezTo>
                  <a:pt x="249" y="944"/>
                  <a:pt x="250" y="949"/>
                  <a:pt x="248" y="947"/>
                </a:cubicBezTo>
                <a:cubicBezTo>
                  <a:pt x="248" y="946"/>
                  <a:pt x="249" y="945"/>
                  <a:pt x="251" y="944"/>
                </a:cubicBezTo>
                <a:cubicBezTo>
                  <a:pt x="258" y="946"/>
                  <a:pt x="261" y="934"/>
                  <a:pt x="266" y="936"/>
                </a:cubicBezTo>
                <a:cubicBezTo>
                  <a:pt x="263" y="938"/>
                  <a:pt x="265" y="939"/>
                  <a:pt x="264" y="942"/>
                </a:cubicBezTo>
                <a:cubicBezTo>
                  <a:pt x="261" y="940"/>
                  <a:pt x="260" y="947"/>
                  <a:pt x="256" y="948"/>
                </a:cubicBezTo>
                <a:cubicBezTo>
                  <a:pt x="258" y="949"/>
                  <a:pt x="257" y="955"/>
                  <a:pt x="254" y="957"/>
                </a:cubicBezTo>
                <a:cubicBezTo>
                  <a:pt x="262" y="956"/>
                  <a:pt x="271" y="953"/>
                  <a:pt x="272" y="963"/>
                </a:cubicBezTo>
                <a:cubicBezTo>
                  <a:pt x="269" y="966"/>
                  <a:pt x="259" y="967"/>
                  <a:pt x="262" y="972"/>
                </a:cubicBezTo>
                <a:cubicBezTo>
                  <a:pt x="266" y="967"/>
                  <a:pt x="273" y="964"/>
                  <a:pt x="278" y="960"/>
                </a:cubicBezTo>
                <a:cubicBezTo>
                  <a:pt x="277" y="959"/>
                  <a:pt x="273" y="961"/>
                  <a:pt x="273" y="959"/>
                </a:cubicBezTo>
                <a:cubicBezTo>
                  <a:pt x="276" y="959"/>
                  <a:pt x="278" y="957"/>
                  <a:pt x="276" y="955"/>
                </a:cubicBezTo>
                <a:cubicBezTo>
                  <a:pt x="276" y="953"/>
                  <a:pt x="272" y="955"/>
                  <a:pt x="272" y="952"/>
                </a:cubicBezTo>
                <a:cubicBezTo>
                  <a:pt x="277" y="948"/>
                  <a:pt x="283" y="945"/>
                  <a:pt x="289" y="941"/>
                </a:cubicBezTo>
                <a:cubicBezTo>
                  <a:pt x="292" y="944"/>
                  <a:pt x="286" y="947"/>
                  <a:pt x="290" y="949"/>
                </a:cubicBezTo>
                <a:cubicBezTo>
                  <a:pt x="287" y="953"/>
                  <a:pt x="283" y="956"/>
                  <a:pt x="280" y="960"/>
                </a:cubicBezTo>
                <a:cubicBezTo>
                  <a:pt x="283" y="959"/>
                  <a:pt x="281" y="963"/>
                  <a:pt x="282" y="965"/>
                </a:cubicBezTo>
                <a:cubicBezTo>
                  <a:pt x="275" y="968"/>
                  <a:pt x="273" y="977"/>
                  <a:pt x="263" y="978"/>
                </a:cubicBezTo>
                <a:cubicBezTo>
                  <a:pt x="266" y="983"/>
                  <a:pt x="257" y="979"/>
                  <a:pt x="257" y="983"/>
                </a:cubicBezTo>
                <a:cubicBezTo>
                  <a:pt x="271" y="983"/>
                  <a:pt x="278" y="967"/>
                  <a:pt x="296" y="968"/>
                </a:cubicBezTo>
                <a:cubicBezTo>
                  <a:pt x="298" y="973"/>
                  <a:pt x="297" y="975"/>
                  <a:pt x="300" y="978"/>
                </a:cubicBezTo>
                <a:cubicBezTo>
                  <a:pt x="297" y="992"/>
                  <a:pt x="280" y="991"/>
                  <a:pt x="273" y="1001"/>
                </a:cubicBezTo>
                <a:cubicBezTo>
                  <a:pt x="276" y="1001"/>
                  <a:pt x="278" y="998"/>
                  <a:pt x="279" y="1002"/>
                </a:cubicBezTo>
                <a:cubicBezTo>
                  <a:pt x="279" y="1006"/>
                  <a:pt x="275" y="1007"/>
                  <a:pt x="274" y="1011"/>
                </a:cubicBezTo>
                <a:cubicBezTo>
                  <a:pt x="277" y="1011"/>
                  <a:pt x="280" y="1010"/>
                  <a:pt x="280" y="1013"/>
                </a:cubicBezTo>
                <a:cubicBezTo>
                  <a:pt x="278" y="1017"/>
                  <a:pt x="269" y="1020"/>
                  <a:pt x="265" y="1015"/>
                </a:cubicBezTo>
                <a:cubicBezTo>
                  <a:pt x="256" y="1023"/>
                  <a:pt x="242" y="1026"/>
                  <a:pt x="234" y="1036"/>
                </a:cubicBezTo>
                <a:cubicBezTo>
                  <a:pt x="240" y="1036"/>
                  <a:pt x="237" y="1041"/>
                  <a:pt x="240" y="1043"/>
                </a:cubicBezTo>
                <a:cubicBezTo>
                  <a:pt x="243" y="1041"/>
                  <a:pt x="246" y="1040"/>
                  <a:pt x="251" y="1039"/>
                </a:cubicBezTo>
                <a:cubicBezTo>
                  <a:pt x="251" y="1042"/>
                  <a:pt x="247" y="1041"/>
                  <a:pt x="248" y="1044"/>
                </a:cubicBezTo>
                <a:cubicBezTo>
                  <a:pt x="258" y="1041"/>
                  <a:pt x="273" y="1045"/>
                  <a:pt x="280" y="1034"/>
                </a:cubicBezTo>
                <a:cubicBezTo>
                  <a:pt x="277" y="1034"/>
                  <a:pt x="276" y="1034"/>
                  <a:pt x="276" y="1031"/>
                </a:cubicBezTo>
                <a:cubicBezTo>
                  <a:pt x="278" y="1023"/>
                  <a:pt x="285" y="1020"/>
                  <a:pt x="290" y="1015"/>
                </a:cubicBezTo>
                <a:cubicBezTo>
                  <a:pt x="296" y="1015"/>
                  <a:pt x="304" y="1015"/>
                  <a:pt x="311" y="1015"/>
                </a:cubicBezTo>
                <a:cubicBezTo>
                  <a:pt x="314" y="1006"/>
                  <a:pt x="323" y="1003"/>
                  <a:pt x="327" y="995"/>
                </a:cubicBezTo>
                <a:cubicBezTo>
                  <a:pt x="326" y="991"/>
                  <a:pt x="327" y="989"/>
                  <a:pt x="328" y="986"/>
                </a:cubicBezTo>
                <a:cubicBezTo>
                  <a:pt x="326" y="985"/>
                  <a:pt x="326" y="982"/>
                  <a:pt x="325" y="980"/>
                </a:cubicBezTo>
                <a:cubicBezTo>
                  <a:pt x="328" y="973"/>
                  <a:pt x="341" y="971"/>
                  <a:pt x="338" y="985"/>
                </a:cubicBezTo>
                <a:cubicBezTo>
                  <a:pt x="342" y="986"/>
                  <a:pt x="345" y="990"/>
                  <a:pt x="349" y="992"/>
                </a:cubicBezTo>
                <a:cubicBezTo>
                  <a:pt x="350" y="996"/>
                  <a:pt x="347" y="996"/>
                  <a:pt x="347" y="999"/>
                </a:cubicBezTo>
                <a:cubicBezTo>
                  <a:pt x="349" y="999"/>
                  <a:pt x="351" y="1003"/>
                  <a:pt x="349" y="1005"/>
                </a:cubicBezTo>
                <a:cubicBezTo>
                  <a:pt x="356" y="1006"/>
                  <a:pt x="363" y="1007"/>
                  <a:pt x="364" y="1011"/>
                </a:cubicBezTo>
                <a:cubicBezTo>
                  <a:pt x="369" y="1008"/>
                  <a:pt x="375" y="1011"/>
                  <a:pt x="378" y="1015"/>
                </a:cubicBezTo>
                <a:cubicBezTo>
                  <a:pt x="378" y="1017"/>
                  <a:pt x="375" y="1016"/>
                  <a:pt x="376" y="1018"/>
                </a:cubicBezTo>
                <a:cubicBezTo>
                  <a:pt x="379" y="1019"/>
                  <a:pt x="380" y="1016"/>
                  <a:pt x="381" y="1019"/>
                </a:cubicBezTo>
                <a:cubicBezTo>
                  <a:pt x="381" y="1021"/>
                  <a:pt x="378" y="1020"/>
                  <a:pt x="378" y="1022"/>
                </a:cubicBezTo>
                <a:cubicBezTo>
                  <a:pt x="382" y="1022"/>
                  <a:pt x="383" y="1020"/>
                  <a:pt x="387" y="1020"/>
                </a:cubicBezTo>
                <a:cubicBezTo>
                  <a:pt x="389" y="1023"/>
                  <a:pt x="388" y="1024"/>
                  <a:pt x="390" y="1027"/>
                </a:cubicBezTo>
                <a:cubicBezTo>
                  <a:pt x="394" y="1025"/>
                  <a:pt x="396" y="1030"/>
                  <a:pt x="398" y="1033"/>
                </a:cubicBezTo>
                <a:cubicBezTo>
                  <a:pt x="385" y="1041"/>
                  <a:pt x="383" y="1053"/>
                  <a:pt x="378" y="1067"/>
                </a:cubicBezTo>
                <a:cubicBezTo>
                  <a:pt x="387" y="1070"/>
                  <a:pt x="401" y="1068"/>
                  <a:pt x="402" y="1080"/>
                </a:cubicBezTo>
                <a:cubicBezTo>
                  <a:pt x="407" y="1084"/>
                  <a:pt x="411" y="1089"/>
                  <a:pt x="417" y="1092"/>
                </a:cubicBezTo>
                <a:cubicBezTo>
                  <a:pt x="415" y="1096"/>
                  <a:pt x="418" y="1100"/>
                  <a:pt x="416" y="1103"/>
                </a:cubicBezTo>
                <a:cubicBezTo>
                  <a:pt x="420" y="1104"/>
                  <a:pt x="424" y="1105"/>
                  <a:pt x="428" y="1106"/>
                </a:cubicBezTo>
                <a:cubicBezTo>
                  <a:pt x="433" y="1104"/>
                  <a:pt x="435" y="1099"/>
                  <a:pt x="440" y="1096"/>
                </a:cubicBezTo>
                <a:cubicBezTo>
                  <a:pt x="451" y="1082"/>
                  <a:pt x="471" y="1076"/>
                  <a:pt x="486" y="1066"/>
                </a:cubicBezTo>
                <a:cubicBezTo>
                  <a:pt x="493" y="1070"/>
                  <a:pt x="499" y="1058"/>
                  <a:pt x="504" y="1054"/>
                </a:cubicBezTo>
                <a:cubicBezTo>
                  <a:pt x="507" y="1054"/>
                  <a:pt x="508" y="1057"/>
                  <a:pt x="512" y="1056"/>
                </a:cubicBezTo>
                <a:cubicBezTo>
                  <a:pt x="512" y="1049"/>
                  <a:pt x="522" y="1050"/>
                  <a:pt x="524" y="1051"/>
                </a:cubicBezTo>
                <a:cubicBezTo>
                  <a:pt x="520" y="1049"/>
                  <a:pt x="527" y="1043"/>
                  <a:pt x="530" y="1042"/>
                </a:cubicBezTo>
                <a:cubicBezTo>
                  <a:pt x="530" y="1048"/>
                  <a:pt x="540" y="1051"/>
                  <a:pt x="541" y="1059"/>
                </a:cubicBezTo>
                <a:cubicBezTo>
                  <a:pt x="538" y="1058"/>
                  <a:pt x="537" y="1062"/>
                  <a:pt x="533" y="1059"/>
                </a:cubicBezTo>
                <a:cubicBezTo>
                  <a:pt x="532" y="1065"/>
                  <a:pt x="533" y="1067"/>
                  <a:pt x="533" y="1073"/>
                </a:cubicBezTo>
                <a:cubicBezTo>
                  <a:pt x="537" y="1073"/>
                  <a:pt x="537" y="1078"/>
                  <a:pt x="541" y="1078"/>
                </a:cubicBezTo>
                <a:cubicBezTo>
                  <a:pt x="542" y="1074"/>
                  <a:pt x="540" y="1072"/>
                  <a:pt x="545" y="1072"/>
                </a:cubicBezTo>
                <a:cubicBezTo>
                  <a:pt x="545" y="1075"/>
                  <a:pt x="540" y="1077"/>
                  <a:pt x="545" y="1077"/>
                </a:cubicBezTo>
                <a:cubicBezTo>
                  <a:pt x="547" y="1078"/>
                  <a:pt x="544" y="1073"/>
                  <a:pt x="546" y="1073"/>
                </a:cubicBezTo>
                <a:cubicBezTo>
                  <a:pt x="549" y="1074"/>
                  <a:pt x="553" y="1074"/>
                  <a:pt x="553" y="1078"/>
                </a:cubicBezTo>
                <a:cubicBezTo>
                  <a:pt x="551" y="1078"/>
                  <a:pt x="551" y="1076"/>
                  <a:pt x="548" y="1077"/>
                </a:cubicBezTo>
                <a:cubicBezTo>
                  <a:pt x="548" y="1081"/>
                  <a:pt x="548" y="1085"/>
                  <a:pt x="545" y="1085"/>
                </a:cubicBezTo>
                <a:cubicBezTo>
                  <a:pt x="546" y="1080"/>
                  <a:pt x="541" y="1086"/>
                  <a:pt x="541" y="1082"/>
                </a:cubicBezTo>
                <a:cubicBezTo>
                  <a:pt x="542" y="1080"/>
                  <a:pt x="544" y="1079"/>
                  <a:pt x="541" y="1078"/>
                </a:cubicBezTo>
                <a:cubicBezTo>
                  <a:pt x="539" y="1079"/>
                  <a:pt x="541" y="1082"/>
                  <a:pt x="538" y="1082"/>
                </a:cubicBezTo>
                <a:cubicBezTo>
                  <a:pt x="541" y="1079"/>
                  <a:pt x="533" y="1082"/>
                  <a:pt x="532" y="1078"/>
                </a:cubicBezTo>
                <a:cubicBezTo>
                  <a:pt x="531" y="1080"/>
                  <a:pt x="530" y="1082"/>
                  <a:pt x="529" y="1085"/>
                </a:cubicBezTo>
                <a:cubicBezTo>
                  <a:pt x="533" y="1085"/>
                  <a:pt x="536" y="1088"/>
                  <a:pt x="533" y="1090"/>
                </a:cubicBezTo>
                <a:cubicBezTo>
                  <a:pt x="534" y="1091"/>
                  <a:pt x="538" y="1089"/>
                  <a:pt x="538" y="1091"/>
                </a:cubicBezTo>
                <a:cubicBezTo>
                  <a:pt x="529" y="1095"/>
                  <a:pt x="513" y="1093"/>
                  <a:pt x="508" y="1101"/>
                </a:cubicBezTo>
                <a:cubicBezTo>
                  <a:pt x="518" y="1101"/>
                  <a:pt x="530" y="1093"/>
                  <a:pt x="539" y="1097"/>
                </a:cubicBezTo>
                <a:cubicBezTo>
                  <a:pt x="538" y="1103"/>
                  <a:pt x="532" y="1097"/>
                  <a:pt x="531" y="1101"/>
                </a:cubicBezTo>
                <a:cubicBezTo>
                  <a:pt x="533" y="1104"/>
                  <a:pt x="541" y="1101"/>
                  <a:pt x="541" y="1106"/>
                </a:cubicBezTo>
                <a:cubicBezTo>
                  <a:pt x="541" y="1108"/>
                  <a:pt x="537" y="1107"/>
                  <a:pt x="537" y="1110"/>
                </a:cubicBezTo>
                <a:cubicBezTo>
                  <a:pt x="544" y="1109"/>
                  <a:pt x="552" y="1104"/>
                  <a:pt x="552" y="1098"/>
                </a:cubicBezTo>
                <a:cubicBezTo>
                  <a:pt x="570" y="1092"/>
                  <a:pt x="580" y="1083"/>
                  <a:pt x="601" y="1083"/>
                </a:cubicBezTo>
                <a:cubicBezTo>
                  <a:pt x="608" y="1079"/>
                  <a:pt x="621" y="1083"/>
                  <a:pt x="627" y="1088"/>
                </a:cubicBezTo>
                <a:cubicBezTo>
                  <a:pt x="639" y="1088"/>
                  <a:pt x="638" y="1074"/>
                  <a:pt x="651" y="1074"/>
                </a:cubicBezTo>
                <a:cubicBezTo>
                  <a:pt x="652" y="1077"/>
                  <a:pt x="650" y="1077"/>
                  <a:pt x="650" y="1079"/>
                </a:cubicBezTo>
                <a:cubicBezTo>
                  <a:pt x="665" y="1076"/>
                  <a:pt x="677" y="1070"/>
                  <a:pt x="688" y="1064"/>
                </a:cubicBezTo>
                <a:cubicBezTo>
                  <a:pt x="694" y="1064"/>
                  <a:pt x="699" y="1063"/>
                  <a:pt x="701" y="1059"/>
                </a:cubicBezTo>
                <a:cubicBezTo>
                  <a:pt x="693" y="1057"/>
                  <a:pt x="682" y="1067"/>
                  <a:pt x="672" y="1060"/>
                </a:cubicBezTo>
                <a:cubicBezTo>
                  <a:pt x="683" y="1053"/>
                  <a:pt x="695" y="1048"/>
                  <a:pt x="710" y="1044"/>
                </a:cubicBezTo>
                <a:cubicBezTo>
                  <a:pt x="712" y="1042"/>
                  <a:pt x="712" y="1039"/>
                  <a:pt x="714" y="1038"/>
                </a:cubicBezTo>
                <a:cubicBezTo>
                  <a:pt x="722" y="1040"/>
                  <a:pt x="729" y="1035"/>
                  <a:pt x="735" y="1031"/>
                </a:cubicBezTo>
                <a:cubicBezTo>
                  <a:pt x="736" y="1035"/>
                  <a:pt x="733" y="1036"/>
                  <a:pt x="735" y="1038"/>
                </a:cubicBezTo>
                <a:cubicBezTo>
                  <a:pt x="737" y="1040"/>
                  <a:pt x="739" y="1038"/>
                  <a:pt x="742" y="1038"/>
                </a:cubicBezTo>
                <a:cubicBezTo>
                  <a:pt x="742" y="1040"/>
                  <a:pt x="740" y="1040"/>
                  <a:pt x="742" y="1041"/>
                </a:cubicBezTo>
                <a:cubicBezTo>
                  <a:pt x="755" y="1034"/>
                  <a:pt x="772" y="1031"/>
                  <a:pt x="783" y="1021"/>
                </a:cubicBezTo>
                <a:cubicBezTo>
                  <a:pt x="788" y="1020"/>
                  <a:pt x="793" y="1023"/>
                  <a:pt x="797" y="1020"/>
                </a:cubicBezTo>
                <a:cubicBezTo>
                  <a:pt x="796" y="1024"/>
                  <a:pt x="800" y="1023"/>
                  <a:pt x="800" y="1025"/>
                </a:cubicBezTo>
                <a:cubicBezTo>
                  <a:pt x="793" y="1032"/>
                  <a:pt x="780" y="1028"/>
                  <a:pt x="777" y="1040"/>
                </a:cubicBezTo>
                <a:cubicBezTo>
                  <a:pt x="753" y="1052"/>
                  <a:pt x="724" y="1060"/>
                  <a:pt x="702" y="1074"/>
                </a:cubicBezTo>
                <a:cubicBezTo>
                  <a:pt x="700" y="1074"/>
                  <a:pt x="700" y="1073"/>
                  <a:pt x="699" y="1073"/>
                </a:cubicBezTo>
                <a:cubicBezTo>
                  <a:pt x="680" y="1080"/>
                  <a:pt x="661" y="1085"/>
                  <a:pt x="645" y="1094"/>
                </a:cubicBezTo>
                <a:cubicBezTo>
                  <a:pt x="656" y="1092"/>
                  <a:pt x="665" y="1087"/>
                  <a:pt x="673" y="1087"/>
                </a:cubicBezTo>
                <a:cubicBezTo>
                  <a:pt x="671" y="1094"/>
                  <a:pt x="663" y="1097"/>
                  <a:pt x="657" y="1095"/>
                </a:cubicBezTo>
                <a:cubicBezTo>
                  <a:pt x="657" y="1096"/>
                  <a:pt x="659" y="1096"/>
                  <a:pt x="659" y="1097"/>
                </a:cubicBezTo>
                <a:cubicBezTo>
                  <a:pt x="653" y="1100"/>
                  <a:pt x="646" y="1101"/>
                  <a:pt x="641" y="1104"/>
                </a:cubicBezTo>
                <a:cubicBezTo>
                  <a:pt x="659" y="1107"/>
                  <a:pt x="666" y="1090"/>
                  <a:pt x="680" y="1097"/>
                </a:cubicBezTo>
                <a:cubicBezTo>
                  <a:pt x="680" y="1098"/>
                  <a:pt x="678" y="1101"/>
                  <a:pt x="680" y="1101"/>
                </a:cubicBezTo>
                <a:cubicBezTo>
                  <a:pt x="681" y="1099"/>
                  <a:pt x="684" y="1101"/>
                  <a:pt x="686" y="1101"/>
                </a:cubicBezTo>
                <a:cubicBezTo>
                  <a:pt x="687" y="1099"/>
                  <a:pt x="688" y="1097"/>
                  <a:pt x="688" y="1094"/>
                </a:cubicBezTo>
                <a:cubicBezTo>
                  <a:pt x="694" y="1094"/>
                  <a:pt x="695" y="1086"/>
                  <a:pt x="701" y="1088"/>
                </a:cubicBezTo>
                <a:cubicBezTo>
                  <a:pt x="701" y="1087"/>
                  <a:pt x="701" y="1086"/>
                  <a:pt x="702" y="1086"/>
                </a:cubicBezTo>
                <a:cubicBezTo>
                  <a:pt x="702" y="1086"/>
                  <a:pt x="701" y="1086"/>
                  <a:pt x="701" y="1086"/>
                </a:cubicBezTo>
                <a:cubicBezTo>
                  <a:pt x="699" y="1086"/>
                  <a:pt x="698" y="1085"/>
                  <a:pt x="698" y="1083"/>
                </a:cubicBezTo>
                <a:cubicBezTo>
                  <a:pt x="701" y="1079"/>
                  <a:pt x="706" y="1077"/>
                  <a:pt x="709" y="1072"/>
                </a:cubicBezTo>
                <a:cubicBezTo>
                  <a:pt x="736" y="1068"/>
                  <a:pt x="755" y="1051"/>
                  <a:pt x="781" y="1048"/>
                </a:cubicBezTo>
                <a:cubicBezTo>
                  <a:pt x="779" y="1054"/>
                  <a:pt x="778" y="1059"/>
                  <a:pt x="779" y="1063"/>
                </a:cubicBezTo>
                <a:cubicBezTo>
                  <a:pt x="783" y="1064"/>
                  <a:pt x="785" y="1063"/>
                  <a:pt x="788" y="1062"/>
                </a:cubicBezTo>
                <a:cubicBezTo>
                  <a:pt x="792" y="1053"/>
                  <a:pt x="802" y="1054"/>
                  <a:pt x="808" y="1050"/>
                </a:cubicBezTo>
                <a:cubicBezTo>
                  <a:pt x="806" y="1040"/>
                  <a:pt x="812" y="1048"/>
                  <a:pt x="819" y="1045"/>
                </a:cubicBezTo>
                <a:cubicBezTo>
                  <a:pt x="817" y="1036"/>
                  <a:pt x="806" y="1046"/>
                  <a:pt x="802" y="1043"/>
                </a:cubicBezTo>
                <a:cubicBezTo>
                  <a:pt x="803" y="1040"/>
                  <a:pt x="805" y="1037"/>
                  <a:pt x="802" y="1036"/>
                </a:cubicBezTo>
                <a:cubicBezTo>
                  <a:pt x="807" y="1034"/>
                  <a:pt x="811" y="1031"/>
                  <a:pt x="814" y="1027"/>
                </a:cubicBezTo>
                <a:cubicBezTo>
                  <a:pt x="813" y="1026"/>
                  <a:pt x="812" y="1026"/>
                  <a:pt x="812" y="1024"/>
                </a:cubicBezTo>
                <a:cubicBezTo>
                  <a:pt x="808" y="1025"/>
                  <a:pt x="804" y="1026"/>
                  <a:pt x="802" y="1029"/>
                </a:cubicBezTo>
                <a:cubicBezTo>
                  <a:pt x="802" y="1022"/>
                  <a:pt x="798" y="1020"/>
                  <a:pt x="797" y="1015"/>
                </a:cubicBezTo>
                <a:cubicBezTo>
                  <a:pt x="807" y="1013"/>
                  <a:pt x="818" y="1011"/>
                  <a:pt x="821" y="1002"/>
                </a:cubicBezTo>
                <a:cubicBezTo>
                  <a:pt x="815" y="1004"/>
                  <a:pt x="810" y="1007"/>
                  <a:pt x="804" y="1010"/>
                </a:cubicBezTo>
                <a:cubicBezTo>
                  <a:pt x="803" y="1010"/>
                  <a:pt x="802" y="1009"/>
                  <a:pt x="800" y="1008"/>
                </a:cubicBezTo>
                <a:cubicBezTo>
                  <a:pt x="782" y="1016"/>
                  <a:pt x="765" y="1024"/>
                  <a:pt x="748" y="1032"/>
                </a:cubicBezTo>
                <a:cubicBezTo>
                  <a:pt x="746" y="1032"/>
                  <a:pt x="745" y="1031"/>
                  <a:pt x="742" y="1030"/>
                </a:cubicBezTo>
                <a:cubicBezTo>
                  <a:pt x="743" y="1034"/>
                  <a:pt x="740" y="1035"/>
                  <a:pt x="736" y="1035"/>
                </a:cubicBezTo>
                <a:cubicBezTo>
                  <a:pt x="736" y="1031"/>
                  <a:pt x="736" y="1031"/>
                  <a:pt x="736" y="1031"/>
                </a:cubicBezTo>
                <a:cubicBezTo>
                  <a:pt x="744" y="1030"/>
                  <a:pt x="749" y="1025"/>
                  <a:pt x="756" y="1022"/>
                </a:cubicBezTo>
                <a:cubicBezTo>
                  <a:pt x="754" y="1022"/>
                  <a:pt x="757" y="1021"/>
                  <a:pt x="756" y="1018"/>
                </a:cubicBezTo>
                <a:cubicBezTo>
                  <a:pt x="752" y="1020"/>
                  <a:pt x="745" y="1022"/>
                  <a:pt x="745" y="1025"/>
                </a:cubicBezTo>
                <a:cubicBezTo>
                  <a:pt x="743" y="1019"/>
                  <a:pt x="738" y="1027"/>
                  <a:pt x="735" y="1022"/>
                </a:cubicBezTo>
                <a:cubicBezTo>
                  <a:pt x="744" y="1019"/>
                  <a:pt x="752" y="1013"/>
                  <a:pt x="762" y="1010"/>
                </a:cubicBezTo>
                <a:cubicBezTo>
                  <a:pt x="763" y="1016"/>
                  <a:pt x="773" y="1011"/>
                  <a:pt x="775" y="1015"/>
                </a:cubicBezTo>
                <a:cubicBezTo>
                  <a:pt x="780" y="1012"/>
                  <a:pt x="780" y="1006"/>
                  <a:pt x="786" y="1005"/>
                </a:cubicBezTo>
                <a:cubicBezTo>
                  <a:pt x="787" y="1007"/>
                  <a:pt x="782" y="1009"/>
                  <a:pt x="785" y="1010"/>
                </a:cubicBezTo>
                <a:cubicBezTo>
                  <a:pt x="789" y="1005"/>
                  <a:pt x="793" y="1000"/>
                  <a:pt x="801" y="999"/>
                </a:cubicBezTo>
                <a:cubicBezTo>
                  <a:pt x="800" y="1005"/>
                  <a:pt x="809" y="1000"/>
                  <a:pt x="804" y="1005"/>
                </a:cubicBezTo>
                <a:cubicBezTo>
                  <a:pt x="812" y="1004"/>
                  <a:pt x="819" y="1002"/>
                  <a:pt x="820" y="998"/>
                </a:cubicBezTo>
                <a:cubicBezTo>
                  <a:pt x="817" y="999"/>
                  <a:pt x="814" y="1000"/>
                  <a:pt x="811" y="1002"/>
                </a:cubicBezTo>
                <a:cubicBezTo>
                  <a:pt x="811" y="999"/>
                  <a:pt x="811" y="995"/>
                  <a:pt x="812" y="993"/>
                </a:cubicBezTo>
                <a:cubicBezTo>
                  <a:pt x="821" y="995"/>
                  <a:pt x="837" y="988"/>
                  <a:pt x="841" y="979"/>
                </a:cubicBezTo>
                <a:cubicBezTo>
                  <a:pt x="843" y="979"/>
                  <a:pt x="844" y="978"/>
                  <a:pt x="846" y="978"/>
                </a:cubicBezTo>
                <a:cubicBezTo>
                  <a:pt x="844" y="973"/>
                  <a:pt x="852" y="974"/>
                  <a:pt x="859" y="974"/>
                </a:cubicBezTo>
                <a:cubicBezTo>
                  <a:pt x="859" y="969"/>
                  <a:pt x="865" y="967"/>
                  <a:pt x="868" y="968"/>
                </a:cubicBezTo>
                <a:cubicBezTo>
                  <a:pt x="868" y="972"/>
                  <a:pt x="865" y="967"/>
                  <a:pt x="865" y="971"/>
                </a:cubicBezTo>
                <a:cubicBezTo>
                  <a:pt x="872" y="971"/>
                  <a:pt x="886" y="969"/>
                  <a:pt x="886" y="961"/>
                </a:cubicBezTo>
                <a:cubicBezTo>
                  <a:pt x="889" y="960"/>
                  <a:pt x="889" y="963"/>
                  <a:pt x="889" y="965"/>
                </a:cubicBezTo>
                <a:cubicBezTo>
                  <a:pt x="895" y="963"/>
                  <a:pt x="897" y="957"/>
                  <a:pt x="905" y="956"/>
                </a:cubicBezTo>
                <a:cubicBezTo>
                  <a:pt x="906" y="954"/>
                  <a:pt x="902" y="953"/>
                  <a:pt x="905" y="952"/>
                </a:cubicBezTo>
                <a:cubicBezTo>
                  <a:pt x="907" y="950"/>
                  <a:pt x="909" y="954"/>
                  <a:pt x="911" y="954"/>
                </a:cubicBezTo>
                <a:cubicBezTo>
                  <a:pt x="910" y="955"/>
                  <a:pt x="906" y="956"/>
                  <a:pt x="909" y="957"/>
                </a:cubicBezTo>
                <a:cubicBezTo>
                  <a:pt x="909" y="956"/>
                  <a:pt x="911" y="956"/>
                  <a:pt x="912" y="956"/>
                </a:cubicBezTo>
                <a:cubicBezTo>
                  <a:pt x="912" y="952"/>
                  <a:pt x="912" y="948"/>
                  <a:pt x="915" y="947"/>
                </a:cubicBezTo>
                <a:cubicBezTo>
                  <a:pt x="918" y="946"/>
                  <a:pt x="918" y="948"/>
                  <a:pt x="919" y="950"/>
                </a:cubicBezTo>
                <a:cubicBezTo>
                  <a:pt x="919" y="952"/>
                  <a:pt x="917" y="951"/>
                  <a:pt x="917" y="953"/>
                </a:cubicBezTo>
                <a:cubicBezTo>
                  <a:pt x="923" y="956"/>
                  <a:pt x="925" y="949"/>
                  <a:pt x="928" y="946"/>
                </a:cubicBezTo>
                <a:cubicBezTo>
                  <a:pt x="935" y="945"/>
                  <a:pt x="939" y="939"/>
                  <a:pt x="944" y="935"/>
                </a:cubicBezTo>
                <a:cubicBezTo>
                  <a:pt x="949" y="936"/>
                  <a:pt x="952" y="933"/>
                  <a:pt x="957" y="937"/>
                </a:cubicBezTo>
                <a:cubicBezTo>
                  <a:pt x="958" y="934"/>
                  <a:pt x="955" y="934"/>
                  <a:pt x="956" y="931"/>
                </a:cubicBezTo>
                <a:cubicBezTo>
                  <a:pt x="960" y="930"/>
                  <a:pt x="961" y="927"/>
                  <a:pt x="965" y="926"/>
                </a:cubicBezTo>
                <a:cubicBezTo>
                  <a:pt x="968" y="925"/>
                  <a:pt x="969" y="931"/>
                  <a:pt x="972" y="927"/>
                </a:cubicBezTo>
                <a:cubicBezTo>
                  <a:pt x="967" y="917"/>
                  <a:pt x="982" y="912"/>
                  <a:pt x="983" y="902"/>
                </a:cubicBezTo>
                <a:cubicBezTo>
                  <a:pt x="987" y="901"/>
                  <a:pt x="988" y="905"/>
                  <a:pt x="990" y="906"/>
                </a:cubicBezTo>
                <a:cubicBezTo>
                  <a:pt x="990" y="907"/>
                  <a:pt x="988" y="908"/>
                  <a:pt x="988" y="909"/>
                </a:cubicBezTo>
                <a:cubicBezTo>
                  <a:pt x="992" y="911"/>
                  <a:pt x="996" y="911"/>
                  <a:pt x="1000" y="909"/>
                </a:cubicBezTo>
                <a:cubicBezTo>
                  <a:pt x="1000" y="911"/>
                  <a:pt x="997" y="910"/>
                  <a:pt x="996" y="912"/>
                </a:cubicBezTo>
                <a:cubicBezTo>
                  <a:pt x="998" y="912"/>
                  <a:pt x="1000" y="912"/>
                  <a:pt x="1001" y="913"/>
                </a:cubicBezTo>
                <a:cubicBezTo>
                  <a:pt x="1001" y="917"/>
                  <a:pt x="997" y="918"/>
                  <a:pt x="999" y="920"/>
                </a:cubicBezTo>
                <a:cubicBezTo>
                  <a:pt x="1005" y="919"/>
                  <a:pt x="1009" y="915"/>
                  <a:pt x="1008" y="910"/>
                </a:cubicBezTo>
                <a:cubicBezTo>
                  <a:pt x="1004" y="911"/>
                  <a:pt x="1001" y="910"/>
                  <a:pt x="1000" y="906"/>
                </a:cubicBezTo>
                <a:cubicBezTo>
                  <a:pt x="1004" y="905"/>
                  <a:pt x="1004" y="900"/>
                  <a:pt x="1010" y="900"/>
                </a:cubicBezTo>
                <a:cubicBezTo>
                  <a:pt x="1009" y="897"/>
                  <a:pt x="1012" y="897"/>
                  <a:pt x="1012" y="894"/>
                </a:cubicBezTo>
                <a:cubicBezTo>
                  <a:pt x="1009" y="892"/>
                  <a:pt x="1010" y="888"/>
                  <a:pt x="1010" y="884"/>
                </a:cubicBezTo>
                <a:cubicBezTo>
                  <a:pt x="1019" y="883"/>
                  <a:pt x="1022" y="866"/>
                  <a:pt x="1034" y="868"/>
                </a:cubicBezTo>
                <a:cubicBezTo>
                  <a:pt x="1035" y="874"/>
                  <a:pt x="1029" y="874"/>
                  <a:pt x="1027" y="877"/>
                </a:cubicBezTo>
                <a:cubicBezTo>
                  <a:pt x="1027" y="881"/>
                  <a:pt x="1031" y="881"/>
                  <a:pt x="1030" y="885"/>
                </a:cubicBezTo>
                <a:cubicBezTo>
                  <a:pt x="1029" y="885"/>
                  <a:pt x="1026" y="884"/>
                  <a:pt x="1027" y="887"/>
                </a:cubicBezTo>
                <a:cubicBezTo>
                  <a:pt x="1031" y="887"/>
                  <a:pt x="1028" y="890"/>
                  <a:pt x="1031" y="893"/>
                </a:cubicBezTo>
                <a:cubicBezTo>
                  <a:pt x="1028" y="892"/>
                  <a:pt x="1027" y="894"/>
                  <a:pt x="1027" y="896"/>
                </a:cubicBezTo>
                <a:cubicBezTo>
                  <a:pt x="1032" y="895"/>
                  <a:pt x="1034" y="900"/>
                  <a:pt x="1034" y="901"/>
                </a:cubicBezTo>
                <a:cubicBezTo>
                  <a:pt x="1034" y="899"/>
                  <a:pt x="1037" y="899"/>
                  <a:pt x="1039" y="899"/>
                </a:cubicBezTo>
                <a:cubicBezTo>
                  <a:pt x="1040" y="902"/>
                  <a:pt x="1037" y="904"/>
                  <a:pt x="1039" y="906"/>
                </a:cubicBezTo>
                <a:cubicBezTo>
                  <a:pt x="1040" y="904"/>
                  <a:pt x="1040" y="902"/>
                  <a:pt x="1041" y="901"/>
                </a:cubicBezTo>
                <a:cubicBezTo>
                  <a:pt x="1041" y="903"/>
                  <a:pt x="1044" y="902"/>
                  <a:pt x="1044" y="903"/>
                </a:cubicBezTo>
                <a:cubicBezTo>
                  <a:pt x="1042" y="908"/>
                  <a:pt x="1042" y="904"/>
                  <a:pt x="1041" y="909"/>
                </a:cubicBezTo>
                <a:cubicBezTo>
                  <a:pt x="1044" y="909"/>
                  <a:pt x="1047" y="912"/>
                  <a:pt x="1050" y="910"/>
                </a:cubicBezTo>
                <a:cubicBezTo>
                  <a:pt x="1049" y="909"/>
                  <a:pt x="1049" y="908"/>
                  <a:pt x="1048" y="906"/>
                </a:cubicBezTo>
                <a:cubicBezTo>
                  <a:pt x="1051" y="903"/>
                  <a:pt x="1052" y="903"/>
                  <a:pt x="1056" y="905"/>
                </a:cubicBezTo>
                <a:cubicBezTo>
                  <a:pt x="1056" y="903"/>
                  <a:pt x="1054" y="902"/>
                  <a:pt x="1055" y="900"/>
                </a:cubicBezTo>
                <a:cubicBezTo>
                  <a:pt x="1050" y="897"/>
                  <a:pt x="1049" y="903"/>
                  <a:pt x="1046" y="904"/>
                </a:cubicBezTo>
                <a:cubicBezTo>
                  <a:pt x="1045" y="900"/>
                  <a:pt x="1044" y="897"/>
                  <a:pt x="1044" y="894"/>
                </a:cubicBezTo>
                <a:cubicBezTo>
                  <a:pt x="1044" y="896"/>
                  <a:pt x="1040" y="895"/>
                  <a:pt x="1040" y="893"/>
                </a:cubicBezTo>
                <a:cubicBezTo>
                  <a:pt x="1046" y="891"/>
                  <a:pt x="1047" y="887"/>
                  <a:pt x="1047" y="881"/>
                </a:cubicBezTo>
                <a:cubicBezTo>
                  <a:pt x="1041" y="883"/>
                  <a:pt x="1042" y="892"/>
                  <a:pt x="1035" y="893"/>
                </a:cubicBezTo>
                <a:cubicBezTo>
                  <a:pt x="1033" y="887"/>
                  <a:pt x="1030" y="884"/>
                  <a:pt x="1034" y="880"/>
                </a:cubicBezTo>
                <a:cubicBezTo>
                  <a:pt x="1035" y="880"/>
                  <a:pt x="1036" y="880"/>
                  <a:pt x="1037" y="879"/>
                </a:cubicBezTo>
                <a:cubicBezTo>
                  <a:pt x="1037" y="881"/>
                  <a:pt x="1037" y="883"/>
                  <a:pt x="1038" y="884"/>
                </a:cubicBezTo>
                <a:cubicBezTo>
                  <a:pt x="1039" y="881"/>
                  <a:pt x="1039" y="879"/>
                  <a:pt x="1038" y="876"/>
                </a:cubicBezTo>
                <a:cubicBezTo>
                  <a:pt x="1041" y="879"/>
                  <a:pt x="1042" y="872"/>
                  <a:pt x="1047" y="873"/>
                </a:cubicBezTo>
                <a:cubicBezTo>
                  <a:pt x="1047" y="871"/>
                  <a:pt x="1046" y="871"/>
                  <a:pt x="1046" y="869"/>
                </a:cubicBezTo>
                <a:cubicBezTo>
                  <a:pt x="1055" y="861"/>
                  <a:pt x="1064" y="856"/>
                  <a:pt x="1076" y="855"/>
                </a:cubicBezTo>
                <a:cubicBezTo>
                  <a:pt x="1072" y="852"/>
                  <a:pt x="1078" y="849"/>
                  <a:pt x="1077" y="848"/>
                </a:cubicBezTo>
                <a:cubicBezTo>
                  <a:pt x="1076" y="851"/>
                  <a:pt x="1071" y="846"/>
                  <a:pt x="1071" y="848"/>
                </a:cubicBezTo>
                <a:cubicBezTo>
                  <a:pt x="1074" y="851"/>
                  <a:pt x="1067" y="856"/>
                  <a:pt x="1065" y="855"/>
                </a:cubicBezTo>
                <a:cubicBezTo>
                  <a:pt x="1066" y="849"/>
                  <a:pt x="1073" y="845"/>
                  <a:pt x="1072" y="841"/>
                </a:cubicBezTo>
                <a:cubicBezTo>
                  <a:pt x="1071" y="840"/>
                  <a:pt x="1067" y="842"/>
                  <a:pt x="1066" y="838"/>
                </a:cubicBezTo>
                <a:cubicBezTo>
                  <a:pt x="1065" y="840"/>
                  <a:pt x="1065" y="842"/>
                  <a:pt x="1062" y="842"/>
                </a:cubicBezTo>
                <a:cubicBezTo>
                  <a:pt x="1062" y="839"/>
                  <a:pt x="1060" y="838"/>
                  <a:pt x="1059" y="835"/>
                </a:cubicBezTo>
                <a:cubicBezTo>
                  <a:pt x="1064" y="833"/>
                  <a:pt x="1074" y="826"/>
                  <a:pt x="1077" y="832"/>
                </a:cubicBezTo>
                <a:cubicBezTo>
                  <a:pt x="1077" y="834"/>
                  <a:pt x="1073" y="837"/>
                  <a:pt x="1076" y="839"/>
                </a:cubicBezTo>
                <a:cubicBezTo>
                  <a:pt x="1076" y="838"/>
                  <a:pt x="1077" y="837"/>
                  <a:pt x="1078" y="836"/>
                </a:cubicBezTo>
                <a:cubicBezTo>
                  <a:pt x="1081" y="838"/>
                  <a:pt x="1076" y="840"/>
                  <a:pt x="1078" y="841"/>
                </a:cubicBezTo>
                <a:cubicBezTo>
                  <a:pt x="1081" y="839"/>
                  <a:pt x="1081" y="833"/>
                  <a:pt x="1085" y="832"/>
                </a:cubicBezTo>
                <a:cubicBezTo>
                  <a:pt x="1083" y="827"/>
                  <a:pt x="1086" y="824"/>
                  <a:pt x="1091" y="824"/>
                </a:cubicBezTo>
                <a:cubicBezTo>
                  <a:pt x="1091" y="825"/>
                  <a:pt x="1091" y="825"/>
                  <a:pt x="1092" y="826"/>
                </a:cubicBezTo>
                <a:cubicBezTo>
                  <a:pt x="1092" y="829"/>
                  <a:pt x="1089" y="828"/>
                  <a:pt x="1090" y="831"/>
                </a:cubicBezTo>
                <a:cubicBezTo>
                  <a:pt x="1092" y="832"/>
                  <a:pt x="1092" y="830"/>
                  <a:pt x="1093" y="833"/>
                </a:cubicBezTo>
                <a:cubicBezTo>
                  <a:pt x="1097" y="831"/>
                  <a:pt x="1092" y="828"/>
                  <a:pt x="1096" y="827"/>
                </a:cubicBezTo>
                <a:cubicBezTo>
                  <a:pt x="1097" y="830"/>
                  <a:pt x="1101" y="832"/>
                  <a:pt x="1103" y="835"/>
                </a:cubicBezTo>
                <a:cubicBezTo>
                  <a:pt x="1106" y="830"/>
                  <a:pt x="1118" y="829"/>
                  <a:pt x="1116" y="823"/>
                </a:cubicBezTo>
                <a:cubicBezTo>
                  <a:pt x="1113" y="826"/>
                  <a:pt x="1111" y="819"/>
                  <a:pt x="1108" y="818"/>
                </a:cubicBezTo>
                <a:cubicBezTo>
                  <a:pt x="1111" y="815"/>
                  <a:pt x="1112" y="820"/>
                  <a:pt x="1114" y="821"/>
                </a:cubicBezTo>
                <a:cubicBezTo>
                  <a:pt x="1116" y="816"/>
                  <a:pt x="1119" y="811"/>
                  <a:pt x="1126" y="809"/>
                </a:cubicBezTo>
                <a:cubicBezTo>
                  <a:pt x="1128" y="815"/>
                  <a:pt x="1129" y="817"/>
                  <a:pt x="1133" y="816"/>
                </a:cubicBezTo>
                <a:cubicBezTo>
                  <a:pt x="1132" y="818"/>
                  <a:pt x="1128" y="820"/>
                  <a:pt x="1130" y="822"/>
                </a:cubicBezTo>
                <a:cubicBezTo>
                  <a:pt x="1134" y="820"/>
                  <a:pt x="1137" y="818"/>
                  <a:pt x="1142" y="820"/>
                </a:cubicBezTo>
                <a:cubicBezTo>
                  <a:pt x="1142" y="821"/>
                  <a:pt x="1140" y="822"/>
                  <a:pt x="1140" y="824"/>
                </a:cubicBezTo>
                <a:cubicBezTo>
                  <a:pt x="1144" y="824"/>
                  <a:pt x="1145" y="821"/>
                  <a:pt x="1148" y="821"/>
                </a:cubicBezTo>
                <a:cubicBezTo>
                  <a:pt x="1149" y="825"/>
                  <a:pt x="1145" y="824"/>
                  <a:pt x="1146" y="828"/>
                </a:cubicBezTo>
                <a:cubicBezTo>
                  <a:pt x="1147" y="831"/>
                  <a:pt x="1150" y="831"/>
                  <a:pt x="1150" y="835"/>
                </a:cubicBezTo>
                <a:cubicBezTo>
                  <a:pt x="1146" y="835"/>
                  <a:pt x="1148" y="837"/>
                  <a:pt x="1147" y="840"/>
                </a:cubicBezTo>
                <a:cubicBezTo>
                  <a:pt x="1145" y="836"/>
                  <a:pt x="1143" y="843"/>
                  <a:pt x="1140" y="840"/>
                </a:cubicBezTo>
                <a:cubicBezTo>
                  <a:pt x="1140" y="844"/>
                  <a:pt x="1139" y="847"/>
                  <a:pt x="1136" y="848"/>
                </a:cubicBezTo>
                <a:cubicBezTo>
                  <a:pt x="1137" y="843"/>
                  <a:pt x="1132" y="849"/>
                  <a:pt x="1135" y="847"/>
                </a:cubicBezTo>
                <a:cubicBezTo>
                  <a:pt x="1138" y="851"/>
                  <a:pt x="1128" y="850"/>
                  <a:pt x="1127" y="850"/>
                </a:cubicBezTo>
                <a:cubicBezTo>
                  <a:pt x="1128" y="853"/>
                  <a:pt x="1133" y="853"/>
                  <a:pt x="1134" y="853"/>
                </a:cubicBezTo>
                <a:cubicBezTo>
                  <a:pt x="1136" y="859"/>
                  <a:pt x="1129" y="859"/>
                  <a:pt x="1130" y="860"/>
                </a:cubicBezTo>
                <a:cubicBezTo>
                  <a:pt x="1133" y="860"/>
                  <a:pt x="1134" y="859"/>
                  <a:pt x="1135" y="858"/>
                </a:cubicBezTo>
                <a:cubicBezTo>
                  <a:pt x="1135" y="859"/>
                  <a:pt x="1137" y="863"/>
                  <a:pt x="1137" y="860"/>
                </a:cubicBezTo>
                <a:cubicBezTo>
                  <a:pt x="1140" y="856"/>
                  <a:pt x="1147" y="849"/>
                  <a:pt x="1154" y="846"/>
                </a:cubicBezTo>
                <a:cubicBezTo>
                  <a:pt x="1154" y="851"/>
                  <a:pt x="1154" y="851"/>
                  <a:pt x="1154" y="851"/>
                </a:cubicBezTo>
                <a:cubicBezTo>
                  <a:pt x="1150" y="851"/>
                  <a:pt x="1151" y="855"/>
                  <a:pt x="1148" y="856"/>
                </a:cubicBezTo>
                <a:cubicBezTo>
                  <a:pt x="1149" y="859"/>
                  <a:pt x="1152" y="859"/>
                  <a:pt x="1151" y="864"/>
                </a:cubicBezTo>
                <a:cubicBezTo>
                  <a:pt x="1149" y="864"/>
                  <a:pt x="1149" y="866"/>
                  <a:pt x="1147" y="865"/>
                </a:cubicBezTo>
                <a:cubicBezTo>
                  <a:pt x="1147" y="863"/>
                  <a:pt x="1146" y="862"/>
                  <a:pt x="1145" y="861"/>
                </a:cubicBezTo>
                <a:cubicBezTo>
                  <a:pt x="1143" y="866"/>
                  <a:pt x="1145" y="867"/>
                  <a:pt x="1145" y="872"/>
                </a:cubicBezTo>
                <a:cubicBezTo>
                  <a:pt x="1139" y="876"/>
                  <a:pt x="1131" y="878"/>
                  <a:pt x="1127" y="885"/>
                </a:cubicBezTo>
                <a:cubicBezTo>
                  <a:pt x="1129" y="885"/>
                  <a:pt x="1133" y="884"/>
                  <a:pt x="1134" y="888"/>
                </a:cubicBezTo>
                <a:cubicBezTo>
                  <a:pt x="1132" y="891"/>
                  <a:pt x="1128" y="892"/>
                  <a:pt x="1130" y="896"/>
                </a:cubicBezTo>
                <a:cubicBezTo>
                  <a:pt x="1135" y="892"/>
                  <a:pt x="1143" y="891"/>
                  <a:pt x="1139" y="881"/>
                </a:cubicBezTo>
                <a:cubicBezTo>
                  <a:pt x="1142" y="876"/>
                  <a:pt x="1151" y="870"/>
                  <a:pt x="1155" y="875"/>
                </a:cubicBezTo>
                <a:cubicBezTo>
                  <a:pt x="1153" y="877"/>
                  <a:pt x="1149" y="877"/>
                  <a:pt x="1149" y="881"/>
                </a:cubicBezTo>
                <a:cubicBezTo>
                  <a:pt x="1153" y="881"/>
                  <a:pt x="1155" y="878"/>
                  <a:pt x="1158" y="880"/>
                </a:cubicBezTo>
                <a:cubicBezTo>
                  <a:pt x="1161" y="874"/>
                  <a:pt x="1169" y="873"/>
                  <a:pt x="1172" y="868"/>
                </a:cubicBezTo>
                <a:cubicBezTo>
                  <a:pt x="1175" y="869"/>
                  <a:pt x="1176" y="867"/>
                  <a:pt x="1178" y="867"/>
                </a:cubicBezTo>
                <a:cubicBezTo>
                  <a:pt x="1177" y="862"/>
                  <a:pt x="1182" y="863"/>
                  <a:pt x="1185" y="862"/>
                </a:cubicBezTo>
                <a:cubicBezTo>
                  <a:pt x="1185" y="864"/>
                  <a:pt x="1185" y="865"/>
                  <a:pt x="1186" y="866"/>
                </a:cubicBezTo>
                <a:cubicBezTo>
                  <a:pt x="1192" y="864"/>
                  <a:pt x="1192" y="856"/>
                  <a:pt x="1199" y="854"/>
                </a:cubicBezTo>
                <a:cubicBezTo>
                  <a:pt x="1201" y="855"/>
                  <a:pt x="1198" y="857"/>
                  <a:pt x="1200" y="858"/>
                </a:cubicBezTo>
                <a:cubicBezTo>
                  <a:pt x="1200" y="856"/>
                  <a:pt x="1201" y="856"/>
                  <a:pt x="1203" y="856"/>
                </a:cubicBezTo>
                <a:cubicBezTo>
                  <a:pt x="1204" y="859"/>
                  <a:pt x="1203" y="860"/>
                  <a:pt x="1202" y="862"/>
                </a:cubicBezTo>
                <a:cubicBezTo>
                  <a:pt x="1203" y="864"/>
                  <a:pt x="1208" y="862"/>
                  <a:pt x="1209" y="864"/>
                </a:cubicBezTo>
                <a:cubicBezTo>
                  <a:pt x="1204" y="874"/>
                  <a:pt x="1195" y="881"/>
                  <a:pt x="1190" y="890"/>
                </a:cubicBezTo>
                <a:cubicBezTo>
                  <a:pt x="1198" y="890"/>
                  <a:pt x="1205" y="877"/>
                  <a:pt x="1211" y="884"/>
                </a:cubicBezTo>
                <a:cubicBezTo>
                  <a:pt x="1211" y="880"/>
                  <a:pt x="1214" y="882"/>
                  <a:pt x="1215" y="881"/>
                </a:cubicBezTo>
                <a:cubicBezTo>
                  <a:pt x="1221" y="876"/>
                  <a:pt x="1223" y="865"/>
                  <a:pt x="1234" y="865"/>
                </a:cubicBezTo>
                <a:cubicBezTo>
                  <a:pt x="1234" y="868"/>
                  <a:pt x="1234" y="868"/>
                  <a:pt x="1234" y="868"/>
                </a:cubicBezTo>
                <a:cubicBezTo>
                  <a:pt x="1238" y="867"/>
                  <a:pt x="1242" y="860"/>
                  <a:pt x="1240" y="857"/>
                </a:cubicBezTo>
                <a:cubicBezTo>
                  <a:pt x="1230" y="856"/>
                  <a:pt x="1225" y="861"/>
                  <a:pt x="1218" y="865"/>
                </a:cubicBezTo>
                <a:cubicBezTo>
                  <a:pt x="1216" y="865"/>
                  <a:pt x="1217" y="862"/>
                  <a:pt x="1215" y="862"/>
                </a:cubicBezTo>
                <a:cubicBezTo>
                  <a:pt x="1214" y="865"/>
                  <a:pt x="1212" y="864"/>
                  <a:pt x="1210" y="863"/>
                </a:cubicBezTo>
                <a:cubicBezTo>
                  <a:pt x="1212" y="856"/>
                  <a:pt x="1224" y="854"/>
                  <a:pt x="1225" y="848"/>
                </a:cubicBezTo>
                <a:cubicBezTo>
                  <a:pt x="1220" y="851"/>
                  <a:pt x="1211" y="853"/>
                  <a:pt x="1204" y="857"/>
                </a:cubicBezTo>
                <a:cubicBezTo>
                  <a:pt x="1204" y="851"/>
                  <a:pt x="1209" y="850"/>
                  <a:pt x="1210" y="846"/>
                </a:cubicBezTo>
                <a:cubicBezTo>
                  <a:pt x="1207" y="845"/>
                  <a:pt x="1206" y="847"/>
                  <a:pt x="1204" y="847"/>
                </a:cubicBezTo>
                <a:cubicBezTo>
                  <a:pt x="1208" y="841"/>
                  <a:pt x="1215" y="842"/>
                  <a:pt x="1220" y="836"/>
                </a:cubicBezTo>
                <a:cubicBezTo>
                  <a:pt x="1217" y="833"/>
                  <a:pt x="1223" y="831"/>
                  <a:pt x="1224" y="829"/>
                </a:cubicBezTo>
                <a:cubicBezTo>
                  <a:pt x="1225" y="826"/>
                  <a:pt x="1223" y="825"/>
                  <a:pt x="1223" y="823"/>
                </a:cubicBezTo>
                <a:cubicBezTo>
                  <a:pt x="1225" y="822"/>
                  <a:pt x="1228" y="820"/>
                  <a:pt x="1231" y="819"/>
                </a:cubicBezTo>
                <a:cubicBezTo>
                  <a:pt x="1231" y="816"/>
                  <a:pt x="1230" y="812"/>
                  <a:pt x="1233" y="812"/>
                </a:cubicBezTo>
                <a:cubicBezTo>
                  <a:pt x="1235" y="812"/>
                  <a:pt x="1235" y="814"/>
                  <a:pt x="1238" y="813"/>
                </a:cubicBezTo>
                <a:cubicBezTo>
                  <a:pt x="1238" y="809"/>
                  <a:pt x="1245" y="808"/>
                  <a:pt x="1244" y="806"/>
                </a:cubicBezTo>
                <a:cubicBezTo>
                  <a:pt x="1241" y="808"/>
                  <a:pt x="1236" y="805"/>
                  <a:pt x="1240" y="803"/>
                </a:cubicBezTo>
                <a:cubicBezTo>
                  <a:pt x="1232" y="805"/>
                  <a:pt x="1232" y="816"/>
                  <a:pt x="1221" y="815"/>
                </a:cubicBezTo>
                <a:cubicBezTo>
                  <a:pt x="1221" y="814"/>
                  <a:pt x="1222" y="814"/>
                  <a:pt x="1222" y="812"/>
                </a:cubicBezTo>
                <a:cubicBezTo>
                  <a:pt x="1217" y="815"/>
                  <a:pt x="1211" y="816"/>
                  <a:pt x="1206" y="816"/>
                </a:cubicBezTo>
                <a:cubicBezTo>
                  <a:pt x="1205" y="819"/>
                  <a:pt x="1207" y="819"/>
                  <a:pt x="1208" y="821"/>
                </a:cubicBezTo>
                <a:cubicBezTo>
                  <a:pt x="1204" y="820"/>
                  <a:pt x="1204" y="824"/>
                  <a:pt x="1201" y="824"/>
                </a:cubicBezTo>
                <a:cubicBezTo>
                  <a:pt x="1201" y="827"/>
                  <a:pt x="1201" y="830"/>
                  <a:pt x="1200" y="831"/>
                </a:cubicBezTo>
                <a:cubicBezTo>
                  <a:pt x="1201" y="831"/>
                  <a:pt x="1202" y="829"/>
                  <a:pt x="1202" y="831"/>
                </a:cubicBezTo>
                <a:cubicBezTo>
                  <a:pt x="1202" y="832"/>
                  <a:pt x="1201" y="833"/>
                  <a:pt x="1201" y="834"/>
                </a:cubicBezTo>
                <a:cubicBezTo>
                  <a:pt x="1202" y="836"/>
                  <a:pt x="1205" y="836"/>
                  <a:pt x="1204" y="839"/>
                </a:cubicBezTo>
                <a:cubicBezTo>
                  <a:pt x="1189" y="842"/>
                  <a:pt x="1183" y="854"/>
                  <a:pt x="1172" y="860"/>
                </a:cubicBezTo>
                <a:cubicBezTo>
                  <a:pt x="1169" y="858"/>
                  <a:pt x="1170" y="856"/>
                  <a:pt x="1167" y="855"/>
                </a:cubicBezTo>
                <a:cubicBezTo>
                  <a:pt x="1167" y="853"/>
                  <a:pt x="1168" y="851"/>
                  <a:pt x="1170" y="851"/>
                </a:cubicBezTo>
                <a:cubicBezTo>
                  <a:pt x="1173" y="850"/>
                  <a:pt x="1173" y="853"/>
                  <a:pt x="1175" y="853"/>
                </a:cubicBezTo>
                <a:cubicBezTo>
                  <a:pt x="1177" y="850"/>
                  <a:pt x="1185" y="848"/>
                  <a:pt x="1182" y="844"/>
                </a:cubicBezTo>
                <a:cubicBezTo>
                  <a:pt x="1182" y="846"/>
                  <a:pt x="1178" y="849"/>
                  <a:pt x="1177" y="848"/>
                </a:cubicBezTo>
                <a:cubicBezTo>
                  <a:pt x="1180" y="843"/>
                  <a:pt x="1185" y="835"/>
                  <a:pt x="1191" y="836"/>
                </a:cubicBezTo>
                <a:cubicBezTo>
                  <a:pt x="1187" y="838"/>
                  <a:pt x="1185" y="840"/>
                  <a:pt x="1184" y="845"/>
                </a:cubicBezTo>
                <a:cubicBezTo>
                  <a:pt x="1190" y="844"/>
                  <a:pt x="1192" y="841"/>
                  <a:pt x="1196" y="838"/>
                </a:cubicBezTo>
                <a:cubicBezTo>
                  <a:pt x="1193" y="837"/>
                  <a:pt x="1192" y="839"/>
                  <a:pt x="1191" y="837"/>
                </a:cubicBezTo>
                <a:cubicBezTo>
                  <a:pt x="1193" y="837"/>
                  <a:pt x="1191" y="833"/>
                  <a:pt x="1191" y="832"/>
                </a:cubicBezTo>
                <a:cubicBezTo>
                  <a:pt x="1183" y="831"/>
                  <a:pt x="1181" y="840"/>
                  <a:pt x="1175" y="835"/>
                </a:cubicBezTo>
                <a:cubicBezTo>
                  <a:pt x="1172" y="844"/>
                  <a:pt x="1163" y="841"/>
                  <a:pt x="1159" y="846"/>
                </a:cubicBezTo>
                <a:cubicBezTo>
                  <a:pt x="1158" y="844"/>
                  <a:pt x="1157" y="842"/>
                  <a:pt x="1155" y="841"/>
                </a:cubicBezTo>
                <a:cubicBezTo>
                  <a:pt x="1157" y="841"/>
                  <a:pt x="1157" y="840"/>
                  <a:pt x="1158" y="839"/>
                </a:cubicBezTo>
                <a:cubicBezTo>
                  <a:pt x="1159" y="839"/>
                  <a:pt x="1159" y="842"/>
                  <a:pt x="1161" y="841"/>
                </a:cubicBezTo>
                <a:cubicBezTo>
                  <a:pt x="1161" y="837"/>
                  <a:pt x="1164" y="837"/>
                  <a:pt x="1167" y="835"/>
                </a:cubicBezTo>
                <a:cubicBezTo>
                  <a:pt x="1166" y="832"/>
                  <a:pt x="1168" y="832"/>
                  <a:pt x="1167" y="829"/>
                </a:cubicBezTo>
                <a:cubicBezTo>
                  <a:pt x="1169" y="826"/>
                  <a:pt x="1173" y="826"/>
                  <a:pt x="1175" y="823"/>
                </a:cubicBezTo>
                <a:cubicBezTo>
                  <a:pt x="1171" y="823"/>
                  <a:pt x="1166" y="831"/>
                  <a:pt x="1158" y="830"/>
                </a:cubicBezTo>
                <a:cubicBezTo>
                  <a:pt x="1160" y="824"/>
                  <a:pt x="1158" y="828"/>
                  <a:pt x="1156" y="826"/>
                </a:cubicBezTo>
                <a:cubicBezTo>
                  <a:pt x="1157" y="824"/>
                  <a:pt x="1156" y="824"/>
                  <a:pt x="1157" y="821"/>
                </a:cubicBezTo>
                <a:cubicBezTo>
                  <a:pt x="1154" y="822"/>
                  <a:pt x="1152" y="822"/>
                  <a:pt x="1152" y="820"/>
                </a:cubicBezTo>
                <a:cubicBezTo>
                  <a:pt x="1154" y="819"/>
                  <a:pt x="1154" y="817"/>
                  <a:pt x="1154" y="815"/>
                </a:cubicBezTo>
                <a:cubicBezTo>
                  <a:pt x="1151" y="816"/>
                  <a:pt x="1148" y="818"/>
                  <a:pt x="1145" y="820"/>
                </a:cubicBezTo>
                <a:cubicBezTo>
                  <a:pt x="1142" y="817"/>
                  <a:pt x="1137" y="816"/>
                  <a:pt x="1141" y="812"/>
                </a:cubicBezTo>
                <a:cubicBezTo>
                  <a:pt x="1143" y="812"/>
                  <a:pt x="1142" y="815"/>
                  <a:pt x="1144" y="815"/>
                </a:cubicBezTo>
                <a:cubicBezTo>
                  <a:pt x="1144" y="812"/>
                  <a:pt x="1145" y="810"/>
                  <a:pt x="1147" y="809"/>
                </a:cubicBezTo>
                <a:cubicBezTo>
                  <a:pt x="1149" y="809"/>
                  <a:pt x="1148" y="812"/>
                  <a:pt x="1151" y="811"/>
                </a:cubicBezTo>
                <a:cubicBezTo>
                  <a:pt x="1152" y="805"/>
                  <a:pt x="1159" y="806"/>
                  <a:pt x="1164" y="805"/>
                </a:cubicBezTo>
                <a:cubicBezTo>
                  <a:pt x="1157" y="799"/>
                  <a:pt x="1167" y="796"/>
                  <a:pt x="1170" y="792"/>
                </a:cubicBezTo>
                <a:cubicBezTo>
                  <a:pt x="1168" y="792"/>
                  <a:pt x="1168" y="790"/>
                  <a:pt x="1168" y="788"/>
                </a:cubicBezTo>
                <a:cubicBezTo>
                  <a:pt x="1173" y="786"/>
                  <a:pt x="1171" y="785"/>
                  <a:pt x="1171" y="781"/>
                </a:cubicBezTo>
                <a:cubicBezTo>
                  <a:pt x="1174" y="781"/>
                  <a:pt x="1174" y="779"/>
                  <a:pt x="1176" y="779"/>
                </a:cubicBezTo>
                <a:cubicBezTo>
                  <a:pt x="1177" y="780"/>
                  <a:pt x="1177" y="783"/>
                  <a:pt x="1179" y="783"/>
                </a:cubicBezTo>
                <a:cubicBezTo>
                  <a:pt x="1178" y="785"/>
                  <a:pt x="1176" y="786"/>
                  <a:pt x="1176" y="788"/>
                </a:cubicBezTo>
                <a:cubicBezTo>
                  <a:pt x="1179" y="788"/>
                  <a:pt x="1179" y="790"/>
                  <a:pt x="1181" y="793"/>
                </a:cubicBezTo>
                <a:cubicBezTo>
                  <a:pt x="1193" y="792"/>
                  <a:pt x="1199" y="782"/>
                  <a:pt x="1208" y="776"/>
                </a:cubicBezTo>
                <a:cubicBezTo>
                  <a:pt x="1214" y="772"/>
                  <a:pt x="1225" y="772"/>
                  <a:pt x="1227" y="764"/>
                </a:cubicBezTo>
                <a:cubicBezTo>
                  <a:pt x="1224" y="767"/>
                  <a:pt x="1217" y="768"/>
                  <a:pt x="1213" y="769"/>
                </a:cubicBezTo>
                <a:cubicBezTo>
                  <a:pt x="1214" y="767"/>
                  <a:pt x="1217" y="767"/>
                  <a:pt x="1218" y="766"/>
                </a:cubicBezTo>
                <a:cubicBezTo>
                  <a:pt x="1217" y="763"/>
                  <a:pt x="1218" y="763"/>
                  <a:pt x="1217" y="761"/>
                </a:cubicBezTo>
                <a:cubicBezTo>
                  <a:pt x="1221" y="759"/>
                  <a:pt x="1224" y="757"/>
                  <a:pt x="1225" y="754"/>
                </a:cubicBezTo>
                <a:cubicBezTo>
                  <a:pt x="1218" y="753"/>
                  <a:pt x="1220" y="764"/>
                  <a:pt x="1212" y="760"/>
                </a:cubicBezTo>
                <a:cubicBezTo>
                  <a:pt x="1212" y="761"/>
                  <a:pt x="1211" y="763"/>
                  <a:pt x="1210" y="764"/>
                </a:cubicBezTo>
                <a:cubicBezTo>
                  <a:pt x="1214" y="771"/>
                  <a:pt x="1209" y="776"/>
                  <a:pt x="1200" y="772"/>
                </a:cubicBezTo>
                <a:cubicBezTo>
                  <a:pt x="1203" y="769"/>
                  <a:pt x="1199" y="769"/>
                  <a:pt x="1197" y="767"/>
                </a:cubicBezTo>
                <a:cubicBezTo>
                  <a:pt x="1201" y="765"/>
                  <a:pt x="1202" y="758"/>
                  <a:pt x="1208" y="761"/>
                </a:cubicBezTo>
                <a:cubicBezTo>
                  <a:pt x="1211" y="760"/>
                  <a:pt x="1209" y="754"/>
                  <a:pt x="1211" y="753"/>
                </a:cubicBezTo>
                <a:cubicBezTo>
                  <a:pt x="1215" y="752"/>
                  <a:pt x="1215" y="756"/>
                  <a:pt x="1219" y="756"/>
                </a:cubicBezTo>
                <a:cubicBezTo>
                  <a:pt x="1220" y="752"/>
                  <a:pt x="1220" y="751"/>
                  <a:pt x="1221" y="747"/>
                </a:cubicBezTo>
                <a:cubicBezTo>
                  <a:pt x="1211" y="750"/>
                  <a:pt x="1202" y="755"/>
                  <a:pt x="1193" y="759"/>
                </a:cubicBezTo>
                <a:cubicBezTo>
                  <a:pt x="1196" y="756"/>
                  <a:pt x="1198" y="752"/>
                  <a:pt x="1204" y="752"/>
                </a:cubicBezTo>
                <a:cubicBezTo>
                  <a:pt x="1210" y="742"/>
                  <a:pt x="1224" y="739"/>
                  <a:pt x="1232" y="731"/>
                </a:cubicBezTo>
                <a:cubicBezTo>
                  <a:pt x="1220" y="735"/>
                  <a:pt x="1209" y="743"/>
                  <a:pt x="1197" y="748"/>
                </a:cubicBezTo>
                <a:cubicBezTo>
                  <a:pt x="1197" y="746"/>
                  <a:pt x="1194" y="747"/>
                  <a:pt x="1194" y="745"/>
                </a:cubicBezTo>
                <a:cubicBezTo>
                  <a:pt x="1195" y="744"/>
                  <a:pt x="1195" y="742"/>
                  <a:pt x="1196" y="741"/>
                </a:cubicBezTo>
                <a:cubicBezTo>
                  <a:pt x="1191" y="741"/>
                  <a:pt x="1190" y="746"/>
                  <a:pt x="1185" y="743"/>
                </a:cubicBezTo>
                <a:cubicBezTo>
                  <a:pt x="1187" y="738"/>
                  <a:pt x="1181" y="741"/>
                  <a:pt x="1180" y="740"/>
                </a:cubicBezTo>
                <a:cubicBezTo>
                  <a:pt x="1181" y="735"/>
                  <a:pt x="1187" y="737"/>
                  <a:pt x="1187" y="731"/>
                </a:cubicBezTo>
                <a:cubicBezTo>
                  <a:pt x="1184" y="732"/>
                  <a:pt x="1181" y="734"/>
                  <a:pt x="1179" y="732"/>
                </a:cubicBezTo>
                <a:cubicBezTo>
                  <a:pt x="1180" y="731"/>
                  <a:pt x="1180" y="729"/>
                  <a:pt x="1181" y="728"/>
                </a:cubicBezTo>
                <a:cubicBezTo>
                  <a:pt x="1179" y="728"/>
                  <a:pt x="1178" y="727"/>
                  <a:pt x="1178" y="726"/>
                </a:cubicBezTo>
                <a:cubicBezTo>
                  <a:pt x="1180" y="723"/>
                  <a:pt x="1181" y="718"/>
                  <a:pt x="1182" y="714"/>
                </a:cubicBezTo>
                <a:cubicBezTo>
                  <a:pt x="1179" y="714"/>
                  <a:pt x="1177" y="716"/>
                  <a:pt x="1177" y="712"/>
                </a:cubicBezTo>
                <a:cubicBezTo>
                  <a:pt x="1180" y="709"/>
                  <a:pt x="1182" y="706"/>
                  <a:pt x="1183" y="702"/>
                </a:cubicBezTo>
                <a:cubicBezTo>
                  <a:pt x="1178" y="704"/>
                  <a:pt x="1170" y="708"/>
                  <a:pt x="1174" y="714"/>
                </a:cubicBezTo>
                <a:cubicBezTo>
                  <a:pt x="1172" y="716"/>
                  <a:pt x="1171" y="713"/>
                  <a:pt x="1169" y="715"/>
                </a:cubicBezTo>
                <a:cubicBezTo>
                  <a:pt x="1171" y="719"/>
                  <a:pt x="1169" y="727"/>
                  <a:pt x="1169" y="731"/>
                </a:cubicBezTo>
                <a:cubicBezTo>
                  <a:pt x="1172" y="730"/>
                  <a:pt x="1175" y="729"/>
                  <a:pt x="1179" y="729"/>
                </a:cubicBezTo>
                <a:cubicBezTo>
                  <a:pt x="1177" y="738"/>
                  <a:pt x="1168" y="743"/>
                  <a:pt x="1160" y="743"/>
                </a:cubicBezTo>
                <a:cubicBezTo>
                  <a:pt x="1159" y="749"/>
                  <a:pt x="1147" y="754"/>
                  <a:pt x="1147" y="747"/>
                </a:cubicBezTo>
                <a:cubicBezTo>
                  <a:pt x="1147" y="748"/>
                  <a:pt x="1144" y="750"/>
                  <a:pt x="1144" y="748"/>
                </a:cubicBezTo>
                <a:cubicBezTo>
                  <a:pt x="1151" y="738"/>
                  <a:pt x="1144" y="748"/>
                  <a:pt x="1139" y="744"/>
                </a:cubicBezTo>
                <a:cubicBezTo>
                  <a:pt x="1139" y="744"/>
                  <a:pt x="1138" y="739"/>
                  <a:pt x="1138" y="738"/>
                </a:cubicBezTo>
                <a:cubicBezTo>
                  <a:pt x="1139" y="737"/>
                  <a:pt x="1143" y="739"/>
                  <a:pt x="1142" y="736"/>
                </a:cubicBezTo>
                <a:cubicBezTo>
                  <a:pt x="1138" y="735"/>
                  <a:pt x="1138" y="738"/>
                  <a:pt x="1136" y="738"/>
                </a:cubicBezTo>
                <a:cubicBezTo>
                  <a:pt x="1136" y="733"/>
                  <a:pt x="1135" y="731"/>
                  <a:pt x="1133" y="731"/>
                </a:cubicBezTo>
                <a:cubicBezTo>
                  <a:pt x="1133" y="719"/>
                  <a:pt x="1153" y="722"/>
                  <a:pt x="1152" y="711"/>
                </a:cubicBezTo>
                <a:cubicBezTo>
                  <a:pt x="1143" y="717"/>
                  <a:pt x="1134" y="723"/>
                  <a:pt x="1124" y="727"/>
                </a:cubicBezTo>
                <a:cubicBezTo>
                  <a:pt x="1123" y="725"/>
                  <a:pt x="1122" y="725"/>
                  <a:pt x="1122" y="724"/>
                </a:cubicBezTo>
                <a:cubicBezTo>
                  <a:pt x="1125" y="718"/>
                  <a:pt x="1134" y="716"/>
                  <a:pt x="1140" y="713"/>
                </a:cubicBezTo>
                <a:cubicBezTo>
                  <a:pt x="1138" y="705"/>
                  <a:pt x="1143" y="704"/>
                  <a:pt x="1147" y="704"/>
                </a:cubicBezTo>
                <a:cubicBezTo>
                  <a:pt x="1149" y="700"/>
                  <a:pt x="1145" y="701"/>
                  <a:pt x="1146" y="698"/>
                </a:cubicBezTo>
                <a:cubicBezTo>
                  <a:pt x="1150" y="691"/>
                  <a:pt x="1156" y="684"/>
                  <a:pt x="1161" y="681"/>
                </a:cubicBezTo>
                <a:cubicBezTo>
                  <a:pt x="1159" y="678"/>
                  <a:pt x="1161" y="673"/>
                  <a:pt x="1156" y="672"/>
                </a:cubicBezTo>
                <a:cubicBezTo>
                  <a:pt x="1156" y="668"/>
                  <a:pt x="1158" y="666"/>
                  <a:pt x="1162" y="666"/>
                </a:cubicBezTo>
                <a:cubicBezTo>
                  <a:pt x="1162" y="656"/>
                  <a:pt x="1183" y="664"/>
                  <a:pt x="1176" y="652"/>
                </a:cubicBezTo>
                <a:cubicBezTo>
                  <a:pt x="1169" y="655"/>
                  <a:pt x="1164" y="660"/>
                  <a:pt x="1159" y="664"/>
                </a:cubicBezTo>
                <a:cubicBezTo>
                  <a:pt x="1156" y="664"/>
                  <a:pt x="1157" y="660"/>
                  <a:pt x="1155" y="658"/>
                </a:cubicBezTo>
                <a:cubicBezTo>
                  <a:pt x="1152" y="662"/>
                  <a:pt x="1155" y="664"/>
                  <a:pt x="1156" y="667"/>
                </a:cubicBezTo>
                <a:cubicBezTo>
                  <a:pt x="1150" y="672"/>
                  <a:pt x="1147" y="665"/>
                  <a:pt x="1145" y="661"/>
                </a:cubicBezTo>
                <a:cubicBezTo>
                  <a:pt x="1145" y="660"/>
                  <a:pt x="1149" y="657"/>
                  <a:pt x="1147" y="656"/>
                </a:cubicBezTo>
                <a:cubicBezTo>
                  <a:pt x="1146" y="659"/>
                  <a:pt x="1144" y="661"/>
                  <a:pt x="1142" y="662"/>
                </a:cubicBezTo>
                <a:cubicBezTo>
                  <a:pt x="1141" y="659"/>
                  <a:pt x="1144" y="660"/>
                  <a:pt x="1144" y="657"/>
                </a:cubicBezTo>
                <a:cubicBezTo>
                  <a:pt x="1140" y="658"/>
                  <a:pt x="1139" y="662"/>
                  <a:pt x="1136" y="664"/>
                </a:cubicBezTo>
                <a:cubicBezTo>
                  <a:pt x="1138" y="667"/>
                  <a:pt x="1140" y="660"/>
                  <a:pt x="1141" y="663"/>
                </a:cubicBezTo>
                <a:cubicBezTo>
                  <a:pt x="1138" y="669"/>
                  <a:pt x="1130" y="671"/>
                  <a:pt x="1128" y="678"/>
                </a:cubicBezTo>
                <a:cubicBezTo>
                  <a:pt x="1131" y="678"/>
                  <a:pt x="1131" y="676"/>
                  <a:pt x="1135" y="676"/>
                </a:cubicBezTo>
                <a:cubicBezTo>
                  <a:pt x="1135" y="677"/>
                  <a:pt x="1136" y="677"/>
                  <a:pt x="1136" y="678"/>
                </a:cubicBezTo>
                <a:cubicBezTo>
                  <a:pt x="1133" y="680"/>
                  <a:pt x="1132" y="682"/>
                  <a:pt x="1129" y="680"/>
                </a:cubicBezTo>
                <a:cubicBezTo>
                  <a:pt x="1127" y="685"/>
                  <a:pt x="1118" y="690"/>
                  <a:pt x="1112" y="690"/>
                </a:cubicBezTo>
                <a:cubicBezTo>
                  <a:pt x="1114" y="687"/>
                  <a:pt x="1116" y="684"/>
                  <a:pt x="1118" y="681"/>
                </a:cubicBezTo>
                <a:cubicBezTo>
                  <a:pt x="1116" y="677"/>
                  <a:pt x="1114" y="673"/>
                  <a:pt x="1115" y="670"/>
                </a:cubicBezTo>
                <a:cubicBezTo>
                  <a:pt x="1114" y="676"/>
                  <a:pt x="1110" y="669"/>
                  <a:pt x="1108" y="673"/>
                </a:cubicBezTo>
                <a:cubicBezTo>
                  <a:pt x="1107" y="676"/>
                  <a:pt x="1109" y="676"/>
                  <a:pt x="1110" y="678"/>
                </a:cubicBezTo>
                <a:cubicBezTo>
                  <a:pt x="1106" y="679"/>
                  <a:pt x="1106" y="681"/>
                  <a:pt x="1107" y="686"/>
                </a:cubicBezTo>
                <a:cubicBezTo>
                  <a:pt x="1100" y="689"/>
                  <a:pt x="1098" y="686"/>
                  <a:pt x="1092" y="688"/>
                </a:cubicBezTo>
                <a:cubicBezTo>
                  <a:pt x="1104" y="698"/>
                  <a:pt x="1091" y="712"/>
                  <a:pt x="1080" y="715"/>
                </a:cubicBezTo>
                <a:cubicBezTo>
                  <a:pt x="1081" y="712"/>
                  <a:pt x="1077" y="714"/>
                  <a:pt x="1078" y="711"/>
                </a:cubicBezTo>
                <a:cubicBezTo>
                  <a:pt x="1080" y="710"/>
                  <a:pt x="1082" y="709"/>
                  <a:pt x="1083" y="712"/>
                </a:cubicBezTo>
                <a:cubicBezTo>
                  <a:pt x="1084" y="708"/>
                  <a:pt x="1088" y="708"/>
                  <a:pt x="1088" y="704"/>
                </a:cubicBezTo>
                <a:cubicBezTo>
                  <a:pt x="1079" y="699"/>
                  <a:pt x="1075" y="720"/>
                  <a:pt x="1067" y="710"/>
                </a:cubicBezTo>
                <a:cubicBezTo>
                  <a:pt x="1069" y="707"/>
                  <a:pt x="1072" y="703"/>
                  <a:pt x="1072" y="698"/>
                </a:cubicBezTo>
                <a:cubicBezTo>
                  <a:pt x="1068" y="699"/>
                  <a:pt x="1068" y="705"/>
                  <a:pt x="1063" y="705"/>
                </a:cubicBezTo>
                <a:cubicBezTo>
                  <a:pt x="1062" y="702"/>
                  <a:pt x="1066" y="704"/>
                  <a:pt x="1065" y="701"/>
                </a:cubicBezTo>
                <a:cubicBezTo>
                  <a:pt x="1060" y="705"/>
                  <a:pt x="1057" y="703"/>
                  <a:pt x="1051" y="704"/>
                </a:cubicBezTo>
                <a:cubicBezTo>
                  <a:pt x="1053" y="701"/>
                  <a:pt x="1055" y="699"/>
                  <a:pt x="1057" y="697"/>
                </a:cubicBezTo>
                <a:cubicBezTo>
                  <a:pt x="1055" y="694"/>
                  <a:pt x="1053" y="699"/>
                  <a:pt x="1052" y="697"/>
                </a:cubicBezTo>
                <a:cubicBezTo>
                  <a:pt x="1054" y="693"/>
                  <a:pt x="1053" y="688"/>
                  <a:pt x="1059" y="688"/>
                </a:cubicBezTo>
                <a:cubicBezTo>
                  <a:pt x="1061" y="689"/>
                  <a:pt x="1060" y="693"/>
                  <a:pt x="1063" y="692"/>
                </a:cubicBezTo>
                <a:cubicBezTo>
                  <a:pt x="1066" y="689"/>
                  <a:pt x="1068" y="687"/>
                  <a:pt x="1072" y="688"/>
                </a:cubicBezTo>
                <a:cubicBezTo>
                  <a:pt x="1072" y="682"/>
                  <a:pt x="1078" y="682"/>
                  <a:pt x="1079" y="678"/>
                </a:cubicBezTo>
                <a:cubicBezTo>
                  <a:pt x="1076" y="677"/>
                  <a:pt x="1077" y="680"/>
                  <a:pt x="1074" y="679"/>
                </a:cubicBezTo>
                <a:cubicBezTo>
                  <a:pt x="1074" y="677"/>
                  <a:pt x="1072" y="675"/>
                  <a:pt x="1071" y="673"/>
                </a:cubicBezTo>
                <a:cubicBezTo>
                  <a:pt x="1076" y="670"/>
                  <a:pt x="1076" y="665"/>
                  <a:pt x="1083" y="663"/>
                </a:cubicBezTo>
                <a:cubicBezTo>
                  <a:pt x="1083" y="668"/>
                  <a:pt x="1083" y="674"/>
                  <a:pt x="1087" y="676"/>
                </a:cubicBezTo>
                <a:cubicBezTo>
                  <a:pt x="1087" y="673"/>
                  <a:pt x="1091" y="675"/>
                  <a:pt x="1092" y="676"/>
                </a:cubicBezTo>
                <a:cubicBezTo>
                  <a:pt x="1093" y="673"/>
                  <a:pt x="1095" y="670"/>
                  <a:pt x="1096" y="667"/>
                </a:cubicBezTo>
                <a:cubicBezTo>
                  <a:pt x="1103" y="667"/>
                  <a:pt x="1105" y="663"/>
                  <a:pt x="1107" y="661"/>
                </a:cubicBezTo>
                <a:cubicBezTo>
                  <a:pt x="1102" y="659"/>
                  <a:pt x="1109" y="658"/>
                  <a:pt x="1110" y="653"/>
                </a:cubicBezTo>
                <a:cubicBezTo>
                  <a:pt x="1108" y="652"/>
                  <a:pt x="1106" y="655"/>
                  <a:pt x="1105" y="651"/>
                </a:cubicBezTo>
                <a:cubicBezTo>
                  <a:pt x="1106" y="647"/>
                  <a:pt x="1109" y="645"/>
                  <a:pt x="1114" y="644"/>
                </a:cubicBezTo>
                <a:cubicBezTo>
                  <a:pt x="1115" y="643"/>
                  <a:pt x="1112" y="640"/>
                  <a:pt x="1114" y="638"/>
                </a:cubicBezTo>
                <a:cubicBezTo>
                  <a:pt x="1117" y="640"/>
                  <a:pt x="1125" y="639"/>
                  <a:pt x="1122" y="645"/>
                </a:cubicBezTo>
                <a:cubicBezTo>
                  <a:pt x="1131" y="641"/>
                  <a:pt x="1137" y="634"/>
                  <a:pt x="1145" y="629"/>
                </a:cubicBezTo>
                <a:cubicBezTo>
                  <a:pt x="1144" y="625"/>
                  <a:pt x="1144" y="624"/>
                  <a:pt x="1145" y="620"/>
                </a:cubicBezTo>
                <a:cubicBezTo>
                  <a:pt x="1141" y="620"/>
                  <a:pt x="1140" y="624"/>
                  <a:pt x="1136" y="624"/>
                </a:cubicBezTo>
                <a:cubicBezTo>
                  <a:pt x="1135" y="622"/>
                  <a:pt x="1134" y="622"/>
                  <a:pt x="1135" y="621"/>
                </a:cubicBezTo>
                <a:cubicBezTo>
                  <a:pt x="1135" y="618"/>
                  <a:pt x="1142" y="618"/>
                  <a:pt x="1139" y="615"/>
                </a:cubicBezTo>
                <a:cubicBezTo>
                  <a:pt x="1139" y="619"/>
                  <a:pt x="1133" y="616"/>
                  <a:pt x="1132" y="615"/>
                </a:cubicBezTo>
                <a:cubicBezTo>
                  <a:pt x="1130" y="612"/>
                  <a:pt x="1135" y="610"/>
                  <a:pt x="1134" y="604"/>
                </a:cubicBezTo>
                <a:cubicBezTo>
                  <a:pt x="1136" y="602"/>
                  <a:pt x="1137" y="605"/>
                  <a:pt x="1138" y="603"/>
                </a:cubicBezTo>
                <a:cubicBezTo>
                  <a:pt x="1140" y="599"/>
                  <a:pt x="1142" y="591"/>
                  <a:pt x="1148" y="594"/>
                </a:cubicBezTo>
                <a:cubicBezTo>
                  <a:pt x="1150" y="589"/>
                  <a:pt x="1157" y="584"/>
                  <a:pt x="1162" y="583"/>
                </a:cubicBezTo>
                <a:cubicBezTo>
                  <a:pt x="1172" y="580"/>
                  <a:pt x="1182" y="571"/>
                  <a:pt x="1183" y="576"/>
                </a:cubicBezTo>
                <a:cubicBezTo>
                  <a:pt x="1187" y="569"/>
                  <a:pt x="1196" y="567"/>
                  <a:pt x="1201" y="560"/>
                </a:cubicBezTo>
                <a:cubicBezTo>
                  <a:pt x="1194" y="559"/>
                  <a:pt x="1196" y="565"/>
                  <a:pt x="1190" y="564"/>
                </a:cubicBezTo>
                <a:cubicBezTo>
                  <a:pt x="1188" y="560"/>
                  <a:pt x="1192" y="561"/>
                  <a:pt x="1191" y="559"/>
                </a:cubicBezTo>
                <a:cubicBezTo>
                  <a:pt x="1189" y="560"/>
                  <a:pt x="1186" y="557"/>
                  <a:pt x="1183" y="554"/>
                </a:cubicBezTo>
                <a:cubicBezTo>
                  <a:pt x="1184" y="551"/>
                  <a:pt x="1188" y="551"/>
                  <a:pt x="1188" y="547"/>
                </a:cubicBezTo>
                <a:cubicBezTo>
                  <a:pt x="1185" y="547"/>
                  <a:pt x="1185" y="550"/>
                  <a:pt x="1181" y="550"/>
                </a:cubicBezTo>
                <a:cubicBezTo>
                  <a:pt x="1182" y="546"/>
                  <a:pt x="1177" y="549"/>
                  <a:pt x="1176" y="547"/>
                </a:cubicBezTo>
                <a:cubicBezTo>
                  <a:pt x="1176" y="542"/>
                  <a:pt x="1179" y="538"/>
                  <a:pt x="1175" y="534"/>
                </a:cubicBezTo>
                <a:cubicBezTo>
                  <a:pt x="1176" y="527"/>
                  <a:pt x="1192" y="533"/>
                  <a:pt x="1191" y="535"/>
                </a:cubicBezTo>
                <a:cubicBezTo>
                  <a:pt x="1200" y="534"/>
                  <a:pt x="1201" y="524"/>
                  <a:pt x="1210" y="521"/>
                </a:cubicBezTo>
                <a:cubicBezTo>
                  <a:pt x="1211" y="525"/>
                  <a:pt x="1213" y="521"/>
                  <a:pt x="1215" y="521"/>
                </a:cubicBezTo>
                <a:cubicBezTo>
                  <a:pt x="1214" y="514"/>
                  <a:pt x="1226" y="510"/>
                  <a:pt x="1233" y="511"/>
                </a:cubicBezTo>
                <a:cubicBezTo>
                  <a:pt x="1233" y="508"/>
                  <a:pt x="1234" y="507"/>
                  <a:pt x="1237" y="508"/>
                </a:cubicBezTo>
                <a:cubicBezTo>
                  <a:pt x="1244" y="502"/>
                  <a:pt x="1253" y="494"/>
                  <a:pt x="1264" y="495"/>
                </a:cubicBezTo>
                <a:cubicBezTo>
                  <a:pt x="1266" y="494"/>
                  <a:pt x="1266" y="491"/>
                  <a:pt x="1270" y="492"/>
                </a:cubicBezTo>
                <a:cubicBezTo>
                  <a:pt x="1270" y="482"/>
                  <a:pt x="1282" y="485"/>
                  <a:pt x="1284" y="478"/>
                </a:cubicBezTo>
                <a:close/>
                <a:moveTo>
                  <a:pt x="1047" y="497"/>
                </a:moveTo>
                <a:cubicBezTo>
                  <a:pt x="1049" y="495"/>
                  <a:pt x="1050" y="498"/>
                  <a:pt x="1053" y="497"/>
                </a:cubicBezTo>
                <a:cubicBezTo>
                  <a:pt x="1053" y="500"/>
                  <a:pt x="1051" y="500"/>
                  <a:pt x="1048" y="501"/>
                </a:cubicBezTo>
                <a:cubicBezTo>
                  <a:pt x="1048" y="499"/>
                  <a:pt x="1046" y="500"/>
                  <a:pt x="1047" y="497"/>
                </a:cubicBezTo>
                <a:close/>
                <a:moveTo>
                  <a:pt x="1147" y="374"/>
                </a:moveTo>
                <a:cubicBezTo>
                  <a:pt x="1147" y="376"/>
                  <a:pt x="1146" y="378"/>
                  <a:pt x="1143" y="377"/>
                </a:cubicBezTo>
                <a:cubicBezTo>
                  <a:pt x="1143" y="375"/>
                  <a:pt x="1144" y="373"/>
                  <a:pt x="1147" y="374"/>
                </a:cubicBezTo>
                <a:close/>
                <a:moveTo>
                  <a:pt x="1067" y="324"/>
                </a:moveTo>
                <a:cubicBezTo>
                  <a:pt x="1070" y="326"/>
                  <a:pt x="1066" y="329"/>
                  <a:pt x="1064" y="328"/>
                </a:cubicBezTo>
                <a:cubicBezTo>
                  <a:pt x="1063" y="325"/>
                  <a:pt x="1066" y="326"/>
                  <a:pt x="1067" y="324"/>
                </a:cubicBezTo>
                <a:close/>
                <a:moveTo>
                  <a:pt x="1061" y="238"/>
                </a:moveTo>
                <a:cubicBezTo>
                  <a:pt x="1065" y="239"/>
                  <a:pt x="1062" y="244"/>
                  <a:pt x="1059" y="241"/>
                </a:cubicBezTo>
                <a:cubicBezTo>
                  <a:pt x="1060" y="240"/>
                  <a:pt x="1061" y="239"/>
                  <a:pt x="1061" y="238"/>
                </a:cubicBezTo>
                <a:close/>
                <a:moveTo>
                  <a:pt x="1054" y="394"/>
                </a:moveTo>
                <a:cubicBezTo>
                  <a:pt x="1054" y="398"/>
                  <a:pt x="1048" y="399"/>
                  <a:pt x="1048" y="395"/>
                </a:cubicBezTo>
                <a:cubicBezTo>
                  <a:pt x="1051" y="396"/>
                  <a:pt x="1051" y="394"/>
                  <a:pt x="1054" y="394"/>
                </a:cubicBezTo>
                <a:close/>
                <a:moveTo>
                  <a:pt x="1029" y="341"/>
                </a:moveTo>
                <a:cubicBezTo>
                  <a:pt x="1026" y="347"/>
                  <a:pt x="1019" y="344"/>
                  <a:pt x="1013" y="347"/>
                </a:cubicBezTo>
                <a:cubicBezTo>
                  <a:pt x="1014" y="341"/>
                  <a:pt x="1023" y="337"/>
                  <a:pt x="1029" y="341"/>
                </a:cubicBezTo>
                <a:close/>
                <a:moveTo>
                  <a:pt x="205" y="236"/>
                </a:moveTo>
                <a:cubicBezTo>
                  <a:pt x="204" y="235"/>
                  <a:pt x="209" y="232"/>
                  <a:pt x="212" y="231"/>
                </a:cubicBezTo>
                <a:cubicBezTo>
                  <a:pt x="211" y="234"/>
                  <a:pt x="207" y="234"/>
                  <a:pt x="205" y="236"/>
                </a:cubicBezTo>
                <a:close/>
                <a:moveTo>
                  <a:pt x="155" y="482"/>
                </a:moveTo>
                <a:cubicBezTo>
                  <a:pt x="154" y="473"/>
                  <a:pt x="158" y="470"/>
                  <a:pt x="159" y="462"/>
                </a:cubicBezTo>
                <a:cubicBezTo>
                  <a:pt x="162" y="460"/>
                  <a:pt x="162" y="463"/>
                  <a:pt x="166" y="463"/>
                </a:cubicBezTo>
                <a:cubicBezTo>
                  <a:pt x="165" y="471"/>
                  <a:pt x="161" y="478"/>
                  <a:pt x="155" y="482"/>
                </a:cubicBezTo>
                <a:close/>
                <a:moveTo>
                  <a:pt x="230" y="515"/>
                </a:moveTo>
                <a:cubicBezTo>
                  <a:pt x="227" y="515"/>
                  <a:pt x="227" y="512"/>
                  <a:pt x="224" y="511"/>
                </a:cubicBezTo>
                <a:cubicBezTo>
                  <a:pt x="221" y="498"/>
                  <a:pt x="230" y="496"/>
                  <a:pt x="241" y="494"/>
                </a:cubicBezTo>
                <a:cubicBezTo>
                  <a:pt x="242" y="502"/>
                  <a:pt x="238" y="513"/>
                  <a:pt x="230" y="515"/>
                </a:cubicBezTo>
                <a:close/>
                <a:moveTo>
                  <a:pt x="241" y="525"/>
                </a:moveTo>
                <a:cubicBezTo>
                  <a:pt x="241" y="523"/>
                  <a:pt x="243" y="522"/>
                  <a:pt x="245" y="522"/>
                </a:cubicBezTo>
                <a:cubicBezTo>
                  <a:pt x="245" y="525"/>
                  <a:pt x="244" y="525"/>
                  <a:pt x="241" y="525"/>
                </a:cubicBezTo>
                <a:close/>
                <a:moveTo>
                  <a:pt x="247" y="520"/>
                </a:moveTo>
                <a:cubicBezTo>
                  <a:pt x="247" y="518"/>
                  <a:pt x="246" y="518"/>
                  <a:pt x="246" y="516"/>
                </a:cubicBezTo>
                <a:cubicBezTo>
                  <a:pt x="249" y="517"/>
                  <a:pt x="249" y="515"/>
                  <a:pt x="251" y="515"/>
                </a:cubicBezTo>
                <a:cubicBezTo>
                  <a:pt x="252" y="518"/>
                  <a:pt x="249" y="519"/>
                  <a:pt x="247" y="520"/>
                </a:cubicBezTo>
                <a:close/>
                <a:moveTo>
                  <a:pt x="190" y="767"/>
                </a:moveTo>
                <a:cubicBezTo>
                  <a:pt x="190" y="763"/>
                  <a:pt x="193" y="763"/>
                  <a:pt x="196" y="762"/>
                </a:cubicBezTo>
                <a:cubicBezTo>
                  <a:pt x="196" y="766"/>
                  <a:pt x="193" y="766"/>
                  <a:pt x="190" y="767"/>
                </a:cubicBezTo>
                <a:close/>
                <a:moveTo>
                  <a:pt x="171" y="813"/>
                </a:moveTo>
                <a:cubicBezTo>
                  <a:pt x="173" y="813"/>
                  <a:pt x="171" y="817"/>
                  <a:pt x="171" y="818"/>
                </a:cubicBezTo>
                <a:cubicBezTo>
                  <a:pt x="169" y="818"/>
                  <a:pt x="169" y="817"/>
                  <a:pt x="168" y="817"/>
                </a:cubicBezTo>
                <a:cubicBezTo>
                  <a:pt x="168" y="815"/>
                  <a:pt x="170" y="814"/>
                  <a:pt x="171" y="813"/>
                </a:cubicBezTo>
                <a:close/>
                <a:moveTo>
                  <a:pt x="169" y="827"/>
                </a:moveTo>
                <a:cubicBezTo>
                  <a:pt x="168" y="825"/>
                  <a:pt x="170" y="824"/>
                  <a:pt x="168" y="821"/>
                </a:cubicBezTo>
                <a:cubicBezTo>
                  <a:pt x="173" y="817"/>
                  <a:pt x="180" y="812"/>
                  <a:pt x="188" y="815"/>
                </a:cubicBezTo>
                <a:cubicBezTo>
                  <a:pt x="181" y="818"/>
                  <a:pt x="174" y="821"/>
                  <a:pt x="169" y="827"/>
                </a:cubicBezTo>
                <a:close/>
                <a:moveTo>
                  <a:pt x="196" y="826"/>
                </a:moveTo>
                <a:cubicBezTo>
                  <a:pt x="195" y="824"/>
                  <a:pt x="192" y="825"/>
                  <a:pt x="193" y="821"/>
                </a:cubicBezTo>
                <a:cubicBezTo>
                  <a:pt x="191" y="821"/>
                  <a:pt x="191" y="821"/>
                  <a:pt x="191" y="821"/>
                </a:cubicBezTo>
                <a:cubicBezTo>
                  <a:pt x="195" y="814"/>
                  <a:pt x="196" y="826"/>
                  <a:pt x="200" y="822"/>
                </a:cubicBezTo>
                <a:cubicBezTo>
                  <a:pt x="199" y="824"/>
                  <a:pt x="198" y="826"/>
                  <a:pt x="196" y="826"/>
                </a:cubicBezTo>
                <a:close/>
                <a:moveTo>
                  <a:pt x="242" y="829"/>
                </a:moveTo>
                <a:cubicBezTo>
                  <a:pt x="241" y="836"/>
                  <a:pt x="235" y="844"/>
                  <a:pt x="229" y="841"/>
                </a:cubicBezTo>
                <a:cubicBezTo>
                  <a:pt x="236" y="840"/>
                  <a:pt x="236" y="831"/>
                  <a:pt x="242" y="829"/>
                </a:cubicBezTo>
                <a:close/>
                <a:moveTo>
                  <a:pt x="192" y="885"/>
                </a:moveTo>
                <a:cubicBezTo>
                  <a:pt x="190" y="883"/>
                  <a:pt x="195" y="880"/>
                  <a:pt x="197" y="879"/>
                </a:cubicBezTo>
                <a:cubicBezTo>
                  <a:pt x="196" y="882"/>
                  <a:pt x="194" y="883"/>
                  <a:pt x="192" y="885"/>
                </a:cubicBezTo>
                <a:close/>
                <a:moveTo>
                  <a:pt x="191" y="900"/>
                </a:moveTo>
                <a:cubicBezTo>
                  <a:pt x="191" y="897"/>
                  <a:pt x="195" y="898"/>
                  <a:pt x="197" y="897"/>
                </a:cubicBezTo>
                <a:cubicBezTo>
                  <a:pt x="197" y="900"/>
                  <a:pt x="194" y="900"/>
                  <a:pt x="191" y="900"/>
                </a:cubicBezTo>
                <a:close/>
                <a:moveTo>
                  <a:pt x="197" y="887"/>
                </a:moveTo>
                <a:cubicBezTo>
                  <a:pt x="196" y="887"/>
                  <a:pt x="197" y="886"/>
                  <a:pt x="196" y="886"/>
                </a:cubicBezTo>
                <a:cubicBezTo>
                  <a:pt x="200" y="883"/>
                  <a:pt x="203" y="881"/>
                  <a:pt x="208" y="878"/>
                </a:cubicBezTo>
                <a:cubicBezTo>
                  <a:pt x="206" y="883"/>
                  <a:pt x="201" y="884"/>
                  <a:pt x="197" y="887"/>
                </a:cubicBezTo>
                <a:close/>
                <a:moveTo>
                  <a:pt x="209" y="913"/>
                </a:moveTo>
                <a:cubicBezTo>
                  <a:pt x="209" y="911"/>
                  <a:pt x="212" y="910"/>
                  <a:pt x="214" y="910"/>
                </a:cubicBezTo>
                <a:cubicBezTo>
                  <a:pt x="214" y="912"/>
                  <a:pt x="212" y="914"/>
                  <a:pt x="209" y="913"/>
                </a:cubicBezTo>
                <a:close/>
                <a:moveTo>
                  <a:pt x="201" y="899"/>
                </a:moveTo>
                <a:cubicBezTo>
                  <a:pt x="200" y="898"/>
                  <a:pt x="200" y="896"/>
                  <a:pt x="199" y="896"/>
                </a:cubicBezTo>
                <a:cubicBezTo>
                  <a:pt x="201" y="891"/>
                  <a:pt x="206" y="889"/>
                  <a:pt x="210" y="887"/>
                </a:cubicBezTo>
                <a:cubicBezTo>
                  <a:pt x="204" y="887"/>
                  <a:pt x="216" y="881"/>
                  <a:pt x="219" y="883"/>
                </a:cubicBezTo>
                <a:cubicBezTo>
                  <a:pt x="213" y="888"/>
                  <a:pt x="211" y="897"/>
                  <a:pt x="201" y="899"/>
                </a:cubicBezTo>
                <a:close/>
                <a:moveTo>
                  <a:pt x="215" y="874"/>
                </a:moveTo>
                <a:cubicBezTo>
                  <a:pt x="215" y="877"/>
                  <a:pt x="214" y="878"/>
                  <a:pt x="211" y="878"/>
                </a:cubicBezTo>
                <a:cubicBezTo>
                  <a:pt x="209" y="876"/>
                  <a:pt x="212" y="873"/>
                  <a:pt x="215" y="874"/>
                </a:cubicBezTo>
                <a:close/>
                <a:moveTo>
                  <a:pt x="201" y="876"/>
                </a:moveTo>
                <a:cubicBezTo>
                  <a:pt x="207" y="872"/>
                  <a:pt x="210" y="864"/>
                  <a:pt x="219" y="862"/>
                </a:cubicBezTo>
                <a:cubicBezTo>
                  <a:pt x="216" y="869"/>
                  <a:pt x="208" y="872"/>
                  <a:pt x="201" y="876"/>
                </a:cubicBezTo>
                <a:close/>
                <a:moveTo>
                  <a:pt x="223" y="831"/>
                </a:moveTo>
                <a:cubicBezTo>
                  <a:pt x="227" y="828"/>
                  <a:pt x="234" y="825"/>
                  <a:pt x="239" y="827"/>
                </a:cubicBezTo>
                <a:cubicBezTo>
                  <a:pt x="240" y="831"/>
                  <a:pt x="230" y="833"/>
                  <a:pt x="226" y="834"/>
                </a:cubicBezTo>
                <a:cubicBezTo>
                  <a:pt x="226" y="832"/>
                  <a:pt x="222" y="834"/>
                  <a:pt x="223" y="831"/>
                </a:cubicBezTo>
                <a:close/>
                <a:moveTo>
                  <a:pt x="238" y="852"/>
                </a:moveTo>
                <a:cubicBezTo>
                  <a:pt x="235" y="853"/>
                  <a:pt x="231" y="856"/>
                  <a:pt x="228" y="853"/>
                </a:cubicBezTo>
                <a:cubicBezTo>
                  <a:pt x="232" y="848"/>
                  <a:pt x="234" y="842"/>
                  <a:pt x="244" y="843"/>
                </a:cubicBezTo>
                <a:cubicBezTo>
                  <a:pt x="242" y="846"/>
                  <a:pt x="237" y="847"/>
                  <a:pt x="238" y="852"/>
                </a:cubicBezTo>
                <a:close/>
                <a:moveTo>
                  <a:pt x="243" y="950"/>
                </a:moveTo>
                <a:cubicBezTo>
                  <a:pt x="244" y="948"/>
                  <a:pt x="245" y="948"/>
                  <a:pt x="245" y="947"/>
                </a:cubicBezTo>
                <a:cubicBezTo>
                  <a:pt x="247" y="947"/>
                  <a:pt x="247" y="949"/>
                  <a:pt x="248" y="951"/>
                </a:cubicBezTo>
                <a:cubicBezTo>
                  <a:pt x="245" y="951"/>
                  <a:pt x="245" y="949"/>
                  <a:pt x="243" y="950"/>
                </a:cubicBezTo>
                <a:close/>
                <a:moveTo>
                  <a:pt x="270" y="942"/>
                </a:moveTo>
                <a:cubicBezTo>
                  <a:pt x="270" y="941"/>
                  <a:pt x="269" y="940"/>
                  <a:pt x="268" y="939"/>
                </a:cubicBezTo>
                <a:cubicBezTo>
                  <a:pt x="269" y="939"/>
                  <a:pt x="272" y="939"/>
                  <a:pt x="274" y="939"/>
                </a:cubicBezTo>
                <a:cubicBezTo>
                  <a:pt x="275" y="942"/>
                  <a:pt x="272" y="941"/>
                  <a:pt x="270" y="942"/>
                </a:cubicBezTo>
                <a:close/>
                <a:moveTo>
                  <a:pt x="286" y="932"/>
                </a:moveTo>
                <a:cubicBezTo>
                  <a:pt x="285" y="935"/>
                  <a:pt x="283" y="932"/>
                  <a:pt x="283" y="929"/>
                </a:cubicBezTo>
                <a:cubicBezTo>
                  <a:pt x="285" y="929"/>
                  <a:pt x="285" y="930"/>
                  <a:pt x="287" y="930"/>
                </a:cubicBezTo>
                <a:cubicBezTo>
                  <a:pt x="287" y="931"/>
                  <a:pt x="285" y="932"/>
                  <a:pt x="286" y="932"/>
                </a:cubicBezTo>
                <a:close/>
                <a:moveTo>
                  <a:pt x="259" y="1031"/>
                </a:moveTo>
                <a:cubicBezTo>
                  <a:pt x="258" y="1031"/>
                  <a:pt x="258" y="1029"/>
                  <a:pt x="257" y="1029"/>
                </a:cubicBezTo>
                <a:cubicBezTo>
                  <a:pt x="258" y="1027"/>
                  <a:pt x="260" y="1025"/>
                  <a:pt x="262" y="1025"/>
                </a:cubicBezTo>
                <a:cubicBezTo>
                  <a:pt x="264" y="1028"/>
                  <a:pt x="263" y="1031"/>
                  <a:pt x="259" y="1031"/>
                </a:cubicBezTo>
                <a:close/>
                <a:moveTo>
                  <a:pt x="328" y="904"/>
                </a:moveTo>
                <a:cubicBezTo>
                  <a:pt x="327" y="906"/>
                  <a:pt x="323" y="906"/>
                  <a:pt x="322" y="908"/>
                </a:cubicBezTo>
                <a:cubicBezTo>
                  <a:pt x="320" y="908"/>
                  <a:pt x="321" y="905"/>
                  <a:pt x="319" y="905"/>
                </a:cubicBezTo>
                <a:cubicBezTo>
                  <a:pt x="321" y="904"/>
                  <a:pt x="326" y="902"/>
                  <a:pt x="328" y="904"/>
                </a:cubicBezTo>
                <a:close/>
                <a:moveTo>
                  <a:pt x="296" y="923"/>
                </a:moveTo>
                <a:cubicBezTo>
                  <a:pt x="293" y="923"/>
                  <a:pt x="296" y="925"/>
                  <a:pt x="294" y="927"/>
                </a:cubicBezTo>
                <a:cubicBezTo>
                  <a:pt x="291" y="927"/>
                  <a:pt x="291" y="927"/>
                  <a:pt x="289" y="926"/>
                </a:cubicBezTo>
                <a:cubicBezTo>
                  <a:pt x="289" y="922"/>
                  <a:pt x="294" y="920"/>
                  <a:pt x="297" y="923"/>
                </a:cubicBezTo>
                <a:cubicBezTo>
                  <a:pt x="297" y="924"/>
                  <a:pt x="296" y="923"/>
                  <a:pt x="296" y="923"/>
                </a:cubicBezTo>
                <a:close/>
                <a:moveTo>
                  <a:pt x="305" y="921"/>
                </a:moveTo>
                <a:cubicBezTo>
                  <a:pt x="301" y="921"/>
                  <a:pt x="301" y="921"/>
                  <a:pt x="301" y="921"/>
                </a:cubicBezTo>
                <a:cubicBezTo>
                  <a:pt x="302" y="915"/>
                  <a:pt x="297" y="917"/>
                  <a:pt x="296" y="913"/>
                </a:cubicBezTo>
                <a:cubicBezTo>
                  <a:pt x="298" y="914"/>
                  <a:pt x="301" y="915"/>
                  <a:pt x="301" y="912"/>
                </a:cubicBezTo>
                <a:cubicBezTo>
                  <a:pt x="302" y="911"/>
                  <a:pt x="302" y="912"/>
                  <a:pt x="302" y="913"/>
                </a:cubicBezTo>
                <a:cubicBezTo>
                  <a:pt x="302" y="915"/>
                  <a:pt x="307" y="912"/>
                  <a:pt x="308" y="914"/>
                </a:cubicBezTo>
                <a:cubicBezTo>
                  <a:pt x="308" y="918"/>
                  <a:pt x="306" y="918"/>
                  <a:pt x="305" y="921"/>
                </a:cubicBezTo>
                <a:close/>
                <a:moveTo>
                  <a:pt x="309" y="908"/>
                </a:moveTo>
                <a:cubicBezTo>
                  <a:pt x="308" y="908"/>
                  <a:pt x="308" y="909"/>
                  <a:pt x="308" y="910"/>
                </a:cubicBezTo>
                <a:cubicBezTo>
                  <a:pt x="307" y="909"/>
                  <a:pt x="308" y="908"/>
                  <a:pt x="308" y="907"/>
                </a:cubicBezTo>
                <a:cubicBezTo>
                  <a:pt x="312" y="907"/>
                  <a:pt x="314" y="910"/>
                  <a:pt x="316" y="913"/>
                </a:cubicBezTo>
                <a:cubicBezTo>
                  <a:pt x="315" y="914"/>
                  <a:pt x="313" y="912"/>
                  <a:pt x="312" y="915"/>
                </a:cubicBezTo>
                <a:cubicBezTo>
                  <a:pt x="312" y="912"/>
                  <a:pt x="309" y="912"/>
                  <a:pt x="309" y="908"/>
                </a:cubicBezTo>
                <a:close/>
                <a:moveTo>
                  <a:pt x="317" y="967"/>
                </a:moveTo>
                <a:cubicBezTo>
                  <a:pt x="315" y="967"/>
                  <a:pt x="318" y="964"/>
                  <a:pt x="317" y="963"/>
                </a:cubicBezTo>
                <a:cubicBezTo>
                  <a:pt x="317" y="961"/>
                  <a:pt x="314" y="964"/>
                  <a:pt x="313" y="962"/>
                </a:cubicBezTo>
                <a:cubicBezTo>
                  <a:pt x="311" y="951"/>
                  <a:pt x="326" y="950"/>
                  <a:pt x="325" y="959"/>
                </a:cubicBezTo>
                <a:cubicBezTo>
                  <a:pt x="329" y="959"/>
                  <a:pt x="329" y="959"/>
                  <a:pt x="329" y="959"/>
                </a:cubicBezTo>
                <a:cubicBezTo>
                  <a:pt x="330" y="961"/>
                  <a:pt x="327" y="962"/>
                  <a:pt x="330" y="962"/>
                </a:cubicBezTo>
                <a:cubicBezTo>
                  <a:pt x="327" y="965"/>
                  <a:pt x="322" y="967"/>
                  <a:pt x="317" y="967"/>
                </a:cubicBezTo>
                <a:close/>
                <a:moveTo>
                  <a:pt x="478" y="165"/>
                </a:moveTo>
                <a:cubicBezTo>
                  <a:pt x="476" y="165"/>
                  <a:pt x="474" y="165"/>
                  <a:pt x="473" y="164"/>
                </a:cubicBezTo>
                <a:cubicBezTo>
                  <a:pt x="473" y="159"/>
                  <a:pt x="479" y="159"/>
                  <a:pt x="478" y="165"/>
                </a:cubicBezTo>
                <a:close/>
                <a:moveTo>
                  <a:pt x="470" y="1060"/>
                </a:moveTo>
                <a:cubicBezTo>
                  <a:pt x="482" y="1051"/>
                  <a:pt x="496" y="1045"/>
                  <a:pt x="508" y="1036"/>
                </a:cubicBezTo>
                <a:cubicBezTo>
                  <a:pt x="509" y="1036"/>
                  <a:pt x="510" y="1037"/>
                  <a:pt x="511" y="1037"/>
                </a:cubicBezTo>
                <a:cubicBezTo>
                  <a:pt x="500" y="1048"/>
                  <a:pt x="486" y="1053"/>
                  <a:pt x="470" y="1060"/>
                </a:cubicBezTo>
                <a:close/>
                <a:moveTo>
                  <a:pt x="513" y="981"/>
                </a:moveTo>
                <a:cubicBezTo>
                  <a:pt x="513" y="978"/>
                  <a:pt x="513" y="978"/>
                  <a:pt x="513" y="978"/>
                </a:cubicBezTo>
                <a:cubicBezTo>
                  <a:pt x="515" y="977"/>
                  <a:pt x="518" y="978"/>
                  <a:pt x="519" y="979"/>
                </a:cubicBezTo>
                <a:cubicBezTo>
                  <a:pt x="519" y="984"/>
                  <a:pt x="516" y="981"/>
                  <a:pt x="513" y="981"/>
                </a:cubicBezTo>
                <a:close/>
                <a:moveTo>
                  <a:pt x="539" y="208"/>
                </a:moveTo>
                <a:cubicBezTo>
                  <a:pt x="547" y="189"/>
                  <a:pt x="577" y="181"/>
                  <a:pt x="594" y="167"/>
                </a:cubicBezTo>
                <a:cubicBezTo>
                  <a:pt x="602" y="161"/>
                  <a:pt x="606" y="151"/>
                  <a:pt x="618" y="156"/>
                </a:cubicBezTo>
                <a:cubicBezTo>
                  <a:pt x="618" y="159"/>
                  <a:pt x="619" y="161"/>
                  <a:pt x="622" y="162"/>
                </a:cubicBezTo>
                <a:cubicBezTo>
                  <a:pt x="610" y="176"/>
                  <a:pt x="599" y="190"/>
                  <a:pt x="583" y="198"/>
                </a:cubicBezTo>
                <a:cubicBezTo>
                  <a:pt x="569" y="203"/>
                  <a:pt x="553" y="206"/>
                  <a:pt x="539" y="208"/>
                </a:cubicBezTo>
                <a:close/>
                <a:moveTo>
                  <a:pt x="557" y="1047"/>
                </a:moveTo>
                <a:cubicBezTo>
                  <a:pt x="556" y="1044"/>
                  <a:pt x="563" y="1041"/>
                  <a:pt x="563" y="1046"/>
                </a:cubicBezTo>
                <a:cubicBezTo>
                  <a:pt x="561" y="1047"/>
                  <a:pt x="558" y="1049"/>
                  <a:pt x="557" y="1047"/>
                </a:cubicBezTo>
                <a:close/>
                <a:moveTo>
                  <a:pt x="666" y="996"/>
                </a:moveTo>
                <a:cubicBezTo>
                  <a:pt x="667" y="998"/>
                  <a:pt x="668" y="999"/>
                  <a:pt x="666" y="1001"/>
                </a:cubicBezTo>
                <a:cubicBezTo>
                  <a:pt x="653" y="1002"/>
                  <a:pt x="645" y="1000"/>
                  <a:pt x="637" y="1009"/>
                </a:cubicBezTo>
                <a:cubicBezTo>
                  <a:pt x="638" y="1005"/>
                  <a:pt x="634" y="1007"/>
                  <a:pt x="634" y="1005"/>
                </a:cubicBezTo>
                <a:cubicBezTo>
                  <a:pt x="629" y="1007"/>
                  <a:pt x="624" y="1009"/>
                  <a:pt x="617" y="1010"/>
                </a:cubicBezTo>
                <a:cubicBezTo>
                  <a:pt x="620" y="1014"/>
                  <a:pt x="617" y="1012"/>
                  <a:pt x="615" y="1016"/>
                </a:cubicBezTo>
                <a:cubicBezTo>
                  <a:pt x="618" y="1016"/>
                  <a:pt x="618" y="1014"/>
                  <a:pt x="621" y="1015"/>
                </a:cubicBezTo>
                <a:cubicBezTo>
                  <a:pt x="621" y="1017"/>
                  <a:pt x="618" y="1016"/>
                  <a:pt x="618" y="1017"/>
                </a:cubicBezTo>
                <a:cubicBezTo>
                  <a:pt x="623" y="1020"/>
                  <a:pt x="634" y="1014"/>
                  <a:pt x="642" y="1013"/>
                </a:cubicBezTo>
                <a:cubicBezTo>
                  <a:pt x="642" y="1015"/>
                  <a:pt x="641" y="1015"/>
                  <a:pt x="641" y="1017"/>
                </a:cubicBezTo>
                <a:cubicBezTo>
                  <a:pt x="634" y="1014"/>
                  <a:pt x="625" y="1022"/>
                  <a:pt x="617" y="1025"/>
                </a:cubicBezTo>
                <a:cubicBezTo>
                  <a:pt x="605" y="1019"/>
                  <a:pt x="593" y="1032"/>
                  <a:pt x="582" y="1029"/>
                </a:cubicBezTo>
                <a:cubicBezTo>
                  <a:pt x="582" y="1030"/>
                  <a:pt x="584" y="1029"/>
                  <a:pt x="586" y="1030"/>
                </a:cubicBezTo>
                <a:cubicBezTo>
                  <a:pt x="583" y="1036"/>
                  <a:pt x="570" y="1033"/>
                  <a:pt x="568" y="1038"/>
                </a:cubicBezTo>
                <a:cubicBezTo>
                  <a:pt x="567" y="1033"/>
                  <a:pt x="570" y="1031"/>
                  <a:pt x="573" y="1029"/>
                </a:cubicBezTo>
                <a:cubicBezTo>
                  <a:pt x="572" y="1027"/>
                  <a:pt x="570" y="1027"/>
                  <a:pt x="568" y="1027"/>
                </a:cubicBezTo>
                <a:cubicBezTo>
                  <a:pt x="572" y="1022"/>
                  <a:pt x="579" y="1022"/>
                  <a:pt x="589" y="1023"/>
                </a:cubicBezTo>
                <a:cubicBezTo>
                  <a:pt x="593" y="1018"/>
                  <a:pt x="606" y="1018"/>
                  <a:pt x="611" y="1017"/>
                </a:cubicBezTo>
                <a:cubicBezTo>
                  <a:pt x="610" y="1016"/>
                  <a:pt x="609" y="1015"/>
                  <a:pt x="610" y="1013"/>
                </a:cubicBezTo>
                <a:cubicBezTo>
                  <a:pt x="599" y="1016"/>
                  <a:pt x="590" y="1019"/>
                  <a:pt x="580" y="1020"/>
                </a:cubicBezTo>
                <a:cubicBezTo>
                  <a:pt x="591" y="1013"/>
                  <a:pt x="603" y="1008"/>
                  <a:pt x="621" y="1007"/>
                </a:cubicBezTo>
                <a:cubicBezTo>
                  <a:pt x="620" y="1006"/>
                  <a:pt x="619" y="1006"/>
                  <a:pt x="619" y="1005"/>
                </a:cubicBezTo>
                <a:cubicBezTo>
                  <a:pt x="615" y="1004"/>
                  <a:pt x="614" y="1007"/>
                  <a:pt x="611" y="1007"/>
                </a:cubicBezTo>
                <a:cubicBezTo>
                  <a:pt x="627" y="999"/>
                  <a:pt x="642" y="992"/>
                  <a:pt x="657" y="984"/>
                </a:cubicBezTo>
                <a:cubicBezTo>
                  <a:pt x="667" y="989"/>
                  <a:pt x="678" y="977"/>
                  <a:pt x="687" y="978"/>
                </a:cubicBezTo>
                <a:cubicBezTo>
                  <a:pt x="688" y="973"/>
                  <a:pt x="691" y="970"/>
                  <a:pt x="698" y="970"/>
                </a:cubicBezTo>
                <a:cubicBezTo>
                  <a:pt x="696" y="975"/>
                  <a:pt x="698" y="978"/>
                  <a:pt x="694" y="979"/>
                </a:cubicBezTo>
                <a:cubicBezTo>
                  <a:pt x="698" y="983"/>
                  <a:pt x="706" y="976"/>
                  <a:pt x="713" y="977"/>
                </a:cubicBezTo>
                <a:cubicBezTo>
                  <a:pt x="698" y="988"/>
                  <a:pt x="679" y="991"/>
                  <a:pt x="666" y="996"/>
                </a:cubicBezTo>
                <a:close/>
                <a:moveTo>
                  <a:pt x="683" y="1085"/>
                </a:moveTo>
                <a:cubicBezTo>
                  <a:pt x="682" y="1084"/>
                  <a:pt x="687" y="1080"/>
                  <a:pt x="691" y="1082"/>
                </a:cubicBezTo>
                <a:cubicBezTo>
                  <a:pt x="690" y="1087"/>
                  <a:pt x="685" y="1085"/>
                  <a:pt x="683" y="1085"/>
                </a:cubicBezTo>
                <a:close/>
                <a:moveTo>
                  <a:pt x="725" y="940"/>
                </a:moveTo>
                <a:cubicBezTo>
                  <a:pt x="728" y="940"/>
                  <a:pt x="729" y="939"/>
                  <a:pt x="732" y="940"/>
                </a:cubicBezTo>
                <a:cubicBezTo>
                  <a:pt x="732" y="944"/>
                  <a:pt x="732" y="944"/>
                  <a:pt x="732" y="944"/>
                </a:cubicBezTo>
                <a:cubicBezTo>
                  <a:pt x="730" y="947"/>
                  <a:pt x="726" y="942"/>
                  <a:pt x="726" y="947"/>
                </a:cubicBezTo>
                <a:cubicBezTo>
                  <a:pt x="724" y="947"/>
                  <a:pt x="726" y="942"/>
                  <a:pt x="725" y="940"/>
                </a:cubicBezTo>
                <a:close/>
                <a:moveTo>
                  <a:pt x="736" y="947"/>
                </a:moveTo>
                <a:cubicBezTo>
                  <a:pt x="737" y="952"/>
                  <a:pt x="730" y="950"/>
                  <a:pt x="727" y="952"/>
                </a:cubicBezTo>
                <a:cubicBezTo>
                  <a:pt x="728" y="949"/>
                  <a:pt x="731" y="947"/>
                  <a:pt x="736" y="947"/>
                </a:cubicBezTo>
                <a:close/>
                <a:moveTo>
                  <a:pt x="727" y="1030"/>
                </a:moveTo>
                <a:cubicBezTo>
                  <a:pt x="724" y="1027"/>
                  <a:pt x="724" y="1032"/>
                  <a:pt x="720" y="1031"/>
                </a:cubicBezTo>
                <a:cubicBezTo>
                  <a:pt x="722" y="1029"/>
                  <a:pt x="724" y="1027"/>
                  <a:pt x="728" y="1027"/>
                </a:cubicBezTo>
                <a:cubicBezTo>
                  <a:pt x="727" y="1028"/>
                  <a:pt x="727" y="1028"/>
                  <a:pt x="727" y="1030"/>
                </a:cubicBezTo>
                <a:close/>
                <a:moveTo>
                  <a:pt x="759" y="955"/>
                </a:moveTo>
                <a:cubicBezTo>
                  <a:pt x="756" y="955"/>
                  <a:pt x="756" y="957"/>
                  <a:pt x="754" y="955"/>
                </a:cubicBezTo>
                <a:cubicBezTo>
                  <a:pt x="753" y="957"/>
                  <a:pt x="755" y="957"/>
                  <a:pt x="754" y="960"/>
                </a:cubicBezTo>
                <a:cubicBezTo>
                  <a:pt x="747" y="960"/>
                  <a:pt x="739" y="965"/>
                  <a:pt x="737" y="960"/>
                </a:cubicBezTo>
                <a:cubicBezTo>
                  <a:pt x="734" y="961"/>
                  <a:pt x="737" y="962"/>
                  <a:pt x="736" y="965"/>
                </a:cubicBezTo>
                <a:cubicBezTo>
                  <a:pt x="730" y="971"/>
                  <a:pt x="724" y="967"/>
                  <a:pt x="719" y="965"/>
                </a:cubicBezTo>
                <a:cubicBezTo>
                  <a:pt x="720" y="961"/>
                  <a:pt x="727" y="962"/>
                  <a:pt x="726" y="956"/>
                </a:cubicBezTo>
                <a:cubicBezTo>
                  <a:pt x="729" y="956"/>
                  <a:pt x="731" y="954"/>
                  <a:pt x="734" y="953"/>
                </a:cubicBezTo>
                <a:cubicBezTo>
                  <a:pt x="732" y="957"/>
                  <a:pt x="736" y="955"/>
                  <a:pt x="736" y="958"/>
                </a:cubicBezTo>
                <a:cubicBezTo>
                  <a:pt x="743" y="954"/>
                  <a:pt x="749" y="950"/>
                  <a:pt x="761" y="951"/>
                </a:cubicBezTo>
                <a:cubicBezTo>
                  <a:pt x="760" y="952"/>
                  <a:pt x="758" y="952"/>
                  <a:pt x="759" y="955"/>
                </a:cubicBezTo>
                <a:close/>
                <a:moveTo>
                  <a:pt x="764" y="952"/>
                </a:moveTo>
                <a:cubicBezTo>
                  <a:pt x="765" y="950"/>
                  <a:pt x="765" y="947"/>
                  <a:pt x="769" y="948"/>
                </a:cubicBezTo>
                <a:cubicBezTo>
                  <a:pt x="769" y="951"/>
                  <a:pt x="767" y="952"/>
                  <a:pt x="764" y="952"/>
                </a:cubicBezTo>
                <a:close/>
                <a:moveTo>
                  <a:pt x="770" y="948"/>
                </a:moveTo>
                <a:cubicBezTo>
                  <a:pt x="770" y="942"/>
                  <a:pt x="779" y="947"/>
                  <a:pt x="778" y="943"/>
                </a:cubicBezTo>
                <a:cubicBezTo>
                  <a:pt x="782" y="945"/>
                  <a:pt x="774" y="948"/>
                  <a:pt x="770" y="948"/>
                </a:cubicBezTo>
                <a:close/>
                <a:moveTo>
                  <a:pt x="792" y="158"/>
                </a:moveTo>
                <a:cubicBezTo>
                  <a:pt x="787" y="161"/>
                  <a:pt x="782" y="156"/>
                  <a:pt x="777" y="158"/>
                </a:cubicBezTo>
                <a:cubicBezTo>
                  <a:pt x="781" y="157"/>
                  <a:pt x="784" y="147"/>
                  <a:pt x="792" y="147"/>
                </a:cubicBezTo>
                <a:cubicBezTo>
                  <a:pt x="795" y="149"/>
                  <a:pt x="793" y="155"/>
                  <a:pt x="792" y="158"/>
                </a:cubicBezTo>
                <a:close/>
                <a:moveTo>
                  <a:pt x="807" y="821"/>
                </a:moveTo>
                <a:cubicBezTo>
                  <a:pt x="803" y="821"/>
                  <a:pt x="802" y="820"/>
                  <a:pt x="800" y="819"/>
                </a:cubicBezTo>
                <a:cubicBezTo>
                  <a:pt x="800" y="818"/>
                  <a:pt x="801" y="818"/>
                  <a:pt x="801" y="819"/>
                </a:cubicBezTo>
                <a:cubicBezTo>
                  <a:pt x="804" y="819"/>
                  <a:pt x="803" y="816"/>
                  <a:pt x="806" y="816"/>
                </a:cubicBezTo>
                <a:cubicBezTo>
                  <a:pt x="806" y="813"/>
                  <a:pt x="805" y="813"/>
                  <a:pt x="805" y="810"/>
                </a:cubicBezTo>
                <a:cubicBezTo>
                  <a:pt x="808" y="809"/>
                  <a:pt x="811" y="808"/>
                  <a:pt x="809" y="804"/>
                </a:cubicBezTo>
                <a:cubicBezTo>
                  <a:pt x="812" y="802"/>
                  <a:pt x="815" y="802"/>
                  <a:pt x="817" y="800"/>
                </a:cubicBezTo>
                <a:cubicBezTo>
                  <a:pt x="816" y="799"/>
                  <a:pt x="815" y="798"/>
                  <a:pt x="816" y="795"/>
                </a:cubicBezTo>
                <a:cubicBezTo>
                  <a:pt x="818" y="795"/>
                  <a:pt x="819" y="796"/>
                  <a:pt x="819" y="798"/>
                </a:cubicBezTo>
                <a:cubicBezTo>
                  <a:pt x="820" y="798"/>
                  <a:pt x="820" y="796"/>
                  <a:pt x="822" y="796"/>
                </a:cubicBezTo>
                <a:cubicBezTo>
                  <a:pt x="821" y="794"/>
                  <a:pt x="820" y="792"/>
                  <a:pt x="821" y="789"/>
                </a:cubicBezTo>
                <a:cubicBezTo>
                  <a:pt x="827" y="789"/>
                  <a:pt x="828" y="788"/>
                  <a:pt x="831" y="791"/>
                </a:cubicBezTo>
                <a:cubicBezTo>
                  <a:pt x="830" y="795"/>
                  <a:pt x="827" y="797"/>
                  <a:pt x="825" y="800"/>
                </a:cubicBezTo>
                <a:cubicBezTo>
                  <a:pt x="825" y="802"/>
                  <a:pt x="828" y="801"/>
                  <a:pt x="827" y="804"/>
                </a:cubicBezTo>
                <a:cubicBezTo>
                  <a:pt x="830" y="803"/>
                  <a:pt x="830" y="798"/>
                  <a:pt x="834" y="798"/>
                </a:cubicBezTo>
                <a:cubicBezTo>
                  <a:pt x="828" y="809"/>
                  <a:pt x="815" y="812"/>
                  <a:pt x="807" y="821"/>
                </a:cubicBezTo>
                <a:close/>
                <a:moveTo>
                  <a:pt x="833" y="931"/>
                </a:moveTo>
                <a:cubicBezTo>
                  <a:pt x="834" y="930"/>
                  <a:pt x="836" y="929"/>
                  <a:pt x="836" y="927"/>
                </a:cubicBezTo>
                <a:cubicBezTo>
                  <a:pt x="837" y="927"/>
                  <a:pt x="838" y="928"/>
                  <a:pt x="839" y="928"/>
                </a:cubicBezTo>
                <a:cubicBezTo>
                  <a:pt x="839" y="931"/>
                  <a:pt x="835" y="933"/>
                  <a:pt x="833" y="931"/>
                </a:cubicBezTo>
                <a:close/>
                <a:moveTo>
                  <a:pt x="825" y="917"/>
                </a:moveTo>
                <a:cubicBezTo>
                  <a:pt x="827" y="913"/>
                  <a:pt x="831" y="911"/>
                  <a:pt x="839" y="912"/>
                </a:cubicBezTo>
                <a:cubicBezTo>
                  <a:pt x="837" y="918"/>
                  <a:pt x="830" y="918"/>
                  <a:pt x="825" y="917"/>
                </a:cubicBezTo>
                <a:close/>
                <a:moveTo>
                  <a:pt x="842" y="927"/>
                </a:moveTo>
                <a:cubicBezTo>
                  <a:pt x="842" y="925"/>
                  <a:pt x="843" y="924"/>
                  <a:pt x="843" y="923"/>
                </a:cubicBezTo>
                <a:cubicBezTo>
                  <a:pt x="847" y="923"/>
                  <a:pt x="846" y="928"/>
                  <a:pt x="842" y="927"/>
                </a:cubicBezTo>
                <a:close/>
                <a:moveTo>
                  <a:pt x="1212" y="837"/>
                </a:moveTo>
                <a:cubicBezTo>
                  <a:pt x="1209" y="840"/>
                  <a:pt x="1207" y="844"/>
                  <a:pt x="1202" y="844"/>
                </a:cubicBezTo>
                <a:cubicBezTo>
                  <a:pt x="1206" y="842"/>
                  <a:pt x="1207" y="838"/>
                  <a:pt x="1212" y="837"/>
                </a:cubicBezTo>
                <a:close/>
                <a:moveTo>
                  <a:pt x="1168" y="859"/>
                </a:moveTo>
                <a:cubicBezTo>
                  <a:pt x="1168" y="863"/>
                  <a:pt x="1163" y="862"/>
                  <a:pt x="1160" y="863"/>
                </a:cubicBezTo>
                <a:cubicBezTo>
                  <a:pt x="1162" y="861"/>
                  <a:pt x="1164" y="859"/>
                  <a:pt x="1168" y="859"/>
                </a:cubicBezTo>
                <a:close/>
                <a:moveTo>
                  <a:pt x="1156" y="828"/>
                </a:moveTo>
                <a:cubicBezTo>
                  <a:pt x="1158" y="828"/>
                  <a:pt x="1158" y="831"/>
                  <a:pt x="1157" y="833"/>
                </a:cubicBezTo>
                <a:cubicBezTo>
                  <a:pt x="1154" y="833"/>
                  <a:pt x="1154" y="829"/>
                  <a:pt x="1156" y="828"/>
                </a:cubicBezTo>
                <a:close/>
                <a:moveTo>
                  <a:pt x="1189" y="759"/>
                </a:moveTo>
                <a:cubicBezTo>
                  <a:pt x="1192" y="759"/>
                  <a:pt x="1192" y="759"/>
                  <a:pt x="1192" y="759"/>
                </a:cubicBezTo>
                <a:cubicBezTo>
                  <a:pt x="1193" y="764"/>
                  <a:pt x="1187" y="764"/>
                  <a:pt x="1189" y="759"/>
                </a:cubicBezTo>
                <a:close/>
                <a:moveTo>
                  <a:pt x="1193" y="775"/>
                </a:moveTo>
                <a:cubicBezTo>
                  <a:pt x="1193" y="776"/>
                  <a:pt x="1192" y="777"/>
                  <a:pt x="1192" y="779"/>
                </a:cubicBezTo>
                <a:cubicBezTo>
                  <a:pt x="1189" y="778"/>
                  <a:pt x="1189" y="781"/>
                  <a:pt x="1187" y="779"/>
                </a:cubicBezTo>
                <a:cubicBezTo>
                  <a:pt x="1186" y="775"/>
                  <a:pt x="1191" y="776"/>
                  <a:pt x="1193" y="775"/>
                </a:cubicBezTo>
                <a:close/>
                <a:moveTo>
                  <a:pt x="1155" y="784"/>
                </a:moveTo>
                <a:cubicBezTo>
                  <a:pt x="1153" y="780"/>
                  <a:pt x="1156" y="773"/>
                  <a:pt x="1162" y="773"/>
                </a:cubicBezTo>
                <a:cubicBezTo>
                  <a:pt x="1159" y="777"/>
                  <a:pt x="1159" y="783"/>
                  <a:pt x="1155" y="784"/>
                </a:cubicBezTo>
                <a:close/>
                <a:moveTo>
                  <a:pt x="1165" y="754"/>
                </a:moveTo>
                <a:cubicBezTo>
                  <a:pt x="1167" y="752"/>
                  <a:pt x="1171" y="750"/>
                  <a:pt x="1175" y="750"/>
                </a:cubicBezTo>
                <a:cubicBezTo>
                  <a:pt x="1175" y="751"/>
                  <a:pt x="1175" y="753"/>
                  <a:pt x="1176" y="753"/>
                </a:cubicBezTo>
                <a:cubicBezTo>
                  <a:pt x="1172" y="757"/>
                  <a:pt x="1167" y="760"/>
                  <a:pt x="1161" y="762"/>
                </a:cubicBezTo>
                <a:cubicBezTo>
                  <a:pt x="1161" y="764"/>
                  <a:pt x="1162" y="764"/>
                  <a:pt x="1162" y="766"/>
                </a:cubicBezTo>
                <a:cubicBezTo>
                  <a:pt x="1158" y="768"/>
                  <a:pt x="1154" y="772"/>
                  <a:pt x="1147" y="772"/>
                </a:cubicBezTo>
                <a:cubicBezTo>
                  <a:pt x="1146" y="767"/>
                  <a:pt x="1146" y="765"/>
                  <a:pt x="1145" y="761"/>
                </a:cubicBezTo>
                <a:cubicBezTo>
                  <a:pt x="1148" y="756"/>
                  <a:pt x="1160" y="741"/>
                  <a:pt x="1165" y="754"/>
                </a:cubicBezTo>
                <a:close/>
                <a:moveTo>
                  <a:pt x="1145" y="668"/>
                </a:moveTo>
                <a:cubicBezTo>
                  <a:pt x="1145" y="669"/>
                  <a:pt x="1144" y="676"/>
                  <a:pt x="1140" y="677"/>
                </a:cubicBezTo>
                <a:cubicBezTo>
                  <a:pt x="1141" y="674"/>
                  <a:pt x="1139" y="672"/>
                  <a:pt x="1139" y="670"/>
                </a:cubicBezTo>
                <a:cubicBezTo>
                  <a:pt x="1141" y="668"/>
                  <a:pt x="1143" y="670"/>
                  <a:pt x="1145" y="668"/>
                </a:cubicBezTo>
                <a:close/>
                <a:moveTo>
                  <a:pt x="1036" y="490"/>
                </a:moveTo>
                <a:cubicBezTo>
                  <a:pt x="1038" y="489"/>
                  <a:pt x="1037" y="493"/>
                  <a:pt x="1040" y="492"/>
                </a:cubicBezTo>
                <a:cubicBezTo>
                  <a:pt x="1040" y="495"/>
                  <a:pt x="1038" y="495"/>
                  <a:pt x="1035" y="495"/>
                </a:cubicBezTo>
                <a:cubicBezTo>
                  <a:pt x="1035" y="493"/>
                  <a:pt x="1035" y="491"/>
                  <a:pt x="1036" y="490"/>
                </a:cubicBezTo>
                <a:close/>
                <a:moveTo>
                  <a:pt x="1022" y="489"/>
                </a:moveTo>
                <a:cubicBezTo>
                  <a:pt x="1026" y="489"/>
                  <a:pt x="1027" y="493"/>
                  <a:pt x="1031" y="493"/>
                </a:cubicBezTo>
                <a:cubicBezTo>
                  <a:pt x="1028" y="497"/>
                  <a:pt x="1032" y="497"/>
                  <a:pt x="1029" y="501"/>
                </a:cubicBezTo>
                <a:cubicBezTo>
                  <a:pt x="1026" y="501"/>
                  <a:pt x="1022" y="502"/>
                  <a:pt x="1022" y="499"/>
                </a:cubicBezTo>
                <a:cubicBezTo>
                  <a:pt x="1022" y="501"/>
                  <a:pt x="1018" y="504"/>
                  <a:pt x="1015" y="505"/>
                </a:cubicBezTo>
                <a:cubicBezTo>
                  <a:pt x="1015" y="503"/>
                  <a:pt x="1017" y="501"/>
                  <a:pt x="1014" y="500"/>
                </a:cubicBezTo>
                <a:cubicBezTo>
                  <a:pt x="1015" y="495"/>
                  <a:pt x="1021" y="495"/>
                  <a:pt x="1022" y="489"/>
                </a:cubicBezTo>
                <a:close/>
                <a:moveTo>
                  <a:pt x="1019" y="562"/>
                </a:moveTo>
                <a:cubicBezTo>
                  <a:pt x="1020" y="566"/>
                  <a:pt x="1011" y="565"/>
                  <a:pt x="1014" y="567"/>
                </a:cubicBezTo>
                <a:cubicBezTo>
                  <a:pt x="1013" y="568"/>
                  <a:pt x="1010" y="568"/>
                  <a:pt x="1008" y="569"/>
                </a:cubicBezTo>
                <a:cubicBezTo>
                  <a:pt x="1010" y="564"/>
                  <a:pt x="1016" y="565"/>
                  <a:pt x="1019" y="562"/>
                </a:cubicBezTo>
                <a:close/>
                <a:moveTo>
                  <a:pt x="1011" y="730"/>
                </a:moveTo>
                <a:cubicBezTo>
                  <a:pt x="1017" y="732"/>
                  <a:pt x="1019" y="728"/>
                  <a:pt x="1023" y="728"/>
                </a:cubicBezTo>
                <a:cubicBezTo>
                  <a:pt x="1023" y="733"/>
                  <a:pt x="1023" y="733"/>
                  <a:pt x="1023" y="733"/>
                </a:cubicBezTo>
                <a:cubicBezTo>
                  <a:pt x="1019" y="736"/>
                  <a:pt x="1016" y="738"/>
                  <a:pt x="1012" y="740"/>
                </a:cubicBezTo>
                <a:cubicBezTo>
                  <a:pt x="1010" y="739"/>
                  <a:pt x="1012" y="739"/>
                  <a:pt x="1014" y="739"/>
                </a:cubicBezTo>
                <a:cubicBezTo>
                  <a:pt x="1011" y="736"/>
                  <a:pt x="1011" y="735"/>
                  <a:pt x="1011" y="730"/>
                </a:cubicBezTo>
                <a:close/>
                <a:moveTo>
                  <a:pt x="997" y="716"/>
                </a:moveTo>
                <a:cubicBezTo>
                  <a:pt x="1001" y="716"/>
                  <a:pt x="1002" y="713"/>
                  <a:pt x="1005" y="714"/>
                </a:cubicBezTo>
                <a:cubicBezTo>
                  <a:pt x="1005" y="719"/>
                  <a:pt x="1010" y="718"/>
                  <a:pt x="1013" y="720"/>
                </a:cubicBezTo>
                <a:cubicBezTo>
                  <a:pt x="1013" y="724"/>
                  <a:pt x="1010" y="723"/>
                  <a:pt x="1008" y="725"/>
                </a:cubicBezTo>
                <a:cubicBezTo>
                  <a:pt x="1007" y="725"/>
                  <a:pt x="1006" y="723"/>
                  <a:pt x="1006" y="721"/>
                </a:cubicBezTo>
                <a:cubicBezTo>
                  <a:pt x="1003" y="723"/>
                  <a:pt x="1002" y="726"/>
                  <a:pt x="998" y="727"/>
                </a:cubicBezTo>
                <a:cubicBezTo>
                  <a:pt x="998" y="724"/>
                  <a:pt x="1003" y="723"/>
                  <a:pt x="1001" y="720"/>
                </a:cubicBezTo>
                <a:cubicBezTo>
                  <a:pt x="1000" y="720"/>
                  <a:pt x="1000" y="722"/>
                  <a:pt x="1000" y="723"/>
                </a:cubicBezTo>
                <a:cubicBezTo>
                  <a:pt x="995" y="722"/>
                  <a:pt x="997" y="720"/>
                  <a:pt x="997" y="716"/>
                </a:cubicBezTo>
                <a:close/>
                <a:moveTo>
                  <a:pt x="1000" y="751"/>
                </a:moveTo>
                <a:cubicBezTo>
                  <a:pt x="998" y="750"/>
                  <a:pt x="998" y="747"/>
                  <a:pt x="996" y="745"/>
                </a:cubicBezTo>
                <a:cubicBezTo>
                  <a:pt x="999" y="743"/>
                  <a:pt x="1003" y="748"/>
                  <a:pt x="1000" y="751"/>
                </a:cubicBezTo>
                <a:close/>
                <a:moveTo>
                  <a:pt x="997" y="800"/>
                </a:moveTo>
                <a:cubicBezTo>
                  <a:pt x="997" y="802"/>
                  <a:pt x="997" y="802"/>
                  <a:pt x="997" y="802"/>
                </a:cubicBezTo>
                <a:cubicBezTo>
                  <a:pt x="995" y="802"/>
                  <a:pt x="995" y="804"/>
                  <a:pt x="994" y="802"/>
                </a:cubicBezTo>
                <a:cubicBezTo>
                  <a:pt x="994" y="800"/>
                  <a:pt x="994" y="800"/>
                  <a:pt x="994" y="800"/>
                </a:cubicBezTo>
                <a:cubicBezTo>
                  <a:pt x="995" y="799"/>
                  <a:pt x="995" y="800"/>
                  <a:pt x="997" y="800"/>
                </a:cubicBezTo>
                <a:close/>
                <a:moveTo>
                  <a:pt x="994" y="743"/>
                </a:moveTo>
                <a:cubicBezTo>
                  <a:pt x="994" y="747"/>
                  <a:pt x="990" y="747"/>
                  <a:pt x="987" y="748"/>
                </a:cubicBezTo>
                <a:cubicBezTo>
                  <a:pt x="988" y="743"/>
                  <a:pt x="991" y="744"/>
                  <a:pt x="994" y="743"/>
                </a:cubicBezTo>
                <a:close/>
                <a:moveTo>
                  <a:pt x="991" y="494"/>
                </a:moveTo>
                <a:cubicBezTo>
                  <a:pt x="989" y="496"/>
                  <a:pt x="989" y="499"/>
                  <a:pt x="985" y="498"/>
                </a:cubicBezTo>
                <a:cubicBezTo>
                  <a:pt x="987" y="496"/>
                  <a:pt x="987" y="494"/>
                  <a:pt x="991" y="494"/>
                </a:cubicBezTo>
                <a:close/>
                <a:moveTo>
                  <a:pt x="990" y="534"/>
                </a:moveTo>
                <a:cubicBezTo>
                  <a:pt x="989" y="538"/>
                  <a:pt x="986" y="539"/>
                  <a:pt x="983" y="540"/>
                </a:cubicBezTo>
                <a:cubicBezTo>
                  <a:pt x="983" y="539"/>
                  <a:pt x="982" y="538"/>
                  <a:pt x="981" y="538"/>
                </a:cubicBezTo>
                <a:cubicBezTo>
                  <a:pt x="982" y="536"/>
                  <a:pt x="987" y="533"/>
                  <a:pt x="990" y="534"/>
                </a:cubicBezTo>
                <a:close/>
                <a:moveTo>
                  <a:pt x="971" y="775"/>
                </a:moveTo>
                <a:cubicBezTo>
                  <a:pt x="970" y="778"/>
                  <a:pt x="968" y="777"/>
                  <a:pt x="966" y="777"/>
                </a:cubicBezTo>
                <a:cubicBezTo>
                  <a:pt x="966" y="775"/>
                  <a:pt x="968" y="775"/>
                  <a:pt x="971" y="775"/>
                </a:cubicBezTo>
                <a:close/>
                <a:moveTo>
                  <a:pt x="969" y="724"/>
                </a:moveTo>
                <a:cubicBezTo>
                  <a:pt x="967" y="727"/>
                  <a:pt x="963" y="731"/>
                  <a:pt x="965" y="735"/>
                </a:cubicBezTo>
                <a:cubicBezTo>
                  <a:pt x="963" y="735"/>
                  <a:pt x="960" y="741"/>
                  <a:pt x="955" y="741"/>
                </a:cubicBezTo>
                <a:cubicBezTo>
                  <a:pt x="955" y="739"/>
                  <a:pt x="956" y="735"/>
                  <a:pt x="960" y="733"/>
                </a:cubicBezTo>
                <a:cubicBezTo>
                  <a:pt x="960" y="731"/>
                  <a:pt x="958" y="731"/>
                  <a:pt x="956" y="730"/>
                </a:cubicBezTo>
                <a:cubicBezTo>
                  <a:pt x="957" y="723"/>
                  <a:pt x="964" y="724"/>
                  <a:pt x="969" y="724"/>
                </a:cubicBezTo>
                <a:close/>
                <a:moveTo>
                  <a:pt x="961" y="751"/>
                </a:moveTo>
                <a:cubicBezTo>
                  <a:pt x="959" y="751"/>
                  <a:pt x="959" y="749"/>
                  <a:pt x="956" y="750"/>
                </a:cubicBezTo>
                <a:cubicBezTo>
                  <a:pt x="957" y="747"/>
                  <a:pt x="961" y="746"/>
                  <a:pt x="964" y="745"/>
                </a:cubicBezTo>
                <a:cubicBezTo>
                  <a:pt x="965" y="749"/>
                  <a:pt x="962" y="749"/>
                  <a:pt x="961" y="751"/>
                </a:cubicBezTo>
                <a:close/>
                <a:moveTo>
                  <a:pt x="932" y="784"/>
                </a:moveTo>
                <a:cubicBezTo>
                  <a:pt x="933" y="782"/>
                  <a:pt x="934" y="776"/>
                  <a:pt x="931" y="775"/>
                </a:cubicBezTo>
                <a:cubicBezTo>
                  <a:pt x="933" y="773"/>
                  <a:pt x="934" y="771"/>
                  <a:pt x="938" y="770"/>
                </a:cubicBezTo>
                <a:cubicBezTo>
                  <a:pt x="938" y="773"/>
                  <a:pt x="937" y="774"/>
                  <a:pt x="936" y="774"/>
                </a:cubicBezTo>
                <a:cubicBezTo>
                  <a:pt x="938" y="777"/>
                  <a:pt x="943" y="778"/>
                  <a:pt x="944" y="782"/>
                </a:cubicBezTo>
                <a:cubicBezTo>
                  <a:pt x="946" y="780"/>
                  <a:pt x="950" y="777"/>
                  <a:pt x="953" y="780"/>
                </a:cubicBezTo>
                <a:cubicBezTo>
                  <a:pt x="952" y="788"/>
                  <a:pt x="943" y="787"/>
                  <a:pt x="939" y="791"/>
                </a:cubicBezTo>
                <a:cubicBezTo>
                  <a:pt x="936" y="791"/>
                  <a:pt x="934" y="790"/>
                  <a:pt x="933" y="789"/>
                </a:cubicBezTo>
                <a:cubicBezTo>
                  <a:pt x="933" y="786"/>
                  <a:pt x="938" y="787"/>
                  <a:pt x="938" y="784"/>
                </a:cubicBezTo>
                <a:cubicBezTo>
                  <a:pt x="937" y="782"/>
                  <a:pt x="935" y="786"/>
                  <a:pt x="932" y="784"/>
                </a:cubicBezTo>
                <a:close/>
                <a:moveTo>
                  <a:pt x="932" y="742"/>
                </a:moveTo>
                <a:cubicBezTo>
                  <a:pt x="936" y="741"/>
                  <a:pt x="934" y="747"/>
                  <a:pt x="933" y="747"/>
                </a:cubicBezTo>
                <a:cubicBezTo>
                  <a:pt x="931" y="747"/>
                  <a:pt x="933" y="743"/>
                  <a:pt x="932" y="742"/>
                </a:cubicBezTo>
                <a:close/>
                <a:moveTo>
                  <a:pt x="950" y="519"/>
                </a:moveTo>
                <a:cubicBezTo>
                  <a:pt x="948" y="519"/>
                  <a:pt x="948" y="519"/>
                  <a:pt x="948" y="519"/>
                </a:cubicBezTo>
                <a:cubicBezTo>
                  <a:pt x="948" y="519"/>
                  <a:pt x="948" y="520"/>
                  <a:pt x="949" y="520"/>
                </a:cubicBezTo>
                <a:cubicBezTo>
                  <a:pt x="948" y="522"/>
                  <a:pt x="945" y="518"/>
                  <a:pt x="945" y="517"/>
                </a:cubicBezTo>
                <a:cubicBezTo>
                  <a:pt x="946" y="515"/>
                  <a:pt x="951" y="515"/>
                  <a:pt x="950" y="519"/>
                </a:cubicBezTo>
                <a:close/>
                <a:moveTo>
                  <a:pt x="952" y="550"/>
                </a:moveTo>
                <a:cubicBezTo>
                  <a:pt x="954" y="553"/>
                  <a:pt x="946" y="553"/>
                  <a:pt x="948" y="550"/>
                </a:cubicBezTo>
                <a:cubicBezTo>
                  <a:pt x="948" y="550"/>
                  <a:pt x="952" y="548"/>
                  <a:pt x="952" y="550"/>
                </a:cubicBezTo>
                <a:close/>
                <a:moveTo>
                  <a:pt x="949" y="732"/>
                </a:moveTo>
                <a:cubicBezTo>
                  <a:pt x="949" y="731"/>
                  <a:pt x="950" y="730"/>
                  <a:pt x="950" y="729"/>
                </a:cubicBezTo>
                <a:cubicBezTo>
                  <a:pt x="953" y="728"/>
                  <a:pt x="953" y="730"/>
                  <a:pt x="953" y="732"/>
                </a:cubicBezTo>
                <a:lnTo>
                  <a:pt x="949" y="732"/>
                </a:lnTo>
                <a:close/>
                <a:moveTo>
                  <a:pt x="949" y="709"/>
                </a:moveTo>
                <a:cubicBezTo>
                  <a:pt x="949" y="707"/>
                  <a:pt x="948" y="706"/>
                  <a:pt x="948" y="707"/>
                </a:cubicBezTo>
                <a:cubicBezTo>
                  <a:pt x="946" y="703"/>
                  <a:pt x="957" y="702"/>
                  <a:pt x="960" y="704"/>
                </a:cubicBezTo>
                <a:cubicBezTo>
                  <a:pt x="957" y="707"/>
                  <a:pt x="954" y="709"/>
                  <a:pt x="949" y="709"/>
                </a:cubicBezTo>
                <a:close/>
                <a:moveTo>
                  <a:pt x="946" y="472"/>
                </a:moveTo>
                <a:cubicBezTo>
                  <a:pt x="951" y="469"/>
                  <a:pt x="956" y="466"/>
                  <a:pt x="961" y="464"/>
                </a:cubicBezTo>
                <a:cubicBezTo>
                  <a:pt x="962" y="466"/>
                  <a:pt x="964" y="469"/>
                  <a:pt x="966" y="469"/>
                </a:cubicBezTo>
                <a:cubicBezTo>
                  <a:pt x="966" y="472"/>
                  <a:pt x="963" y="473"/>
                  <a:pt x="961" y="475"/>
                </a:cubicBezTo>
                <a:cubicBezTo>
                  <a:pt x="962" y="477"/>
                  <a:pt x="967" y="473"/>
                  <a:pt x="966" y="478"/>
                </a:cubicBezTo>
                <a:cubicBezTo>
                  <a:pt x="970" y="477"/>
                  <a:pt x="969" y="476"/>
                  <a:pt x="972" y="476"/>
                </a:cubicBezTo>
                <a:cubicBezTo>
                  <a:pt x="972" y="477"/>
                  <a:pt x="973" y="478"/>
                  <a:pt x="973" y="478"/>
                </a:cubicBezTo>
                <a:cubicBezTo>
                  <a:pt x="970" y="481"/>
                  <a:pt x="965" y="483"/>
                  <a:pt x="964" y="489"/>
                </a:cubicBezTo>
                <a:cubicBezTo>
                  <a:pt x="955" y="488"/>
                  <a:pt x="958" y="500"/>
                  <a:pt x="951" y="502"/>
                </a:cubicBezTo>
                <a:cubicBezTo>
                  <a:pt x="952" y="503"/>
                  <a:pt x="952" y="504"/>
                  <a:pt x="952" y="506"/>
                </a:cubicBezTo>
                <a:cubicBezTo>
                  <a:pt x="958" y="504"/>
                  <a:pt x="964" y="497"/>
                  <a:pt x="970" y="498"/>
                </a:cubicBezTo>
                <a:cubicBezTo>
                  <a:pt x="970" y="505"/>
                  <a:pt x="965" y="501"/>
                  <a:pt x="965" y="507"/>
                </a:cubicBezTo>
                <a:cubicBezTo>
                  <a:pt x="964" y="506"/>
                  <a:pt x="965" y="505"/>
                  <a:pt x="963" y="505"/>
                </a:cubicBezTo>
                <a:cubicBezTo>
                  <a:pt x="959" y="507"/>
                  <a:pt x="963" y="516"/>
                  <a:pt x="955" y="516"/>
                </a:cubicBezTo>
                <a:cubicBezTo>
                  <a:pt x="955" y="510"/>
                  <a:pt x="954" y="514"/>
                  <a:pt x="952" y="509"/>
                </a:cubicBezTo>
                <a:cubicBezTo>
                  <a:pt x="950" y="509"/>
                  <a:pt x="951" y="512"/>
                  <a:pt x="949" y="511"/>
                </a:cubicBezTo>
                <a:cubicBezTo>
                  <a:pt x="948" y="507"/>
                  <a:pt x="953" y="506"/>
                  <a:pt x="950" y="504"/>
                </a:cubicBezTo>
                <a:cubicBezTo>
                  <a:pt x="948" y="503"/>
                  <a:pt x="937" y="502"/>
                  <a:pt x="941" y="494"/>
                </a:cubicBezTo>
                <a:cubicBezTo>
                  <a:pt x="943" y="493"/>
                  <a:pt x="944" y="496"/>
                  <a:pt x="946" y="494"/>
                </a:cubicBezTo>
                <a:cubicBezTo>
                  <a:pt x="946" y="492"/>
                  <a:pt x="944" y="492"/>
                  <a:pt x="941" y="492"/>
                </a:cubicBezTo>
                <a:cubicBezTo>
                  <a:pt x="943" y="488"/>
                  <a:pt x="944" y="485"/>
                  <a:pt x="939" y="484"/>
                </a:cubicBezTo>
                <a:cubicBezTo>
                  <a:pt x="940" y="478"/>
                  <a:pt x="945" y="478"/>
                  <a:pt x="946" y="472"/>
                </a:cubicBezTo>
                <a:close/>
                <a:moveTo>
                  <a:pt x="933" y="152"/>
                </a:moveTo>
                <a:cubicBezTo>
                  <a:pt x="941" y="148"/>
                  <a:pt x="947" y="142"/>
                  <a:pt x="959" y="145"/>
                </a:cubicBezTo>
                <a:cubicBezTo>
                  <a:pt x="958" y="148"/>
                  <a:pt x="960" y="149"/>
                  <a:pt x="960" y="151"/>
                </a:cubicBezTo>
                <a:cubicBezTo>
                  <a:pt x="951" y="156"/>
                  <a:pt x="940" y="153"/>
                  <a:pt x="932" y="159"/>
                </a:cubicBezTo>
                <a:cubicBezTo>
                  <a:pt x="933" y="155"/>
                  <a:pt x="936" y="156"/>
                  <a:pt x="933" y="152"/>
                </a:cubicBezTo>
                <a:close/>
                <a:moveTo>
                  <a:pt x="938" y="189"/>
                </a:moveTo>
                <a:cubicBezTo>
                  <a:pt x="929" y="190"/>
                  <a:pt x="924" y="197"/>
                  <a:pt x="915" y="200"/>
                </a:cubicBezTo>
                <a:cubicBezTo>
                  <a:pt x="920" y="194"/>
                  <a:pt x="928" y="187"/>
                  <a:pt x="938" y="189"/>
                </a:cubicBezTo>
                <a:close/>
                <a:moveTo>
                  <a:pt x="911" y="762"/>
                </a:moveTo>
                <a:cubicBezTo>
                  <a:pt x="911" y="755"/>
                  <a:pt x="917" y="760"/>
                  <a:pt x="917" y="753"/>
                </a:cubicBezTo>
                <a:cubicBezTo>
                  <a:pt x="920" y="756"/>
                  <a:pt x="922" y="749"/>
                  <a:pt x="927" y="753"/>
                </a:cubicBezTo>
                <a:cubicBezTo>
                  <a:pt x="926" y="759"/>
                  <a:pt x="920" y="763"/>
                  <a:pt x="914" y="761"/>
                </a:cubicBezTo>
                <a:cubicBezTo>
                  <a:pt x="917" y="763"/>
                  <a:pt x="913" y="765"/>
                  <a:pt x="911" y="762"/>
                </a:cubicBezTo>
                <a:close/>
                <a:moveTo>
                  <a:pt x="928" y="765"/>
                </a:moveTo>
                <a:cubicBezTo>
                  <a:pt x="924" y="765"/>
                  <a:pt x="924" y="765"/>
                  <a:pt x="924" y="765"/>
                </a:cubicBezTo>
                <a:cubicBezTo>
                  <a:pt x="923" y="762"/>
                  <a:pt x="926" y="763"/>
                  <a:pt x="927" y="761"/>
                </a:cubicBezTo>
                <a:cubicBezTo>
                  <a:pt x="928" y="761"/>
                  <a:pt x="927" y="763"/>
                  <a:pt x="928" y="765"/>
                </a:cubicBezTo>
                <a:close/>
                <a:moveTo>
                  <a:pt x="931" y="791"/>
                </a:moveTo>
                <a:cubicBezTo>
                  <a:pt x="930" y="795"/>
                  <a:pt x="926" y="796"/>
                  <a:pt x="921" y="796"/>
                </a:cubicBezTo>
                <a:cubicBezTo>
                  <a:pt x="922" y="792"/>
                  <a:pt x="927" y="792"/>
                  <a:pt x="931" y="791"/>
                </a:cubicBezTo>
                <a:close/>
                <a:moveTo>
                  <a:pt x="915" y="730"/>
                </a:moveTo>
                <a:cubicBezTo>
                  <a:pt x="916" y="733"/>
                  <a:pt x="913" y="733"/>
                  <a:pt x="913" y="735"/>
                </a:cubicBezTo>
                <a:cubicBezTo>
                  <a:pt x="912" y="734"/>
                  <a:pt x="911" y="733"/>
                  <a:pt x="911" y="731"/>
                </a:cubicBezTo>
                <a:cubicBezTo>
                  <a:pt x="912" y="731"/>
                  <a:pt x="913" y="730"/>
                  <a:pt x="915" y="730"/>
                </a:cubicBezTo>
                <a:close/>
                <a:moveTo>
                  <a:pt x="908" y="746"/>
                </a:moveTo>
                <a:cubicBezTo>
                  <a:pt x="909" y="743"/>
                  <a:pt x="912" y="743"/>
                  <a:pt x="912" y="740"/>
                </a:cubicBezTo>
                <a:cubicBezTo>
                  <a:pt x="913" y="740"/>
                  <a:pt x="915" y="740"/>
                  <a:pt x="915" y="739"/>
                </a:cubicBezTo>
                <a:cubicBezTo>
                  <a:pt x="917" y="741"/>
                  <a:pt x="912" y="743"/>
                  <a:pt x="911" y="744"/>
                </a:cubicBezTo>
                <a:cubicBezTo>
                  <a:pt x="913" y="748"/>
                  <a:pt x="913" y="749"/>
                  <a:pt x="911" y="753"/>
                </a:cubicBezTo>
                <a:cubicBezTo>
                  <a:pt x="908" y="753"/>
                  <a:pt x="906" y="753"/>
                  <a:pt x="906" y="755"/>
                </a:cubicBezTo>
                <a:cubicBezTo>
                  <a:pt x="904" y="753"/>
                  <a:pt x="902" y="750"/>
                  <a:pt x="899" y="749"/>
                </a:cubicBezTo>
                <a:cubicBezTo>
                  <a:pt x="899" y="745"/>
                  <a:pt x="905" y="744"/>
                  <a:pt x="908" y="746"/>
                </a:cubicBezTo>
                <a:close/>
                <a:moveTo>
                  <a:pt x="898" y="860"/>
                </a:moveTo>
                <a:cubicBezTo>
                  <a:pt x="902" y="860"/>
                  <a:pt x="902" y="865"/>
                  <a:pt x="898" y="865"/>
                </a:cubicBezTo>
                <a:cubicBezTo>
                  <a:pt x="899" y="862"/>
                  <a:pt x="899" y="863"/>
                  <a:pt x="898" y="860"/>
                </a:cubicBezTo>
                <a:close/>
                <a:moveTo>
                  <a:pt x="900" y="872"/>
                </a:moveTo>
                <a:cubicBezTo>
                  <a:pt x="901" y="872"/>
                  <a:pt x="901" y="875"/>
                  <a:pt x="902" y="876"/>
                </a:cubicBezTo>
                <a:cubicBezTo>
                  <a:pt x="899" y="879"/>
                  <a:pt x="896" y="883"/>
                  <a:pt x="892" y="884"/>
                </a:cubicBezTo>
                <a:cubicBezTo>
                  <a:pt x="892" y="883"/>
                  <a:pt x="891" y="883"/>
                  <a:pt x="890" y="883"/>
                </a:cubicBezTo>
                <a:cubicBezTo>
                  <a:pt x="892" y="879"/>
                  <a:pt x="894" y="877"/>
                  <a:pt x="895" y="874"/>
                </a:cubicBezTo>
                <a:cubicBezTo>
                  <a:pt x="898" y="874"/>
                  <a:pt x="900" y="874"/>
                  <a:pt x="900" y="872"/>
                </a:cubicBezTo>
                <a:close/>
                <a:moveTo>
                  <a:pt x="901" y="841"/>
                </a:moveTo>
                <a:cubicBezTo>
                  <a:pt x="901" y="840"/>
                  <a:pt x="902" y="839"/>
                  <a:pt x="902" y="838"/>
                </a:cubicBezTo>
                <a:cubicBezTo>
                  <a:pt x="906" y="838"/>
                  <a:pt x="906" y="838"/>
                  <a:pt x="906" y="838"/>
                </a:cubicBezTo>
                <a:cubicBezTo>
                  <a:pt x="906" y="841"/>
                  <a:pt x="904" y="841"/>
                  <a:pt x="901" y="841"/>
                </a:cubicBezTo>
                <a:close/>
                <a:moveTo>
                  <a:pt x="898" y="109"/>
                </a:moveTo>
                <a:cubicBezTo>
                  <a:pt x="894" y="111"/>
                  <a:pt x="889" y="112"/>
                  <a:pt x="885" y="114"/>
                </a:cubicBezTo>
                <a:cubicBezTo>
                  <a:pt x="886" y="109"/>
                  <a:pt x="893" y="107"/>
                  <a:pt x="898" y="109"/>
                </a:cubicBezTo>
                <a:close/>
                <a:moveTo>
                  <a:pt x="895" y="782"/>
                </a:moveTo>
                <a:cubicBezTo>
                  <a:pt x="893" y="782"/>
                  <a:pt x="893" y="780"/>
                  <a:pt x="893" y="778"/>
                </a:cubicBezTo>
                <a:cubicBezTo>
                  <a:pt x="894" y="778"/>
                  <a:pt x="896" y="778"/>
                  <a:pt x="896" y="777"/>
                </a:cubicBezTo>
                <a:cubicBezTo>
                  <a:pt x="899" y="778"/>
                  <a:pt x="895" y="779"/>
                  <a:pt x="895" y="782"/>
                </a:cubicBezTo>
                <a:close/>
                <a:moveTo>
                  <a:pt x="892" y="784"/>
                </a:moveTo>
                <a:cubicBezTo>
                  <a:pt x="892" y="787"/>
                  <a:pt x="891" y="788"/>
                  <a:pt x="889" y="788"/>
                </a:cubicBezTo>
                <a:cubicBezTo>
                  <a:pt x="887" y="786"/>
                  <a:pt x="889" y="784"/>
                  <a:pt x="892" y="784"/>
                </a:cubicBezTo>
                <a:close/>
                <a:moveTo>
                  <a:pt x="885" y="784"/>
                </a:moveTo>
                <a:cubicBezTo>
                  <a:pt x="885" y="781"/>
                  <a:pt x="888" y="781"/>
                  <a:pt x="890" y="781"/>
                </a:cubicBezTo>
                <a:cubicBezTo>
                  <a:pt x="889" y="783"/>
                  <a:pt x="888" y="784"/>
                  <a:pt x="885" y="784"/>
                </a:cubicBezTo>
                <a:close/>
                <a:moveTo>
                  <a:pt x="880" y="901"/>
                </a:moveTo>
                <a:cubicBezTo>
                  <a:pt x="878" y="902"/>
                  <a:pt x="877" y="900"/>
                  <a:pt x="875" y="900"/>
                </a:cubicBezTo>
                <a:cubicBezTo>
                  <a:pt x="876" y="902"/>
                  <a:pt x="878" y="903"/>
                  <a:pt x="877" y="907"/>
                </a:cubicBezTo>
                <a:cubicBezTo>
                  <a:pt x="872" y="910"/>
                  <a:pt x="867" y="917"/>
                  <a:pt x="861" y="915"/>
                </a:cubicBezTo>
                <a:cubicBezTo>
                  <a:pt x="861" y="913"/>
                  <a:pt x="863" y="912"/>
                  <a:pt x="865" y="912"/>
                </a:cubicBezTo>
                <a:cubicBezTo>
                  <a:pt x="865" y="911"/>
                  <a:pt x="864" y="909"/>
                  <a:pt x="864" y="908"/>
                </a:cubicBezTo>
                <a:cubicBezTo>
                  <a:pt x="863" y="908"/>
                  <a:pt x="861" y="908"/>
                  <a:pt x="861" y="910"/>
                </a:cubicBezTo>
                <a:cubicBezTo>
                  <a:pt x="858" y="910"/>
                  <a:pt x="861" y="904"/>
                  <a:pt x="859" y="904"/>
                </a:cubicBezTo>
                <a:cubicBezTo>
                  <a:pt x="861" y="903"/>
                  <a:pt x="863" y="902"/>
                  <a:pt x="864" y="900"/>
                </a:cubicBezTo>
                <a:cubicBezTo>
                  <a:pt x="864" y="899"/>
                  <a:pt x="862" y="899"/>
                  <a:pt x="861" y="898"/>
                </a:cubicBezTo>
                <a:cubicBezTo>
                  <a:pt x="861" y="895"/>
                  <a:pt x="864" y="895"/>
                  <a:pt x="868" y="895"/>
                </a:cubicBezTo>
                <a:cubicBezTo>
                  <a:pt x="868" y="897"/>
                  <a:pt x="868" y="899"/>
                  <a:pt x="870" y="900"/>
                </a:cubicBezTo>
                <a:cubicBezTo>
                  <a:pt x="873" y="895"/>
                  <a:pt x="877" y="898"/>
                  <a:pt x="880" y="893"/>
                </a:cubicBezTo>
                <a:cubicBezTo>
                  <a:pt x="884" y="894"/>
                  <a:pt x="879" y="898"/>
                  <a:pt x="880" y="901"/>
                </a:cubicBezTo>
                <a:close/>
                <a:moveTo>
                  <a:pt x="865" y="868"/>
                </a:moveTo>
                <a:cubicBezTo>
                  <a:pt x="867" y="866"/>
                  <a:pt x="868" y="863"/>
                  <a:pt x="873" y="863"/>
                </a:cubicBezTo>
                <a:cubicBezTo>
                  <a:pt x="872" y="866"/>
                  <a:pt x="869" y="870"/>
                  <a:pt x="865" y="868"/>
                </a:cubicBezTo>
                <a:close/>
                <a:moveTo>
                  <a:pt x="869" y="789"/>
                </a:moveTo>
                <a:cubicBezTo>
                  <a:pt x="867" y="787"/>
                  <a:pt x="869" y="785"/>
                  <a:pt x="870" y="782"/>
                </a:cubicBezTo>
                <a:cubicBezTo>
                  <a:pt x="867" y="782"/>
                  <a:pt x="867" y="785"/>
                  <a:pt x="864" y="784"/>
                </a:cubicBezTo>
                <a:cubicBezTo>
                  <a:pt x="863" y="782"/>
                  <a:pt x="859" y="780"/>
                  <a:pt x="862" y="776"/>
                </a:cubicBezTo>
                <a:cubicBezTo>
                  <a:pt x="865" y="776"/>
                  <a:pt x="865" y="780"/>
                  <a:pt x="868" y="781"/>
                </a:cubicBezTo>
                <a:cubicBezTo>
                  <a:pt x="872" y="779"/>
                  <a:pt x="866" y="776"/>
                  <a:pt x="867" y="771"/>
                </a:cubicBezTo>
                <a:cubicBezTo>
                  <a:pt x="870" y="763"/>
                  <a:pt x="885" y="754"/>
                  <a:pt x="890" y="767"/>
                </a:cubicBezTo>
                <a:cubicBezTo>
                  <a:pt x="890" y="769"/>
                  <a:pt x="884" y="770"/>
                  <a:pt x="888" y="771"/>
                </a:cubicBezTo>
                <a:cubicBezTo>
                  <a:pt x="882" y="777"/>
                  <a:pt x="877" y="784"/>
                  <a:pt x="869" y="789"/>
                </a:cubicBezTo>
                <a:close/>
                <a:moveTo>
                  <a:pt x="885" y="860"/>
                </a:moveTo>
                <a:cubicBezTo>
                  <a:pt x="890" y="859"/>
                  <a:pt x="884" y="855"/>
                  <a:pt x="886" y="853"/>
                </a:cubicBezTo>
                <a:cubicBezTo>
                  <a:pt x="890" y="853"/>
                  <a:pt x="887" y="854"/>
                  <a:pt x="887" y="856"/>
                </a:cubicBezTo>
                <a:cubicBezTo>
                  <a:pt x="889" y="854"/>
                  <a:pt x="891" y="852"/>
                  <a:pt x="894" y="852"/>
                </a:cubicBezTo>
                <a:cubicBezTo>
                  <a:pt x="893" y="849"/>
                  <a:pt x="895" y="848"/>
                  <a:pt x="895" y="844"/>
                </a:cubicBezTo>
                <a:cubicBezTo>
                  <a:pt x="897" y="845"/>
                  <a:pt x="897" y="842"/>
                  <a:pt x="899" y="843"/>
                </a:cubicBezTo>
                <a:cubicBezTo>
                  <a:pt x="898" y="847"/>
                  <a:pt x="899" y="848"/>
                  <a:pt x="899" y="853"/>
                </a:cubicBezTo>
                <a:cubicBezTo>
                  <a:pt x="897" y="858"/>
                  <a:pt x="889" y="857"/>
                  <a:pt x="888" y="863"/>
                </a:cubicBezTo>
                <a:cubicBezTo>
                  <a:pt x="886" y="863"/>
                  <a:pt x="887" y="860"/>
                  <a:pt x="885" y="860"/>
                </a:cubicBezTo>
                <a:close/>
                <a:moveTo>
                  <a:pt x="975" y="902"/>
                </a:moveTo>
                <a:cubicBezTo>
                  <a:pt x="975" y="894"/>
                  <a:pt x="985" y="896"/>
                  <a:pt x="986" y="888"/>
                </a:cubicBezTo>
                <a:cubicBezTo>
                  <a:pt x="989" y="888"/>
                  <a:pt x="989" y="890"/>
                  <a:pt x="991" y="890"/>
                </a:cubicBezTo>
                <a:cubicBezTo>
                  <a:pt x="988" y="897"/>
                  <a:pt x="983" y="901"/>
                  <a:pt x="975" y="902"/>
                </a:cubicBezTo>
                <a:close/>
                <a:moveTo>
                  <a:pt x="1022" y="871"/>
                </a:moveTo>
                <a:cubicBezTo>
                  <a:pt x="1020" y="870"/>
                  <a:pt x="1019" y="868"/>
                  <a:pt x="1018" y="865"/>
                </a:cubicBezTo>
                <a:cubicBezTo>
                  <a:pt x="1022" y="866"/>
                  <a:pt x="1020" y="862"/>
                  <a:pt x="1024" y="863"/>
                </a:cubicBezTo>
                <a:cubicBezTo>
                  <a:pt x="1024" y="867"/>
                  <a:pt x="1023" y="869"/>
                  <a:pt x="1022" y="871"/>
                </a:cubicBezTo>
                <a:close/>
                <a:moveTo>
                  <a:pt x="1038" y="828"/>
                </a:moveTo>
                <a:cubicBezTo>
                  <a:pt x="1039" y="828"/>
                  <a:pt x="1039" y="829"/>
                  <a:pt x="1040" y="829"/>
                </a:cubicBezTo>
                <a:cubicBezTo>
                  <a:pt x="1041" y="831"/>
                  <a:pt x="1038" y="831"/>
                  <a:pt x="1038" y="833"/>
                </a:cubicBezTo>
                <a:cubicBezTo>
                  <a:pt x="1036" y="833"/>
                  <a:pt x="1038" y="829"/>
                  <a:pt x="1038" y="828"/>
                </a:cubicBezTo>
                <a:close/>
                <a:moveTo>
                  <a:pt x="1034" y="826"/>
                </a:moveTo>
                <a:cubicBezTo>
                  <a:pt x="1034" y="821"/>
                  <a:pt x="1040" y="818"/>
                  <a:pt x="1044" y="821"/>
                </a:cubicBezTo>
                <a:cubicBezTo>
                  <a:pt x="1042" y="824"/>
                  <a:pt x="1040" y="827"/>
                  <a:pt x="1034" y="826"/>
                </a:cubicBezTo>
                <a:close/>
                <a:moveTo>
                  <a:pt x="1042" y="862"/>
                </a:moveTo>
                <a:cubicBezTo>
                  <a:pt x="1044" y="858"/>
                  <a:pt x="1044" y="857"/>
                  <a:pt x="1047" y="853"/>
                </a:cubicBezTo>
                <a:cubicBezTo>
                  <a:pt x="1048" y="855"/>
                  <a:pt x="1048" y="859"/>
                  <a:pt x="1049" y="864"/>
                </a:cubicBezTo>
                <a:cubicBezTo>
                  <a:pt x="1046" y="864"/>
                  <a:pt x="1046" y="862"/>
                  <a:pt x="1042" y="862"/>
                </a:cubicBezTo>
                <a:close/>
                <a:moveTo>
                  <a:pt x="1057" y="850"/>
                </a:moveTo>
                <a:cubicBezTo>
                  <a:pt x="1053" y="848"/>
                  <a:pt x="1059" y="848"/>
                  <a:pt x="1059" y="846"/>
                </a:cubicBezTo>
                <a:cubicBezTo>
                  <a:pt x="1063" y="846"/>
                  <a:pt x="1058" y="850"/>
                  <a:pt x="1057" y="850"/>
                </a:cubicBezTo>
                <a:close/>
                <a:moveTo>
                  <a:pt x="1041" y="795"/>
                </a:moveTo>
                <a:cubicBezTo>
                  <a:pt x="1040" y="797"/>
                  <a:pt x="1040" y="801"/>
                  <a:pt x="1038" y="803"/>
                </a:cubicBezTo>
                <a:cubicBezTo>
                  <a:pt x="1028" y="803"/>
                  <a:pt x="1024" y="810"/>
                  <a:pt x="1015" y="811"/>
                </a:cubicBezTo>
                <a:cubicBezTo>
                  <a:pt x="1017" y="808"/>
                  <a:pt x="1016" y="808"/>
                  <a:pt x="1016" y="804"/>
                </a:cubicBezTo>
                <a:cubicBezTo>
                  <a:pt x="1011" y="805"/>
                  <a:pt x="1015" y="809"/>
                  <a:pt x="1013" y="812"/>
                </a:cubicBezTo>
                <a:cubicBezTo>
                  <a:pt x="1010" y="812"/>
                  <a:pt x="1008" y="809"/>
                  <a:pt x="1010" y="808"/>
                </a:cubicBezTo>
                <a:cubicBezTo>
                  <a:pt x="1006" y="808"/>
                  <a:pt x="1006" y="811"/>
                  <a:pt x="1002" y="811"/>
                </a:cubicBezTo>
                <a:cubicBezTo>
                  <a:pt x="1004" y="817"/>
                  <a:pt x="997" y="818"/>
                  <a:pt x="995" y="822"/>
                </a:cubicBezTo>
                <a:cubicBezTo>
                  <a:pt x="997" y="823"/>
                  <a:pt x="998" y="825"/>
                  <a:pt x="996" y="827"/>
                </a:cubicBezTo>
                <a:cubicBezTo>
                  <a:pt x="1000" y="828"/>
                  <a:pt x="1001" y="829"/>
                  <a:pt x="1004" y="833"/>
                </a:cubicBezTo>
                <a:cubicBezTo>
                  <a:pt x="1009" y="828"/>
                  <a:pt x="1014" y="825"/>
                  <a:pt x="1016" y="818"/>
                </a:cubicBezTo>
                <a:cubicBezTo>
                  <a:pt x="1029" y="815"/>
                  <a:pt x="1036" y="806"/>
                  <a:pt x="1047" y="802"/>
                </a:cubicBezTo>
                <a:cubicBezTo>
                  <a:pt x="1052" y="803"/>
                  <a:pt x="1051" y="812"/>
                  <a:pt x="1058" y="812"/>
                </a:cubicBezTo>
                <a:cubicBezTo>
                  <a:pt x="1054" y="815"/>
                  <a:pt x="1054" y="821"/>
                  <a:pt x="1049" y="822"/>
                </a:cubicBezTo>
                <a:cubicBezTo>
                  <a:pt x="1050" y="819"/>
                  <a:pt x="1047" y="820"/>
                  <a:pt x="1047" y="821"/>
                </a:cubicBezTo>
                <a:cubicBezTo>
                  <a:pt x="1044" y="821"/>
                  <a:pt x="1045" y="818"/>
                  <a:pt x="1044" y="817"/>
                </a:cubicBezTo>
                <a:cubicBezTo>
                  <a:pt x="1037" y="818"/>
                  <a:pt x="1031" y="820"/>
                  <a:pt x="1027" y="824"/>
                </a:cubicBezTo>
                <a:cubicBezTo>
                  <a:pt x="1029" y="825"/>
                  <a:pt x="1031" y="827"/>
                  <a:pt x="1033" y="827"/>
                </a:cubicBezTo>
                <a:cubicBezTo>
                  <a:pt x="1031" y="830"/>
                  <a:pt x="1033" y="831"/>
                  <a:pt x="1033" y="834"/>
                </a:cubicBezTo>
                <a:cubicBezTo>
                  <a:pt x="1037" y="834"/>
                  <a:pt x="1037" y="834"/>
                  <a:pt x="1040" y="835"/>
                </a:cubicBezTo>
                <a:cubicBezTo>
                  <a:pt x="1041" y="836"/>
                  <a:pt x="1041" y="835"/>
                  <a:pt x="1041" y="835"/>
                </a:cubicBezTo>
                <a:cubicBezTo>
                  <a:pt x="1040" y="838"/>
                  <a:pt x="1035" y="842"/>
                  <a:pt x="1031" y="842"/>
                </a:cubicBezTo>
                <a:cubicBezTo>
                  <a:pt x="1029" y="839"/>
                  <a:pt x="1030" y="838"/>
                  <a:pt x="1028" y="834"/>
                </a:cubicBezTo>
                <a:cubicBezTo>
                  <a:pt x="1024" y="834"/>
                  <a:pt x="1027" y="839"/>
                  <a:pt x="1026" y="840"/>
                </a:cubicBezTo>
                <a:cubicBezTo>
                  <a:pt x="1026" y="842"/>
                  <a:pt x="1028" y="842"/>
                  <a:pt x="1030" y="842"/>
                </a:cubicBezTo>
                <a:cubicBezTo>
                  <a:pt x="1029" y="845"/>
                  <a:pt x="1026" y="847"/>
                  <a:pt x="1026" y="850"/>
                </a:cubicBezTo>
                <a:cubicBezTo>
                  <a:pt x="1023" y="849"/>
                  <a:pt x="1020" y="849"/>
                  <a:pt x="1019" y="847"/>
                </a:cubicBezTo>
                <a:cubicBezTo>
                  <a:pt x="1017" y="848"/>
                  <a:pt x="1019" y="853"/>
                  <a:pt x="1018" y="856"/>
                </a:cubicBezTo>
                <a:cubicBezTo>
                  <a:pt x="1021" y="855"/>
                  <a:pt x="1021" y="851"/>
                  <a:pt x="1027" y="852"/>
                </a:cubicBezTo>
                <a:cubicBezTo>
                  <a:pt x="1023" y="855"/>
                  <a:pt x="1022" y="860"/>
                  <a:pt x="1021" y="863"/>
                </a:cubicBezTo>
                <a:cubicBezTo>
                  <a:pt x="1010" y="862"/>
                  <a:pt x="1020" y="881"/>
                  <a:pt x="1008" y="884"/>
                </a:cubicBezTo>
                <a:cubicBezTo>
                  <a:pt x="1007" y="879"/>
                  <a:pt x="1004" y="872"/>
                  <a:pt x="1012" y="873"/>
                </a:cubicBezTo>
                <a:cubicBezTo>
                  <a:pt x="1012" y="870"/>
                  <a:pt x="1012" y="869"/>
                  <a:pt x="1013" y="868"/>
                </a:cubicBezTo>
                <a:cubicBezTo>
                  <a:pt x="1010" y="867"/>
                  <a:pt x="1011" y="871"/>
                  <a:pt x="1007" y="870"/>
                </a:cubicBezTo>
                <a:cubicBezTo>
                  <a:pt x="1006" y="868"/>
                  <a:pt x="1004" y="866"/>
                  <a:pt x="1005" y="862"/>
                </a:cubicBezTo>
                <a:cubicBezTo>
                  <a:pt x="1007" y="862"/>
                  <a:pt x="1008" y="864"/>
                  <a:pt x="1011" y="863"/>
                </a:cubicBezTo>
                <a:cubicBezTo>
                  <a:pt x="1013" y="862"/>
                  <a:pt x="1012" y="860"/>
                  <a:pt x="1015" y="860"/>
                </a:cubicBezTo>
                <a:cubicBezTo>
                  <a:pt x="1015" y="857"/>
                  <a:pt x="1011" y="857"/>
                  <a:pt x="1014" y="855"/>
                </a:cubicBezTo>
                <a:cubicBezTo>
                  <a:pt x="1005" y="851"/>
                  <a:pt x="999" y="865"/>
                  <a:pt x="990" y="867"/>
                </a:cubicBezTo>
                <a:cubicBezTo>
                  <a:pt x="989" y="866"/>
                  <a:pt x="989" y="865"/>
                  <a:pt x="989" y="862"/>
                </a:cubicBezTo>
                <a:cubicBezTo>
                  <a:pt x="986" y="863"/>
                  <a:pt x="986" y="867"/>
                  <a:pt x="982" y="866"/>
                </a:cubicBezTo>
                <a:cubicBezTo>
                  <a:pt x="982" y="863"/>
                  <a:pt x="980" y="864"/>
                  <a:pt x="981" y="861"/>
                </a:cubicBezTo>
                <a:cubicBezTo>
                  <a:pt x="980" y="858"/>
                  <a:pt x="983" y="860"/>
                  <a:pt x="983" y="858"/>
                </a:cubicBezTo>
                <a:cubicBezTo>
                  <a:pt x="979" y="858"/>
                  <a:pt x="974" y="864"/>
                  <a:pt x="968" y="866"/>
                </a:cubicBezTo>
                <a:cubicBezTo>
                  <a:pt x="968" y="862"/>
                  <a:pt x="968" y="862"/>
                  <a:pt x="968" y="862"/>
                </a:cubicBezTo>
                <a:cubicBezTo>
                  <a:pt x="964" y="861"/>
                  <a:pt x="965" y="866"/>
                  <a:pt x="961" y="865"/>
                </a:cubicBezTo>
                <a:cubicBezTo>
                  <a:pt x="961" y="864"/>
                  <a:pt x="961" y="863"/>
                  <a:pt x="960" y="862"/>
                </a:cubicBezTo>
                <a:cubicBezTo>
                  <a:pt x="958" y="863"/>
                  <a:pt x="958" y="864"/>
                  <a:pt x="958" y="866"/>
                </a:cubicBezTo>
                <a:cubicBezTo>
                  <a:pt x="957" y="862"/>
                  <a:pt x="951" y="866"/>
                  <a:pt x="953" y="861"/>
                </a:cubicBezTo>
                <a:cubicBezTo>
                  <a:pt x="950" y="861"/>
                  <a:pt x="952" y="867"/>
                  <a:pt x="948" y="865"/>
                </a:cubicBezTo>
                <a:cubicBezTo>
                  <a:pt x="950" y="867"/>
                  <a:pt x="951" y="870"/>
                  <a:pt x="950" y="875"/>
                </a:cubicBezTo>
                <a:cubicBezTo>
                  <a:pt x="949" y="878"/>
                  <a:pt x="943" y="877"/>
                  <a:pt x="944" y="882"/>
                </a:cubicBezTo>
                <a:cubicBezTo>
                  <a:pt x="940" y="882"/>
                  <a:pt x="939" y="883"/>
                  <a:pt x="935" y="882"/>
                </a:cubicBezTo>
                <a:cubicBezTo>
                  <a:pt x="936" y="878"/>
                  <a:pt x="938" y="874"/>
                  <a:pt x="940" y="871"/>
                </a:cubicBezTo>
                <a:cubicBezTo>
                  <a:pt x="943" y="871"/>
                  <a:pt x="942" y="869"/>
                  <a:pt x="944" y="871"/>
                </a:cubicBezTo>
                <a:cubicBezTo>
                  <a:pt x="946" y="870"/>
                  <a:pt x="947" y="866"/>
                  <a:pt x="946" y="865"/>
                </a:cubicBezTo>
                <a:cubicBezTo>
                  <a:pt x="936" y="864"/>
                  <a:pt x="934" y="872"/>
                  <a:pt x="929" y="879"/>
                </a:cubicBezTo>
                <a:cubicBezTo>
                  <a:pt x="927" y="878"/>
                  <a:pt x="927" y="876"/>
                  <a:pt x="927" y="874"/>
                </a:cubicBezTo>
                <a:cubicBezTo>
                  <a:pt x="917" y="877"/>
                  <a:pt x="924" y="885"/>
                  <a:pt x="919" y="891"/>
                </a:cubicBezTo>
                <a:cubicBezTo>
                  <a:pt x="915" y="892"/>
                  <a:pt x="916" y="891"/>
                  <a:pt x="912" y="890"/>
                </a:cubicBezTo>
                <a:cubicBezTo>
                  <a:pt x="909" y="896"/>
                  <a:pt x="908" y="903"/>
                  <a:pt x="902" y="905"/>
                </a:cubicBezTo>
                <a:cubicBezTo>
                  <a:pt x="896" y="903"/>
                  <a:pt x="890" y="905"/>
                  <a:pt x="887" y="899"/>
                </a:cubicBezTo>
                <a:cubicBezTo>
                  <a:pt x="889" y="884"/>
                  <a:pt x="908" y="887"/>
                  <a:pt x="914" y="876"/>
                </a:cubicBezTo>
                <a:cubicBezTo>
                  <a:pt x="917" y="876"/>
                  <a:pt x="914" y="878"/>
                  <a:pt x="916" y="879"/>
                </a:cubicBezTo>
                <a:cubicBezTo>
                  <a:pt x="923" y="869"/>
                  <a:pt x="939" y="868"/>
                  <a:pt x="942" y="854"/>
                </a:cubicBezTo>
                <a:cubicBezTo>
                  <a:pt x="952" y="854"/>
                  <a:pt x="952" y="854"/>
                  <a:pt x="952" y="854"/>
                </a:cubicBezTo>
                <a:cubicBezTo>
                  <a:pt x="954" y="851"/>
                  <a:pt x="955" y="848"/>
                  <a:pt x="957" y="846"/>
                </a:cubicBezTo>
                <a:cubicBezTo>
                  <a:pt x="959" y="845"/>
                  <a:pt x="958" y="847"/>
                  <a:pt x="960" y="848"/>
                </a:cubicBezTo>
                <a:cubicBezTo>
                  <a:pt x="962" y="847"/>
                  <a:pt x="960" y="843"/>
                  <a:pt x="961" y="843"/>
                </a:cubicBezTo>
                <a:cubicBezTo>
                  <a:pt x="966" y="845"/>
                  <a:pt x="969" y="839"/>
                  <a:pt x="971" y="835"/>
                </a:cubicBezTo>
                <a:cubicBezTo>
                  <a:pt x="970" y="832"/>
                  <a:pt x="970" y="838"/>
                  <a:pt x="968" y="836"/>
                </a:cubicBezTo>
                <a:cubicBezTo>
                  <a:pt x="969" y="834"/>
                  <a:pt x="968" y="833"/>
                  <a:pt x="968" y="832"/>
                </a:cubicBezTo>
                <a:cubicBezTo>
                  <a:pt x="966" y="835"/>
                  <a:pt x="956" y="846"/>
                  <a:pt x="950" y="844"/>
                </a:cubicBezTo>
                <a:cubicBezTo>
                  <a:pt x="950" y="843"/>
                  <a:pt x="952" y="841"/>
                  <a:pt x="951" y="841"/>
                </a:cubicBezTo>
                <a:cubicBezTo>
                  <a:pt x="948" y="842"/>
                  <a:pt x="948" y="846"/>
                  <a:pt x="945" y="848"/>
                </a:cubicBezTo>
                <a:cubicBezTo>
                  <a:pt x="942" y="848"/>
                  <a:pt x="941" y="847"/>
                  <a:pt x="940" y="845"/>
                </a:cubicBezTo>
                <a:cubicBezTo>
                  <a:pt x="937" y="846"/>
                  <a:pt x="938" y="852"/>
                  <a:pt x="932" y="852"/>
                </a:cubicBezTo>
                <a:cubicBezTo>
                  <a:pt x="937" y="850"/>
                  <a:pt x="933" y="844"/>
                  <a:pt x="932" y="840"/>
                </a:cubicBezTo>
                <a:cubicBezTo>
                  <a:pt x="929" y="842"/>
                  <a:pt x="928" y="846"/>
                  <a:pt x="923" y="846"/>
                </a:cubicBezTo>
                <a:cubicBezTo>
                  <a:pt x="922" y="844"/>
                  <a:pt x="922" y="842"/>
                  <a:pt x="922" y="839"/>
                </a:cubicBezTo>
                <a:cubicBezTo>
                  <a:pt x="917" y="839"/>
                  <a:pt x="917" y="844"/>
                  <a:pt x="916" y="848"/>
                </a:cubicBezTo>
                <a:cubicBezTo>
                  <a:pt x="914" y="848"/>
                  <a:pt x="913" y="847"/>
                  <a:pt x="912" y="847"/>
                </a:cubicBezTo>
                <a:cubicBezTo>
                  <a:pt x="910" y="847"/>
                  <a:pt x="911" y="850"/>
                  <a:pt x="909" y="849"/>
                </a:cubicBezTo>
                <a:cubicBezTo>
                  <a:pt x="910" y="851"/>
                  <a:pt x="913" y="848"/>
                  <a:pt x="916" y="850"/>
                </a:cubicBezTo>
                <a:cubicBezTo>
                  <a:pt x="915" y="853"/>
                  <a:pt x="914" y="856"/>
                  <a:pt x="910" y="856"/>
                </a:cubicBezTo>
                <a:cubicBezTo>
                  <a:pt x="912" y="860"/>
                  <a:pt x="912" y="861"/>
                  <a:pt x="909" y="863"/>
                </a:cubicBezTo>
                <a:cubicBezTo>
                  <a:pt x="906" y="863"/>
                  <a:pt x="908" y="858"/>
                  <a:pt x="907" y="855"/>
                </a:cubicBezTo>
                <a:cubicBezTo>
                  <a:pt x="906" y="855"/>
                  <a:pt x="905" y="856"/>
                  <a:pt x="905" y="857"/>
                </a:cubicBezTo>
                <a:cubicBezTo>
                  <a:pt x="903" y="853"/>
                  <a:pt x="908" y="852"/>
                  <a:pt x="906" y="847"/>
                </a:cubicBezTo>
                <a:cubicBezTo>
                  <a:pt x="911" y="845"/>
                  <a:pt x="912" y="840"/>
                  <a:pt x="917" y="838"/>
                </a:cubicBezTo>
                <a:cubicBezTo>
                  <a:pt x="919" y="839"/>
                  <a:pt x="915" y="840"/>
                  <a:pt x="916" y="841"/>
                </a:cubicBezTo>
                <a:cubicBezTo>
                  <a:pt x="917" y="842"/>
                  <a:pt x="921" y="837"/>
                  <a:pt x="922" y="834"/>
                </a:cubicBezTo>
                <a:cubicBezTo>
                  <a:pt x="922" y="833"/>
                  <a:pt x="920" y="834"/>
                  <a:pt x="919" y="834"/>
                </a:cubicBezTo>
                <a:cubicBezTo>
                  <a:pt x="926" y="827"/>
                  <a:pt x="934" y="822"/>
                  <a:pt x="943" y="819"/>
                </a:cubicBezTo>
                <a:cubicBezTo>
                  <a:pt x="942" y="822"/>
                  <a:pt x="946" y="820"/>
                  <a:pt x="945" y="823"/>
                </a:cubicBezTo>
                <a:cubicBezTo>
                  <a:pt x="948" y="822"/>
                  <a:pt x="945" y="817"/>
                  <a:pt x="949" y="815"/>
                </a:cubicBezTo>
                <a:cubicBezTo>
                  <a:pt x="960" y="820"/>
                  <a:pt x="946" y="829"/>
                  <a:pt x="942" y="834"/>
                </a:cubicBezTo>
                <a:cubicBezTo>
                  <a:pt x="946" y="836"/>
                  <a:pt x="947" y="837"/>
                  <a:pt x="947" y="842"/>
                </a:cubicBezTo>
                <a:cubicBezTo>
                  <a:pt x="949" y="840"/>
                  <a:pt x="948" y="839"/>
                  <a:pt x="948" y="835"/>
                </a:cubicBezTo>
                <a:cubicBezTo>
                  <a:pt x="953" y="833"/>
                  <a:pt x="954" y="826"/>
                  <a:pt x="959" y="823"/>
                </a:cubicBezTo>
                <a:cubicBezTo>
                  <a:pt x="957" y="822"/>
                  <a:pt x="955" y="820"/>
                  <a:pt x="955" y="817"/>
                </a:cubicBezTo>
                <a:cubicBezTo>
                  <a:pt x="960" y="817"/>
                  <a:pt x="969" y="816"/>
                  <a:pt x="967" y="808"/>
                </a:cubicBezTo>
                <a:cubicBezTo>
                  <a:pt x="969" y="807"/>
                  <a:pt x="971" y="807"/>
                  <a:pt x="972" y="805"/>
                </a:cubicBezTo>
                <a:cubicBezTo>
                  <a:pt x="974" y="806"/>
                  <a:pt x="970" y="807"/>
                  <a:pt x="971" y="808"/>
                </a:cubicBezTo>
                <a:cubicBezTo>
                  <a:pt x="973" y="807"/>
                  <a:pt x="975" y="810"/>
                  <a:pt x="974" y="806"/>
                </a:cubicBezTo>
                <a:cubicBezTo>
                  <a:pt x="977" y="808"/>
                  <a:pt x="978" y="805"/>
                  <a:pt x="981" y="805"/>
                </a:cubicBezTo>
                <a:cubicBezTo>
                  <a:pt x="982" y="807"/>
                  <a:pt x="978" y="811"/>
                  <a:pt x="977" y="814"/>
                </a:cubicBezTo>
                <a:cubicBezTo>
                  <a:pt x="976" y="814"/>
                  <a:pt x="976" y="812"/>
                  <a:pt x="975" y="812"/>
                </a:cubicBezTo>
                <a:cubicBezTo>
                  <a:pt x="976" y="815"/>
                  <a:pt x="969" y="822"/>
                  <a:pt x="975" y="823"/>
                </a:cubicBezTo>
                <a:cubicBezTo>
                  <a:pt x="975" y="826"/>
                  <a:pt x="974" y="827"/>
                  <a:pt x="973" y="830"/>
                </a:cubicBezTo>
                <a:cubicBezTo>
                  <a:pt x="974" y="831"/>
                  <a:pt x="978" y="829"/>
                  <a:pt x="980" y="829"/>
                </a:cubicBezTo>
                <a:cubicBezTo>
                  <a:pt x="979" y="826"/>
                  <a:pt x="979" y="825"/>
                  <a:pt x="976" y="826"/>
                </a:cubicBezTo>
                <a:cubicBezTo>
                  <a:pt x="976" y="823"/>
                  <a:pt x="978" y="821"/>
                  <a:pt x="977" y="818"/>
                </a:cubicBezTo>
                <a:cubicBezTo>
                  <a:pt x="980" y="817"/>
                  <a:pt x="980" y="818"/>
                  <a:pt x="983" y="819"/>
                </a:cubicBezTo>
                <a:cubicBezTo>
                  <a:pt x="986" y="818"/>
                  <a:pt x="988" y="809"/>
                  <a:pt x="993" y="814"/>
                </a:cubicBezTo>
                <a:cubicBezTo>
                  <a:pt x="998" y="810"/>
                  <a:pt x="997" y="801"/>
                  <a:pt x="1005" y="799"/>
                </a:cubicBezTo>
                <a:cubicBezTo>
                  <a:pt x="1004" y="797"/>
                  <a:pt x="1003" y="795"/>
                  <a:pt x="1004" y="792"/>
                </a:cubicBezTo>
                <a:cubicBezTo>
                  <a:pt x="1006" y="791"/>
                  <a:pt x="1007" y="789"/>
                  <a:pt x="1010" y="790"/>
                </a:cubicBezTo>
                <a:cubicBezTo>
                  <a:pt x="1010" y="793"/>
                  <a:pt x="1010" y="793"/>
                  <a:pt x="1010" y="793"/>
                </a:cubicBezTo>
                <a:cubicBezTo>
                  <a:pt x="1014" y="792"/>
                  <a:pt x="1015" y="788"/>
                  <a:pt x="1016" y="784"/>
                </a:cubicBezTo>
                <a:cubicBezTo>
                  <a:pt x="1022" y="786"/>
                  <a:pt x="1021" y="779"/>
                  <a:pt x="1025" y="777"/>
                </a:cubicBezTo>
                <a:cubicBezTo>
                  <a:pt x="1026" y="778"/>
                  <a:pt x="1028" y="778"/>
                  <a:pt x="1030" y="778"/>
                </a:cubicBezTo>
                <a:cubicBezTo>
                  <a:pt x="1030" y="782"/>
                  <a:pt x="1029" y="781"/>
                  <a:pt x="1030" y="785"/>
                </a:cubicBezTo>
                <a:cubicBezTo>
                  <a:pt x="1028" y="786"/>
                  <a:pt x="1028" y="784"/>
                  <a:pt x="1026" y="784"/>
                </a:cubicBezTo>
                <a:cubicBezTo>
                  <a:pt x="1032" y="792"/>
                  <a:pt x="1025" y="800"/>
                  <a:pt x="1017" y="802"/>
                </a:cubicBezTo>
                <a:cubicBezTo>
                  <a:pt x="1018" y="803"/>
                  <a:pt x="1020" y="804"/>
                  <a:pt x="1019" y="807"/>
                </a:cubicBezTo>
                <a:cubicBezTo>
                  <a:pt x="1023" y="807"/>
                  <a:pt x="1023" y="807"/>
                  <a:pt x="1023" y="807"/>
                </a:cubicBezTo>
                <a:cubicBezTo>
                  <a:pt x="1026" y="806"/>
                  <a:pt x="1021" y="805"/>
                  <a:pt x="1022" y="803"/>
                </a:cubicBezTo>
                <a:cubicBezTo>
                  <a:pt x="1025" y="801"/>
                  <a:pt x="1029" y="802"/>
                  <a:pt x="1032" y="800"/>
                </a:cubicBezTo>
                <a:cubicBezTo>
                  <a:pt x="1032" y="798"/>
                  <a:pt x="1030" y="796"/>
                  <a:pt x="1034" y="796"/>
                </a:cubicBezTo>
                <a:cubicBezTo>
                  <a:pt x="1031" y="794"/>
                  <a:pt x="1032" y="789"/>
                  <a:pt x="1031" y="785"/>
                </a:cubicBezTo>
                <a:cubicBezTo>
                  <a:pt x="1040" y="778"/>
                  <a:pt x="1050" y="771"/>
                  <a:pt x="1060" y="766"/>
                </a:cubicBezTo>
                <a:cubicBezTo>
                  <a:pt x="1060" y="768"/>
                  <a:pt x="1062" y="768"/>
                  <a:pt x="1061" y="770"/>
                </a:cubicBezTo>
                <a:cubicBezTo>
                  <a:pt x="1056" y="771"/>
                  <a:pt x="1055" y="778"/>
                  <a:pt x="1051" y="781"/>
                </a:cubicBezTo>
                <a:cubicBezTo>
                  <a:pt x="1053" y="785"/>
                  <a:pt x="1060" y="777"/>
                  <a:pt x="1063" y="780"/>
                </a:cubicBezTo>
                <a:cubicBezTo>
                  <a:pt x="1063" y="781"/>
                  <a:pt x="1062" y="781"/>
                  <a:pt x="1063" y="782"/>
                </a:cubicBezTo>
                <a:cubicBezTo>
                  <a:pt x="1054" y="786"/>
                  <a:pt x="1053" y="801"/>
                  <a:pt x="1041" y="795"/>
                </a:cubicBezTo>
                <a:close/>
                <a:moveTo>
                  <a:pt x="929" y="862"/>
                </a:moveTo>
                <a:cubicBezTo>
                  <a:pt x="930" y="866"/>
                  <a:pt x="928" y="867"/>
                  <a:pt x="924" y="867"/>
                </a:cubicBezTo>
                <a:cubicBezTo>
                  <a:pt x="921" y="863"/>
                  <a:pt x="923" y="859"/>
                  <a:pt x="928" y="858"/>
                </a:cubicBezTo>
                <a:cubicBezTo>
                  <a:pt x="930" y="861"/>
                  <a:pt x="924" y="863"/>
                  <a:pt x="929" y="862"/>
                </a:cubicBezTo>
                <a:close/>
                <a:moveTo>
                  <a:pt x="1047" y="751"/>
                </a:moveTo>
                <a:cubicBezTo>
                  <a:pt x="1044" y="757"/>
                  <a:pt x="1034" y="753"/>
                  <a:pt x="1038" y="744"/>
                </a:cubicBezTo>
                <a:cubicBezTo>
                  <a:pt x="1039" y="743"/>
                  <a:pt x="1042" y="746"/>
                  <a:pt x="1043" y="743"/>
                </a:cubicBezTo>
                <a:cubicBezTo>
                  <a:pt x="1045" y="743"/>
                  <a:pt x="1043" y="746"/>
                  <a:pt x="1042" y="746"/>
                </a:cubicBezTo>
                <a:cubicBezTo>
                  <a:pt x="1045" y="745"/>
                  <a:pt x="1044" y="749"/>
                  <a:pt x="1047" y="751"/>
                </a:cubicBezTo>
                <a:close/>
                <a:moveTo>
                  <a:pt x="1038" y="768"/>
                </a:moveTo>
                <a:cubicBezTo>
                  <a:pt x="1038" y="767"/>
                  <a:pt x="1041" y="762"/>
                  <a:pt x="1045" y="763"/>
                </a:cubicBezTo>
                <a:cubicBezTo>
                  <a:pt x="1045" y="766"/>
                  <a:pt x="1043" y="769"/>
                  <a:pt x="1038" y="769"/>
                </a:cubicBezTo>
                <a:cubicBezTo>
                  <a:pt x="1037" y="769"/>
                  <a:pt x="1038" y="768"/>
                  <a:pt x="1039" y="769"/>
                </a:cubicBezTo>
                <a:cubicBezTo>
                  <a:pt x="1040" y="767"/>
                  <a:pt x="1038" y="767"/>
                  <a:pt x="1038" y="768"/>
                </a:cubicBezTo>
                <a:close/>
                <a:moveTo>
                  <a:pt x="1040" y="718"/>
                </a:moveTo>
                <a:cubicBezTo>
                  <a:pt x="1037" y="718"/>
                  <a:pt x="1037" y="716"/>
                  <a:pt x="1034" y="717"/>
                </a:cubicBezTo>
                <a:cubicBezTo>
                  <a:pt x="1037" y="713"/>
                  <a:pt x="1043" y="711"/>
                  <a:pt x="1045" y="704"/>
                </a:cubicBezTo>
                <a:cubicBezTo>
                  <a:pt x="1048" y="704"/>
                  <a:pt x="1046" y="709"/>
                  <a:pt x="1050" y="707"/>
                </a:cubicBezTo>
                <a:cubicBezTo>
                  <a:pt x="1049" y="713"/>
                  <a:pt x="1042" y="713"/>
                  <a:pt x="1040" y="718"/>
                </a:cubicBezTo>
                <a:close/>
                <a:moveTo>
                  <a:pt x="1042" y="720"/>
                </a:moveTo>
                <a:cubicBezTo>
                  <a:pt x="1041" y="724"/>
                  <a:pt x="1042" y="723"/>
                  <a:pt x="1041" y="726"/>
                </a:cubicBezTo>
                <a:cubicBezTo>
                  <a:pt x="1037" y="725"/>
                  <a:pt x="1036" y="730"/>
                  <a:pt x="1033" y="728"/>
                </a:cubicBezTo>
                <a:cubicBezTo>
                  <a:pt x="1036" y="725"/>
                  <a:pt x="1036" y="720"/>
                  <a:pt x="1042" y="720"/>
                </a:cubicBezTo>
                <a:close/>
                <a:moveTo>
                  <a:pt x="1051" y="760"/>
                </a:moveTo>
                <a:cubicBezTo>
                  <a:pt x="1050" y="757"/>
                  <a:pt x="1053" y="757"/>
                  <a:pt x="1054" y="755"/>
                </a:cubicBezTo>
                <a:cubicBezTo>
                  <a:pt x="1058" y="758"/>
                  <a:pt x="1062" y="748"/>
                  <a:pt x="1070" y="750"/>
                </a:cubicBezTo>
                <a:cubicBezTo>
                  <a:pt x="1064" y="756"/>
                  <a:pt x="1059" y="759"/>
                  <a:pt x="1051" y="760"/>
                </a:cubicBezTo>
                <a:close/>
                <a:moveTo>
                  <a:pt x="1065" y="765"/>
                </a:moveTo>
                <a:cubicBezTo>
                  <a:pt x="1065" y="766"/>
                  <a:pt x="1064" y="767"/>
                  <a:pt x="1064" y="769"/>
                </a:cubicBezTo>
                <a:cubicBezTo>
                  <a:pt x="1061" y="769"/>
                  <a:pt x="1061" y="765"/>
                  <a:pt x="1062" y="764"/>
                </a:cubicBezTo>
                <a:cubicBezTo>
                  <a:pt x="1064" y="764"/>
                  <a:pt x="1064" y="765"/>
                  <a:pt x="1065" y="765"/>
                </a:cubicBezTo>
                <a:close/>
                <a:moveTo>
                  <a:pt x="1066" y="831"/>
                </a:moveTo>
                <a:cubicBezTo>
                  <a:pt x="1065" y="830"/>
                  <a:pt x="1064" y="830"/>
                  <a:pt x="1063" y="830"/>
                </a:cubicBezTo>
                <a:cubicBezTo>
                  <a:pt x="1064" y="828"/>
                  <a:pt x="1065" y="827"/>
                  <a:pt x="1067" y="827"/>
                </a:cubicBezTo>
                <a:cubicBezTo>
                  <a:pt x="1067" y="829"/>
                  <a:pt x="1066" y="830"/>
                  <a:pt x="1066" y="831"/>
                </a:cubicBezTo>
                <a:close/>
                <a:moveTo>
                  <a:pt x="1064" y="777"/>
                </a:moveTo>
                <a:cubicBezTo>
                  <a:pt x="1064" y="773"/>
                  <a:pt x="1064" y="773"/>
                  <a:pt x="1064" y="773"/>
                </a:cubicBezTo>
                <a:cubicBezTo>
                  <a:pt x="1066" y="773"/>
                  <a:pt x="1068" y="774"/>
                  <a:pt x="1068" y="776"/>
                </a:cubicBezTo>
                <a:cubicBezTo>
                  <a:pt x="1067" y="777"/>
                  <a:pt x="1066" y="777"/>
                  <a:pt x="1064" y="777"/>
                </a:cubicBezTo>
                <a:close/>
                <a:moveTo>
                  <a:pt x="1111" y="821"/>
                </a:moveTo>
                <a:cubicBezTo>
                  <a:pt x="1111" y="824"/>
                  <a:pt x="1107" y="823"/>
                  <a:pt x="1107" y="827"/>
                </a:cubicBezTo>
                <a:cubicBezTo>
                  <a:pt x="1105" y="827"/>
                  <a:pt x="1105" y="824"/>
                  <a:pt x="1102" y="825"/>
                </a:cubicBezTo>
                <a:cubicBezTo>
                  <a:pt x="1105" y="824"/>
                  <a:pt x="1106" y="821"/>
                  <a:pt x="1111" y="821"/>
                </a:cubicBezTo>
                <a:close/>
                <a:moveTo>
                  <a:pt x="1120" y="787"/>
                </a:moveTo>
                <a:cubicBezTo>
                  <a:pt x="1120" y="784"/>
                  <a:pt x="1123" y="784"/>
                  <a:pt x="1125" y="784"/>
                </a:cubicBezTo>
                <a:cubicBezTo>
                  <a:pt x="1125" y="786"/>
                  <a:pt x="1123" y="787"/>
                  <a:pt x="1120" y="787"/>
                </a:cubicBezTo>
                <a:close/>
                <a:moveTo>
                  <a:pt x="1125" y="761"/>
                </a:moveTo>
                <a:cubicBezTo>
                  <a:pt x="1124" y="764"/>
                  <a:pt x="1125" y="767"/>
                  <a:pt x="1121" y="767"/>
                </a:cubicBezTo>
                <a:cubicBezTo>
                  <a:pt x="1119" y="764"/>
                  <a:pt x="1122" y="761"/>
                  <a:pt x="1125" y="761"/>
                </a:cubicBezTo>
                <a:close/>
                <a:moveTo>
                  <a:pt x="1122" y="773"/>
                </a:moveTo>
                <a:cubicBezTo>
                  <a:pt x="1123" y="771"/>
                  <a:pt x="1120" y="771"/>
                  <a:pt x="1121" y="769"/>
                </a:cubicBezTo>
                <a:cubicBezTo>
                  <a:pt x="1126" y="769"/>
                  <a:pt x="1131" y="763"/>
                  <a:pt x="1131" y="771"/>
                </a:cubicBezTo>
                <a:cubicBezTo>
                  <a:pt x="1128" y="771"/>
                  <a:pt x="1127" y="772"/>
                  <a:pt x="1122" y="773"/>
                </a:cubicBezTo>
                <a:close/>
                <a:moveTo>
                  <a:pt x="1135" y="808"/>
                </a:moveTo>
                <a:cubicBezTo>
                  <a:pt x="1135" y="810"/>
                  <a:pt x="1134" y="811"/>
                  <a:pt x="1132" y="810"/>
                </a:cubicBezTo>
                <a:cubicBezTo>
                  <a:pt x="1132" y="811"/>
                  <a:pt x="1133" y="812"/>
                  <a:pt x="1133" y="813"/>
                </a:cubicBezTo>
                <a:cubicBezTo>
                  <a:pt x="1130" y="813"/>
                  <a:pt x="1130" y="813"/>
                  <a:pt x="1130" y="813"/>
                </a:cubicBezTo>
                <a:cubicBezTo>
                  <a:pt x="1130" y="812"/>
                  <a:pt x="1130" y="810"/>
                  <a:pt x="1129" y="810"/>
                </a:cubicBezTo>
                <a:cubicBezTo>
                  <a:pt x="1129" y="809"/>
                  <a:pt x="1130" y="810"/>
                  <a:pt x="1130" y="810"/>
                </a:cubicBezTo>
                <a:cubicBezTo>
                  <a:pt x="1131" y="810"/>
                  <a:pt x="1131" y="809"/>
                  <a:pt x="1131" y="808"/>
                </a:cubicBezTo>
                <a:lnTo>
                  <a:pt x="1135" y="808"/>
                </a:lnTo>
                <a:close/>
                <a:moveTo>
                  <a:pt x="1128" y="750"/>
                </a:moveTo>
                <a:cubicBezTo>
                  <a:pt x="1131" y="749"/>
                  <a:pt x="1131" y="754"/>
                  <a:pt x="1131" y="750"/>
                </a:cubicBezTo>
                <a:cubicBezTo>
                  <a:pt x="1132" y="750"/>
                  <a:pt x="1132" y="752"/>
                  <a:pt x="1132" y="753"/>
                </a:cubicBezTo>
                <a:cubicBezTo>
                  <a:pt x="1131" y="753"/>
                  <a:pt x="1130" y="753"/>
                  <a:pt x="1130" y="754"/>
                </a:cubicBezTo>
                <a:cubicBezTo>
                  <a:pt x="1129" y="754"/>
                  <a:pt x="1129" y="753"/>
                  <a:pt x="1129" y="752"/>
                </a:cubicBezTo>
                <a:cubicBezTo>
                  <a:pt x="1128" y="752"/>
                  <a:pt x="1128" y="752"/>
                  <a:pt x="1128" y="753"/>
                </a:cubicBezTo>
                <a:cubicBezTo>
                  <a:pt x="1127" y="753"/>
                  <a:pt x="1127" y="752"/>
                  <a:pt x="1127" y="751"/>
                </a:cubicBezTo>
                <a:cubicBezTo>
                  <a:pt x="1128" y="751"/>
                  <a:pt x="1128" y="751"/>
                  <a:pt x="1128" y="750"/>
                </a:cubicBezTo>
                <a:close/>
                <a:moveTo>
                  <a:pt x="1126" y="756"/>
                </a:moveTo>
                <a:cubicBezTo>
                  <a:pt x="1125" y="759"/>
                  <a:pt x="1122" y="761"/>
                  <a:pt x="1118" y="762"/>
                </a:cubicBezTo>
                <a:cubicBezTo>
                  <a:pt x="1120" y="758"/>
                  <a:pt x="1115" y="759"/>
                  <a:pt x="1115" y="755"/>
                </a:cubicBezTo>
                <a:cubicBezTo>
                  <a:pt x="1117" y="755"/>
                  <a:pt x="1119" y="755"/>
                  <a:pt x="1119" y="754"/>
                </a:cubicBezTo>
                <a:cubicBezTo>
                  <a:pt x="1122" y="754"/>
                  <a:pt x="1121" y="758"/>
                  <a:pt x="1126" y="756"/>
                </a:cubicBezTo>
                <a:close/>
                <a:moveTo>
                  <a:pt x="1121" y="731"/>
                </a:moveTo>
                <a:cubicBezTo>
                  <a:pt x="1120" y="733"/>
                  <a:pt x="1120" y="734"/>
                  <a:pt x="1119" y="735"/>
                </a:cubicBezTo>
                <a:cubicBezTo>
                  <a:pt x="1116" y="735"/>
                  <a:pt x="1117" y="730"/>
                  <a:pt x="1121" y="731"/>
                </a:cubicBezTo>
                <a:close/>
                <a:moveTo>
                  <a:pt x="1103" y="692"/>
                </a:moveTo>
                <a:cubicBezTo>
                  <a:pt x="1104" y="693"/>
                  <a:pt x="1104" y="694"/>
                  <a:pt x="1105" y="694"/>
                </a:cubicBezTo>
                <a:cubicBezTo>
                  <a:pt x="1105" y="697"/>
                  <a:pt x="1103" y="699"/>
                  <a:pt x="1100" y="700"/>
                </a:cubicBezTo>
                <a:cubicBezTo>
                  <a:pt x="1098" y="698"/>
                  <a:pt x="1101" y="694"/>
                  <a:pt x="1103" y="692"/>
                </a:cubicBezTo>
                <a:close/>
                <a:moveTo>
                  <a:pt x="1091" y="752"/>
                </a:moveTo>
                <a:cubicBezTo>
                  <a:pt x="1093" y="751"/>
                  <a:pt x="1093" y="752"/>
                  <a:pt x="1094" y="753"/>
                </a:cubicBezTo>
                <a:cubicBezTo>
                  <a:pt x="1100" y="744"/>
                  <a:pt x="1113" y="742"/>
                  <a:pt x="1122" y="736"/>
                </a:cubicBezTo>
                <a:cubicBezTo>
                  <a:pt x="1121" y="739"/>
                  <a:pt x="1120" y="741"/>
                  <a:pt x="1119" y="743"/>
                </a:cubicBezTo>
                <a:cubicBezTo>
                  <a:pt x="1116" y="744"/>
                  <a:pt x="1117" y="742"/>
                  <a:pt x="1114" y="743"/>
                </a:cubicBezTo>
                <a:cubicBezTo>
                  <a:pt x="1114" y="745"/>
                  <a:pt x="1115" y="746"/>
                  <a:pt x="1116" y="746"/>
                </a:cubicBezTo>
                <a:cubicBezTo>
                  <a:pt x="1120" y="747"/>
                  <a:pt x="1119" y="742"/>
                  <a:pt x="1123" y="743"/>
                </a:cubicBezTo>
                <a:cubicBezTo>
                  <a:pt x="1122" y="750"/>
                  <a:pt x="1119" y="753"/>
                  <a:pt x="1113" y="754"/>
                </a:cubicBezTo>
                <a:cubicBezTo>
                  <a:pt x="1112" y="755"/>
                  <a:pt x="1111" y="756"/>
                  <a:pt x="1110" y="757"/>
                </a:cubicBezTo>
                <a:cubicBezTo>
                  <a:pt x="1110" y="759"/>
                  <a:pt x="1111" y="757"/>
                  <a:pt x="1113" y="757"/>
                </a:cubicBezTo>
                <a:cubicBezTo>
                  <a:pt x="1111" y="761"/>
                  <a:pt x="1112" y="765"/>
                  <a:pt x="1115" y="766"/>
                </a:cubicBezTo>
                <a:cubicBezTo>
                  <a:pt x="1116" y="769"/>
                  <a:pt x="1114" y="770"/>
                  <a:pt x="1113" y="772"/>
                </a:cubicBezTo>
                <a:cubicBezTo>
                  <a:pt x="1110" y="771"/>
                  <a:pt x="1108" y="767"/>
                  <a:pt x="1111" y="765"/>
                </a:cubicBezTo>
                <a:cubicBezTo>
                  <a:pt x="1105" y="767"/>
                  <a:pt x="1102" y="772"/>
                  <a:pt x="1096" y="773"/>
                </a:cubicBezTo>
                <a:cubicBezTo>
                  <a:pt x="1095" y="773"/>
                  <a:pt x="1096" y="772"/>
                  <a:pt x="1096" y="771"/>
                </a:cubicBezTo>
                <a:cubicBezTo>
                  <a:pt x="1091" y="773"/>
                  <a:pt x="1088" y="775"/>
                  <a:pt x="1084" y="778"/>
                </a:cubicBezTo>
                <a:cubicBezTo>
                  <a:pt x="1081" y="776"/>
                  <a:pt x="1086" y="774"/>
                  <a:pt x="1087" y="773"/>
                </a:cubicBezTo>
                <a:cubicBezTo>
                  <a:pt x="1083" y="769"/>
                  <a:pt x="1090" y="765"/>
                  <a:pt x="1086" y="759"/>
                </a:cubicBezTo>
                <a:cubicBezTo>
                  <a:pt x="1086" y="758"/>
                  <a:pt x="1082" y="761"/>
                  <a:pt x="1082" y="756"/>
                </a:cubicBezTo>
                <a:cubicBezTo>
                  <a:pt x="1086" y="758"/>
                  <a:pt x="1091" y="757"/>
                  <a:pt x="1091" y="752"/>
                </a:cubicBezTo>
                <a:close/>
                <a:moveTo>
                  <a:pt x="1083" y="748"/>
                </a:moveTo>
                <a:cubicBezTo>
                  <a:pt x="1081" y="750"/>
                  <a:pt x="1078" y="748"/>
                  <a:pt x="1076" y="749"/>
                </a:cubicBezTo>
                <a:cubicBezTo>
                  <a:pt x="1076" y="747"/>
                  <a:pt x="1083" y="743"/>
                  <a:pt x="1083" y="748"/>
                </a:cubicBezTo>
                <a:close/>
                <a:moveTo>
                  <a:pt x="1076" y="807"/>
                </a:moveTo>
                <a:cubicBezTo>
                  <a:pt x="1076" y="803"/>
                  <a:pt x="1072" y="803"/>
                  <a:pt x="1073" y="798"/>
                </a:cubicBezTo>
                <a:cubicBezTo>
                  <a:pt x="1074" y="796"/>
                  <a:pt x="1079" y="795"/>
                  <a:pt x="1081" y="797"/>
                </a:cubicBezTo>
                <a:cubicBezTo>
                  <a:pt x="1084" y="797"/>
                  <a:pt x="1080" y="795"/>
                  <a:pt x="1081" y="793"/>
                </a:cubicBezTo>
                <a:cubicBezTo>
                  <a:pt x="1086" y="793"/>
                  <a:pt x="1087" y="790"/>
                  <a:pt x="1091" y="789"/>
                </a:cubicBezTo>
                <a:cubicBezTo>
                  <a:pt x="1092" y="786"/>
                  <a:pt x="1088" y="788"/>
                  <a:pt x="1089" y="785"/>
                </a:cubicBezTo>
                <a:cubicBezTo>
                  <a:pt x="1090" y="783"/>
                  <a:pt x="1093" y="782"/>
                  <a:pt x="1096" y="782"/>
                </a:cubicBezTo>
                <a:cubicBezTo>
                  <a:pt x="1095" y="779"/>
                  <a:pt x="1095" y="777"/>
                  <a:pt x="1096" y="774"/>
                </a:cubicBezTo>
                <a:cubicBezTo>
                  <a:pt x="1099" y="774"/>
                  <a:pt x="1099" y="774"/>
                  <a:pt x="1099" y="774"/>
                </a:cubicBezTo>
                <a:cubicBezTo>
                  <a:pt x="1099" y="777"/>
                  <a:pt x="1101" y="779"/>
                  <a:pt x="1099" y="781"/>
                </a:cubicBezTo>
                <a:cubicBezTo>
                  <a:pt x="1103" y="781"/>
                  <a:pt x="1103" y="777"/>
                  <a:pt x="1103" y="774"/>
                </a:cubicBezTo>
                <a:cubicBezTo>
                  <a:pt x="1108" y="776"/>
                  <a:pt x="1106" y="775"/>
                  <a:pt x="1112" y="774"/>
                </a:cubicBezTo>
                <a:cubicBezTo>
                  <a:pt x="1112" y="777"/>
                  <a:pt x="1114" y="779"/>
                  <a:pt x="1113" y="782"/>
                </a:cubicBezTo>
                <a:cubicBezTo>
                  <a:pt x="1103" y="786"/>
                  <a:pt x="1102" y="797"/>
                  <a:pt x="1092" y="800"/>
                </a:cubicBezTo>
                <a:cubicBezTo>
                  <a:pt x="1090" y="800"/>
                  <a:pt x="1090" y="798"/>
                  <a:pt x="1088" y="797"/>
                </a:cubicBezTo>
                <a:cubicBezTo>
                  <a:pt x="1084" y="805"/>
                  <a:pt x="1081" y="815"/>
                  <a:pt x="1070" y="816"/>
                </a:cubicBezTo>
                <a:cubicBezTo>
                  <a:pt x="1071" y="812"/>
                  <a:pt x="1076" y="812"/>
                  <a:pt x="1076" y="807"/>
                </a:cubicBezTo>
                <a:close/>
                <a:moveTo>
                  <a:pt x="1066" y="712"/>
                </a:moveTo>
                <a:cubicBezTo>
                  <a:pt x="1069" y="714"/>
                  <a:pt x="1066" y="717"/>
                  <a:pt x="1069" y="719"/>
                </a:cubicBezTo>
                <a:cubicBezTo>
                  <a:pt x="1067" y="723"/>
                  <a:pt x="1063" y="724"/>
                  <a:pt x="1059" y="724"/>
                </a:cubicBezTo>
                <a:cubicBezTo>
                  <a:pt x="1060" y="720"/>
                  <a:pt x="1057" y="720"/>
                  <a:pt x="1055" y="719"/>
                </a:cubicBezTo>
                <a:cubicBezTo>
                  <a:pt x="1056" y="715"/>
                  <a:pt x="1060" y="712"/>
                  <a:pt x="1066" y="712"/>
                </a:cubicBezTo>
                <a:close/>
                <a:moveTo>
                  <a:pt x="1054" y="736"/>
                </a:moveTo>
                <a:cubicBezTo>
                  <a:pt x="1054" y="737"/>
                  <a:pt x="1056" y="740"/>
                  <a:pt x="1054" y="740"/>
                </a:cubicBezTo>
                <a:cubicBezTo>
                  <a:pt x="1054" y="742"/>
                  <a:pt x="1056" y="739"/>
                  <a:pt x="1059" y="740"/>
                </a:cubicBezTo>
                <a:cubicBezTo>
                  <a:pt x="1059" y="737"/>
                  <a:pt x="1057" y="737"/>
                  <a:pt x="1057" y="734"/>
                </a:cubicBezTo>
                <a:cubicBezTo>
                  <a:pt x="1059" y="732"/>
                  <a:pt x="1063" y="731"/>
                  <a:pt x="1063" y="726"/>
                </a:cubicBezTo>
                <a:cubicBezTo>
                  <a:pt x="1067" y="726"/>
                  <a:pt x="1067" y="725"/>
                  <a:pt x="1070" y="726"/>
                </a:cubicBezTo>
                <a:cubicBezTo>
                  <a:pt x="1070" y="731"/>
                  <a:pt x="1068" y="731"/>
                  <a:pt x="1068" y="734"/>
                </a:cubicBezTo>
                <a:cubicBezTo>
                  <a:pt x="1066" y="734"/>
                  <a:pt x="1065" y="733"/>
                  <a:pt x="1062" y="733"/>
                </a:cubicBezTo>
                <a:cubicBezTo>
                  <a:pt x="1062" y="736"/>
                  <a:pt x="1063" y="737"/>
                  <a:pt x="1065" y="737"/>
                </a:cubicBezTo>
                <a:cubicBezTo>
                  <a:pt x="1065" y="740"/>
                  <a:pt x="1063" y="740"/>
                  <a:pt x="1062" y="742"/>
                </a:cubicBezTo>
                <a:cubicBezTo>
                  <a:pt x="1061" y="741"/>
                  <a:pt x="1061" y="740"/>
                  <a:pt x="1061" y="739"/>
                </a:cubicBezTo>
                <a:cubicBezTo>
                  <a:pt x="1058" y="740"/>
                  <a:pt x="1059" y="742"/>
                  <a:pt x="1059" y="745"/>
                </a:cubicBezTo>
                <a:cubicBezTo>
                  <a:pt x="1056" y="747"/>
                  <a:pt x="1056" y="753"/>
                  <a:pt x="1050" y="750"/>
                </a:cubicBezTo>
                <a:cubicBezTo>
                  <a:pt x="1051" y="749"/>
                  <a:pt x="1052" y="748"/>
                  <a:pt x="1052" y="746"/>
                </a:cubicBezTo>
                <a:cubicBezTo>
                  <a:pt x="1050" y="744"/>
                  <a:pt x="1049" y="747"/>
                  <a:pt x="1047" y="747"/>
                </a:cubicBezTo>
                <a:cubicBezTo>
                  <a:pt x="1042" y="742"/>
                  <a:pt x="1049" y="737"/>
                  <a:pt x="1054" y="736"/>
                </a:cubicBezTo>
                <a:close/>
                <a:moveTo>
                  <a:pt x="1050" y="704"/>
                </a:moveTo>
                <a:cubicBezTo>
                  <a:pt x="1047" y="705"/>
                  <a:pt x="1047" y="703"/>
                  <a:pt x="1044" y="704"/>
                </a:cubicBezTo>
                <a:cubicBezTo>
                  <a:pt x="1043" y="700"/>
                  <a:pt x="1047" y="701"/>
                  <a:pt x="1047" y="698"/>
                </a:cubicBezTo>
                <a:cubicBezTo>
                  <a:pt x="1039" y="702"/>
                  <a:pt x="1040" y="714"/>
                  <a:pt x="1031" y="716"/>
                </a:cubicBezTo>
                <a:cubicBezTo>
                  <a:pt x="1028" y="714"/>
                  <a:pt x="1033" y="711"/>
                  <a:pt x="1030" y="710"/>
                </a:cubicBezTo>
                <a:cubicBezTo>
                  <a:pt x="1022" y="710"/>
                  <a:pt x="1024" y="721"/>
                  <a:pt x="1016" y="721"/>
                </a:cubicBezTo>
                <a:cubicBezTo>
                  <a:pt x="1015" y="717"/>
                  <a:pt x="1020" y="715"/>
                  <a:pt x="1015" y="717"/>
                </a:cubicBezTo>
                <a:cubicBezTo>
                  <a:pt x="1014" y="711"/>
                  <a:pt x="1018" y="712"/>
                  <a:pt x="1020" y="710"/>
                </a:cubicBezTo>
                <a:cubicBezTo>
                  <a:pt x="1019" y="707"/>
                  <a:pt x="1018" y="711"/>
                  <a:pt x="1016" y="710"/>
                </a:cubicBezTo>
                <a:cubicBezTo>
                  <a:pt x="1017" y="705"/>
                  <a:pt x="1024" y="704"/>
                  <a:pt x="1019" y="697"/>
                </a:cubicBezTo>
                <a:cubicBezTo>
                  <a:pt x="1021" y="697"/>
                  <a:pt x="1023" y="697"/>
                  <a:pt x="1023" y="696"/>
                </a:cubicBezTo>
                <a:cubicBezTo>
                  <a:pt x="1026" y="697"/>
                  <a:pt x="1023" y="699"/>
                  <a:pt x="1023" y="701"/>
                </a:cubicBezTo>
                <a:cubicBezTo>
                  <a:pt x="1026" y="703"/>
                  <a:pt x="1026" y="700"/>
                  <a:pt x="1030" y="700"/>
                </a:cubicBezTo>
                <a:cubicBezTo>
                  <a:pt x="1038" y="705"/>
                  <a:pt x="1043" y="693"/>
                  <a:pt x="1051" y="692"/>
                </a:cubicBezTo>
                <a:cubicBezTo>
                  <a:pt x="1048" y="697"/>
                  <a:pt x="1053" y="699"/>
                  <a:pt x="1050" y="704"/>
                </a:cubicBezTo>
                <a:close/>
                <a:moveTo>
                  <a:pt x="1067" y="678"/>
                </a:moveTo>
                <a:cubicBezTo>
                  <a:pt x="1065" y="679"/>
                  <a:pt x="1065" y="678"/>
                  <a:pt x="1064" y="678"/>
                </a:cubicBezTo>
                <a:cubicBezTo>
                  <a:pt x="1064" y="675"/>
                  <a:pt x="1065" y="674"/>
                  <a:pt x="1068" y="675"/>
                </a:cubicBezTo>
                <a:cubicBezTo>
                  <a:pt x="1068" y="677"/>
                  <a:pt x="1067" y="677"/>
                  <a:pt x="1067" y="678"/>
                </a:cubicBezTo>
                <a:close/>
                <a:moveTo>
                  <a:pt x="1067" y="520"/>
                </a:moveTo>
                <a:cubicBezTo>
                  <a:pt x="1068" y="518"/>
                  <a:pt x="1069" y="516"/>
                  <a:pt x="1072" y="517"/>
                </a:cubicBezTo>
                <a:cubicBezTo>
                  <a:pt x="1072" y="519"/>
                  <a:pt x="1068" y="521"/>
                  <a:pt x="1067" y="520"/>
                </a:cubicBezTo>
                <a:close/>
                <a:moveTo>
                  <a:pt x="1100" y="574"/>
                </a:moveTo>
                <a:cubicBezTo>
                  <a:pt x="1100" y="577"/>
                  <a:pt x="1098" y="578"/>
                  <a:pt x="1095" y="578"/>
                </a:cubicBezTo>
                <a:cubicBezTo>
                  <a:pt x="1096" y="577"/>
                  <a:pt x="1097" y="574"/>
                  <a:pt x="1100" y="574"/>
                </a:cubicBezTo>
                <a:close/>
                <a:moveTo>
                  <a:pt x="1098" y="659"/>
                </a:moveTo>
                <a:cubicBezTo>
                  <a:pt x="1098" y="656"/>
                  <a:pt x="1098" y="654"/>
                  <a:pt x="1099" y="652"/>
                </a:cubicBezTo>
                <a:cubicBezTo>
                  <a:pt x="1102" y="652"/>
                  <a:pt x="1102" y="654"/>
                  <a:pt x="1104" y="653"/>
                </a:cubicBezTo>
                <a:cubicBezTo>
                  <a:pt x="1104" y="657"/>
                  <a:pt x="1101" y="658"/>
                  <a:pt x="1098" y="659"/>
                </a:cubicBezTo>
                <a:close/>
                <a:moveTo>
                  <a:pt x="1090" y="597"/>
                </a:moveTo>
                <a:cubicBezTo>
                  <a:pt x="1090" y="588"/>
                  <a:pt x="1099" y="584"/>
                  <a:pt x="1106" y="585"/>
                </a:cubicBezTo>
                <a:cubicBezTo>
                  <a:pt x="1103" y="591"/>
                  <a:pt x="1097" y="595"/>
                  <a:pt x="1090" y="597"/>
                </a:cubicBezTo>
                <a:close/>
                <a:moveTo>
                  <a:pt x="1125" y="506"/>
                </a:moveTo>
                <a:cubicBezTo>
                  <a:pt x="1125" y="509"/>
                  <a:pt x="1124" y="513"/>
                  <a:pt x="1120" y="513"/>
                </a:cubicBezTo>
                <a:cubicBezTo>
                  <a:pt x="1119" y="508"/>
                  <a:pt x="1121" y="505"/>
                  <a:pt x="1125" y="506"/>
                </a:cubicBezTo>
                <a:close/>
                <a:moveTo>
                  <a:pt x="1127" y="527"/>
                </a:moveTo>
                <a:cubicBezTo>
                  <a:pt x="1127" y="534"/>
                  <a:pt x="1121" y="535"/>
                  <a:pt x="1117" y="538"/>
                </a:cubicBezTo>
                <a:cubicBezTo>
                  <a:pt x="1116" y="536"/>
                  <a:pt x="1115" y="534"/>
                  <a:pt x="1115" y="531"/>
                </a:cubicBezTo>
                <a:cubicBezTo>
                  <a:pt x="1122" y="532"/>
                  <a:pt x="1122" y="524"/>
                  <a:pt x="1127" y="527"/>
                </a:cubicBezTo>
                <a:close/>
                <a:moveTo>
                  <a:pt x="1151" y="586"/>
                </a:moveTo>
                <a:cubicBezTo>
                  <a:pt x="1148" y="585"/>
                  <a:pt x="1151" y="579"/>
                  <a:pt x="1155" y="580"/>
                </a:cubicBezTo>
                <a:cubicBezTo>
                  <a:pt x="1155" y="583"/>
                  <a:pt x="1152" y="584"/>
                  <a:pt x="1151" y="586"/>
                </a:cubicBezTo>
                <a:close/>
                <a:moveTo>
                  <a:pt x="1151" y="561"/>
                </a:moveTo>
                <a:cubicBezTo>
                  <a:pt x="1151" y="579"/>
                  <a:pt x="1132" y="583"/>
                  <a:pt x="1119" y="585"/>
                </a:cubicBezTo>
                <a:cubicBezTo>
                  <a:pt x="1119" y="582"/>
                  <a:pt x="1117" y="580"/>
                  <a:pt x="1119" y="578"/>
                </a:cubicBezTo>
                <a:cubicBezTo>
                  <a:pt x="1116" y="578"/>
                  <a:pt x="1114" y="583"/>
                  <a:pt x="1111" y="580"/>
                </a:cubicBezTo>
                <a:cubicBezTo>
                  <a:pt x="1115" y="576"/>
                  <a:pt x="1120" y="574"/>
                  <a:pt x="1121" y="567"/>
                </a:cubicBezTo>
                <a:cubicBezTo>
                  <a:pt x="1126" y="568"/>
                  <a:pt x="1125" y="563"/>
                  <a:pt x="1129" y="562"/>
                </a:cubicBezTo>
                <a:cubicBezTo>
                  <a:pt x="1132" y="561"/>
                  <a:pt x="1130" y="565"/>
                  <a:pt x="1133" y="565"/>
                </a:cubicBezTo>
                <a:cubicBezTo>
                  <a:pt x="1139" y="558"/>
                  <a:pt x="1149" y="551"/>
                  <a:pt x="1157" y="556"/>
                </a:cubicBezTo>
                <a:cubicBezTo>
                  <a:pt x="1155" y="557"/>
                  <a:pt x="1154" y="561"/>
                  <a:pt x="1151" y="561"/>
                </a:cubicBezTo>
                <a:close/>
                <a:moveTo>
                  <a:pt x="1158" y="556"/>
                </a:moveTo>
                <a:cubicBezTo>
                  <a:pt x="1157" y="551"/>
                  <a:pt x="1163" y="553"/>
                  <a:pt x="1161" y="547"/>
                </a:cubicBezTo>
                <a:cubicBezTo>
                  <a:pt x="1165" y="547"/>
                  <a:pt x="1165" y="547"/>
                  <a:pt x="1165" y="547"/>
                </a:cubicBezTo>
                <a:cubicBezTo>
                  <a:pt x="1165" y="552"/>
                  <a:pt x="1161" y="554"/>
                  <a:pt x="1158" y="556"/>
                </a:cubicBezTo>
                <a:close/>
                <a:moveTo>
                  <a:pt x="1179" y="548"/>
                </a:moveTo>
                <a:cubicBezTo>
                  <a:pt x="1178" y="551"/>
                  <a:pt x="1177" y="552"/>
                  <a:pt x="1175" y="552"/>
                </a:cubicBezTo>
                <a:cubicBezTo>
                  <a:pt x="1175" y="550"/>
                  <a:pt x="1176" y="548"/>
                  <a:pt x="1179" y="548"/>
                </a:cubicBezTo>
                <a:close/>
                <a:moveTo>
                  <a:pt x="1177" y="514"/>
                </a:moveTo>
                <a:cubicBezTo>
                  <a:pt x="1176" y="512"/>
                  <a:pt x="1177" y="510"/>
                  <a:pt x="1178" y="509"/>
                </a:cubicBezTo>
                <a:cubicBezTo>
                  <a:pt x="1180" y="509"/>
                  <a:pt x="1180" y="511"/>
                  <a:pt x="1182" y="510"/>
                </a:cubicBezTo>
                <a:cubicBezTo>
                  <a:pt x="1182" y="513"/>
                  <a:pt x="1180" y="514"/>
                  <a:pt x="1177" y="514"/>
                </a:cubicBezTo>
                <a:close/>
                <a:moveTo>
                  <a:pt x="1112" y="747"/>
                </a:moveTo>
                <a:cubicBezTo>
                  <a:pt x="1108" y="748"/>
                  <a:pt x="1111" y="752"/>
                  <a:pt x="1113" y="754"/>
                </a:cubicBezTo>
                <a:cubicBezTo>
                  <a:pt x="1113" y="752"/>
                  <a:pt x="1114" y="752"/>
                  <a:pt x="1114" y="750"/>
                </a:cubicBezTo>
                <a:cubicBezTo>
                  <a:pt x="1113" y="749"/>
                  <a:pt x="1112" y="749"/>
                  <a:pt x="1112" y="747"/>
                </a:cubicBezTo>
                <a:close/>
                <a:moveTo>
                  <a:pt x="700" y="1082"/>
                </a:moveTo>
                <a:cubicBezTo>
                  <a:pt x="699" y="1085"/>
                  <a:pt x="702" y="1084"/>
                  <a:pt x="702" y="1085"/>
                </a:cubicBezTo>
                <a:cubicBezTo>
                  <a:pt x="704" y="1082"/>
                  <a:pt x="712" y="1083"/>
                  <a:pt x="715" y="1081"/>
                </a:cubicBezTo>
                <a:cubicBezTo>
                  <a:pt x="710" y="1075"/>
                  <a:pt x="707" y="1081"/>
                  <a:pt x="700" y="1082"/>
                </a:cubicBezTo>
                <a:close/>
                <a:moveTo>
                  <a:pt x="927" y="95"/>
                </a:moveTo>
                <a:cubicBezTo>
                  <a:pt x="937" y="94"/>
                  <a:pt x="932" y="90"/>
                  <a:pt x="927" y="95"/>
                </a:cubicBezTo>
                <a:close/>
                <a:moveTo>
                  <a:pt x="1147" y="166"/>
                </a:moveTo>
                <a:cubicBezTo>
                  <a:pt x="1143" y="165"/>
                  <a:pt x="1136" y="171"/>
                  <a:pt x="1141" y="174"/>
                </a:cubicBezTo>
                <a:cubicBezTo>
                  <a:pt x="1143" y="172"/>
                  <a:pt x="1142" y="167"/>
                  <a:pt x="1147" y="167"/>
                </a:cubicBezTo>
                <a:cubicBezTo>
                  <a:pt x="1147" y="167"/>
                  <a:pt x="1148" y="166"/>
                  <a:pt x="1147" y="166"/>
                </a:cubicBezTo>
                <a:close/>
                <a:moveTo>
                  <a:pt x="959" y="188"/>
                </a:moveTo>
                <a:cubicBezTo>
                  <a:pt x="961" y="182"/>
                  <a:pt x="971" y="177"/>
                  <a:pt x="976" y="181"/>
                </a:cubicBezTo>
                <a:cubicBezTo>
                  <a:pt x="981" y="176"/>
                  <a:pt x="993" y="173"/>
                  <a:pt x="994" y="167"/>
                </a:cubicBezTo>
                <a:cubicBezTo>
                  <a:pt x="979" y="168"/>
                  <a:pt x="971" y="179"/>
                  <a:pt x="957" y="183"/>
                </a:cubicBezTo>
                <a:cubicBezTo>
                  <a:pt x="957" y="185"/>
                  <a:pt x="957" y="187"/>
                  <a:pt x="959" y="188"/>
                </a:cubicBezTo>
                <a:close/>
                <a:moveTo>
                  <a:pt x="1152" y="259"/>
                </a:moveTo>
                <a:cubicBezTo>
                  <a:pt x="1152" y="256"/>
                  <a:pt x="1155" y="255"/>
                  <a:pt x="1157" y="253"/>
                </a:cubicBezTo>
                <a:cubicBezTo>
                  <a:pt x="1154" y="251"/>
                  <a:pt x="1151" y="249"/>
                  <a:pt x="1147" y="249"/>
                </a:cubicBezTo>
                <a:cubicBezTo>
                  <a:pt x="1148" y="254"/>
                  <a:pt x="1151" y="256"/>
                  <a:pt x="1153" y="255"/>
                </a:cubicBezTo>
                <a:cubicBezTo>
                  <a:pt x="1152" y="257"/>
                  <a:pt x="1148" y="258"/>
                  <a:pt x="1152" y="259"/>
                </a:cubicBezTo>
                <a:close/>
                <a:moveTo>
                  <a:pt x="1192" y="338"/>
                </a:moveTo>
                <a:cubicBezTo>
                  <a:pt x="1197" y="336"/>
                  <a:pt x="1200" y="334"/>
                  <a:pt x="1203" y="331"/>
                </a:cubicBezTo>
                <a:cubicBezTo>
                  <a:pt x="1200" y="333"/>
                  <a:pt x="1191" y="334"/>
                  <a:pt x="1192" y="338"/>
                </a:cubicBezTo>
                <a:close/>
                <a:moveTo>
                  <a:pt x="1219" y="382"/>
                </a:moveTo>
                <a:cubicBezTo>
                  <a:pt x="1223" y="382"/>
                  <a:pt x="1228" y="384"/>
                  <a:pt x="1231" y="378"/>
                </a:cubicBezTo>
                <a:cubicBezTo>
                  <a:pt x="1228" y="377"/>
                  <a:pt x="1226" y="381"/>
                  <a:pt x="1225" y="378"/>
                </a:cubicBezTo>
                <a:cubicBezTo>
                  <a:pt x="1228" y="377"/>
                  <a:pt x="1230" y="375"/>
                  <a:pt x="1232" y="374"/>
                </a:cubicBezTo>
                <a:cubicBezTo>
                  <a:pt x="1229" y="375"/>
                  <a:pt x="1226" y="375"/>
                  <a:pt x="1223" y="373"/>
                </a:cubicBezTo>
                <a:cubicBezTo>
                  <a:pt x="1223" y="377"/>
                  <a:pt x="1219" y="378"/>
                  <a:pt x="1219" y="382"/>
                </a:cubicBezTo>
                <a:close/>
                <a:moveTo>
                  <a:pt x="1162" y="385"/>
                </a:moveTo>
                <a:cubicBezTo>
                  <a:pt x="1170" y="385"/>
                  <a:pt x="1172" y="376"/>
                  <a:pt x="1179" y="378"/>
                </a:cubicBezTo>
                <a:cubicBezTo>
                  <a:pt x="1175" y="373"/>
                  <a:pt x="1166" y="382"/>
                  <a:pt x="1162" y="385"/>
                </a:cubicBezTo>
                <a:close/>
                <a:moveTo>
                  <a:pt x="1215" y="381"/>
                </a:moveTo>
                <a:cubicBezTo>
                  <a:pt x="1213" y="381"/>
                  <a:pt x="1202" y="379"/>
                  <a:pt x="1201" y="387"/>
                </a:cubicBezTo>
                <a:cubicBezTo>
                  <a:pt x="1204" y="387"/>
                  <a:pt x="1207" y="387"/>
                  <a:pt x="1208" y="390"/>
                </a:cubicBezTo>
                <a:cubicBezTo>
                  <a:pt x="1204" y="391"/>
                  <a:pt x="1203" y="394"/>
                  <a:pt x="1199" y="394"/>
                </a:cubicBezTo>
                <a:cubicBezTo>
                  <a:pt x="1201" y="396"/>
                  <a:pt x="1205" y="392"/>
                  <a:pt x="1208" y="390"/>
                </a:cubicBezTo>
                <a:cubicBezTo>
                  <a:pt x="1211" y="390"/>
                  <a:pt x="1213" y="390"/>
                  <a:pt x="1213" y="388"/>
                </a:cubicBezTo>
                <a:cubicBezTo>
                  <a:pt x="1212" y="387"/>
                  <a:pt x="1209" y="389"/>
                  <a:pt x="1209" y="387"/>
                </a:cubicBezTo>
                <a:cubicBezTo>
                  <a:pt x="1209" y="383"/>
                  <a:pt x="1214" y="384"/>
                  <a:pt x="1215" y="381"/>
                </a:cubicBezTo>
                <a:close/>
                <a:moveTo>
                  <a:pt x="1267" y="409"/>
                </a:moveTo>
                <a:cubicBezTo>
                  <a:pt x="1269" y="403"/>
                  <a:pt x="1274" y="398"/>
                  <a:pt x="1282" y="398"/>
                </a:cubicBezTo>
                <a:cubicBezTo>
                  <a:pt x="1285" y="394"/>
                  <a:pt x="1291" y="392"/>
                  <a:pt x="1287" y="393"/>
                </a:cubicBezTo>
                <a:cubicBezTo>
                  <a:pt x="1282" y="394"/>
                  <a:pt x="1262" y="406"/>
                  <a:pt x="1255" y="404"/>
                </a:cubicBezTo>
                <a:cubicBezTo>
                  <a:pt x="1255" y="405"/>
                  <a:pt x="1258" y="405"/>
                  <a:pt x="1257" y="407"/>
                </a:cubicBezTo>
                <a:cubicBezTo>
                  <a:pt x="1253" y="407"/>
                  <a:pt x="1253" y="410"/>
                  <a:pt x="1251" y="412"/>
                </a:cubicBezTo>
                <a:cubicBezTo>
                  <a:pt x="1256" y="414"/>
                  <a:pt x="1259" y="407"/>
                  <a:pt x="1267" y="409"/>
                </a:cubicBezTo>
                <a:close/>
                <a:moveTo>
                  <a:pt x="1230" y="407"/>
                </a:moveTo>
                <a:cubicBezTo>
                  <a:pt x="1229" y="408"/>
                  <a:pt x="1226" y="408"/>
                  <a:pt x="1226" y="406"/>
                </a:cubicBezTo>
                <a:cubicBezTo>
                  <a:pt x="1226" y="404"/>
                  <a:pt x="1230" y="405"/>
                  <a:pt x="1230" y="403"/>
                </a:cubicBezTo>
                <a:cubicBezTo>
                  <a:pt x="1229" y="403"/>
                  <a:pt x="1229" y="401"/>
                  <a:pt x="1229" y="400"/>
                </a:cubicBezTo>
                <a:cubicBezTo>
                  <a:pt x="1226" y="401"/>
                  <a:pt x="1224" y="401"/>
                  <a:pt x="1223" y="399"/>
                </a:cubicBezTo>
                <a:cubicBezTo>
                  <a:pt x="1220" y="402"/>
                  <a:pt x="1210" y="404"/>
                  <a:pt x="1218" y="404"/>
                </a:cubicBezTo>
                <a:cubicBezTo>
                  <a:pt x="1216" y="405"/>
                  <a:pt x="1214" y="405"/>
                  <a:pt x="1214" y="408"/>
                </a:cubicBezTo>
                <a:cubicBezTo>
                  <a:pt x="1216" y="408"/>
                  <a:pt x="1217" y="407"/>
                  <a:pt x="1217" y="408"/>
                </a:cubicBezTo>
                <a:cubicBezTo>
                  <a:pt x="1217" y="411"/>
                  <a:pt x="1214" y="412"/>
                  <a:pt x="1214" y="415"/>
                </a:cubicBezTo>
                <a:cubicBezTo>
                  <a:pt x="1219" y="416"/>
                  <a:pt x="1229" y="415"/>
                  <a:pt x="1230" y="407"/>
                </a:cubicBezTo>
                <a:close/>
                <a:moveTo>
                  <a:pt x="1230" y="406"/>
                </a:moveTo>
                <a:cubicBezTo>
                  <a:pt x="1230" y="406"/>
                  <a:pt x="1230" y="407"/>
                  <a:pt x="1230" y="407"/>
                </a:cubicBezTo>
                <a:cubicBezTo>
                  <a:pt x="1230" y="407"/>
                  <a:pt x="1230" y="406"/>
                  <a:pt x="1230" y="406"/>
                </a:cubicBezTo>
                <a:close/>
                <a:moveTo>
                  <a:pt x="1245" y="418"/>
                </a:moveTo>
                <a:cubicBezTo>
                  <a:pt x="1244" y="416"/>
                  <a:pt x="1245" y="414"/>
                  <a:pt x="1246" y="414"/>
                </a:cubicBezTo>
                <a:cubicBezTo>
                  <a:pt x="1249" y="415"/>
                  <a:pt x="1250" y="410"/>
                  <a:pt x="1248" y="413"/>
                </a:cubicBezTo>
                <a:cubicBezTo>
                  <a:pt x="1243" y="414"/>
                  <a:pt x="1239" y="417"/>
                  <a:pt x="1234" y="419"/>
                </a:cubicBezTo>
                <a:cubicBezTo>
                  <a:pt x="1238" y="422"/>
                  <a:pt x="1241" y="415"/>
                  <a:pt x="1245" y="418"/>
                </a:cubicBezTo>
                <a:close/>
                <a:moveTo>
                  <a:pt x="1167" y="425"/>
                </a:moveTo>
                <a:cubicBezTo>
                  <a:pt x="1171" y="423"/>
                  <a:pt x="1175" y="421"/>
                  <a:pt x="1178" y="418"/>
                </a:cubicBezTo>
                <a:cubicBezTo>
                  <a:pt x="1174" y="420"/>
                  <a:pt x="1169" y="421"/>
                  <a:pt x="1167" y="425"/>
                </a:cubicBezTo>
                <a:close/>
                <a:moveTo>
                  <a:pt x="1136" y="429"/>
                </a:moveTo>
                <a:cubicBezTo>
                  <a:pt x="1130" y="428"/>
                  <a:pt x="1127" y="435"/>
                  <a:pt x="1123" y="432"/>
                </a:cubicBezTo>
                <a:cubicBezTo>
                  <a:pt x="1123" y="429"/>
                  <a:pt x="1128" y="430"/>
                  <a:pt x="1128" y="427"/>
                </a:cubicBezTo>
                <a:cubicBezTo>
                  <a:pt x="1123" y="425"/>
                  <a:pt x="1110" y="427"/>
                  <a:pt x="1108" y="434"/>
                </a:cubicBezTo>
                <a:cubicBezTo>
                  <a:pt x="1111" y="435"/>
                  <a:pt x="1116" y="438"/>
                  <a:pt x="1114" y="441"/>
                </a:cubicBezTo>
                <a:cubicBezTo>
                  <a:pt x="1117" y="442"/>
                  <a:pt x="1120" y="438"/>
                  <a:pt x="1121" y="440"/>
                </a:cubicBezTo>
                <a:cubicBezTo>
                  <a:pt x="1120" y="441"/>
                  <a:pt x="1119" y="442"/>
                  <a:pt x="1118" y="443"/>
                </a:cubicBezTo>
                <a:cubicBezTo>
                  <a:pt x="1114" y="440"/>
                  <a:pt x="1108" y="449"/>
                  <a:pt x="1104" y="452"/>
                </a:cubicBezTo>
                <a:cubicBezTo>
                  <a:pt x="1107" y="452"/>
                  <a:pt x="1110" y="451"/>
                  <a:pt x="1109" y="455"/>
                </a:cubicBezTo>
                <a:cubicBezTo>
                  <a:pt x="1106" y="455"/>
                  <a:pt x="1105" y="452"/>
                  <a:pt x="1103" y="455"/>
                </a:cubicBezTo>
                <a:cubicBezTo>
                  <a:pt x="1103" y="458"/>
                  <a:pt x="1103" y="460"/>
                  <a:pt x="1105" y="462"/>
                </a:cubicBezTo>
                <a:cubicBezTo>
                  <a:pt x="1110" y="457"/>
                  <a:pt x="1118" y="457"/>
                  <a:pt x="1120" y="450"/>
                </a:cubicBezTo>
                <a:cubicBezTo>
                  <a:pt x="1123" y="450"/>
                  <a:pt x="1127" y="446"/>
                  <a:pt x="1124" y="445"/>
                </a:cubicBezTo>
                <a:cubicBezTo>
                  <a:pt x="1122" y="447"/>
                  <a:pt x="1120" y="449"/>
                  <a:pt x="1117" y="450"/>
                </a:cubicBezTo>
                <a:cubicBezTo>
                  <a:pt x="1117" y="449"/>
                  <a:pt x="1116" y="449"/>
                  <a:pt x="1116" y="448"/>
                </a:cubicBezTo>
                <a:cubicBezTo>
                  <a:pt x="1117" y="447"/>
                  <a:pt x="1117" y="446"/>
                  <a:pt x="1118" y="445"/>
                </a:cubicBezTo>
                <a:cubicBezTo>
                  <a:pt x="1119" y="448"/>
                  <a:pt x="1121" y="444"/>
                  <a:pt x="1124" y="445"/>
                </a:cubicBezTo>
                <a:cubicBezTo>
                  <a:pt x="1124" y="442"/>
                  <a:pt x="1124" y="442"/>
                  <a:pt x="1126" y="439"/>
                </a:cubicBezTo>
                <a:cubicBezTo>
                  <a:pt x="1124" y="437"/>
                  <a:pt x="1122" y="439"/>
                  <a:pt x="1122" y="438"/>
                </a:cubicBezTo>
                <a:cubicBezTo>
                  <a:pt x="1125" y="433"/>
                  <a:pt x="1132" y="433"/>
                  <a:pt x="1136" y="429"/>
                </a:cubicBezTo>
                <a:close/>
                <a:moveTo>
                  <a:pt x="1094" y="442"/>
                </a:moveTo>
                <a:cubicBezTo>
                  <a:pt x="1090" y="444"/>
                  <a:pt x="1079" y="444"/>
                  <a:pt x="1080" y="448"/>
                </a:cubicBezTo>
                <a:cubicBezTo>
                  <a:pt x="1085" y="447"/>
                  <a:pt x="1095" y="442"/>
                  <a:pt x="1094" y="442"/>
                </a:cubicBezTo>
                <a:close/>
                <a:moveTo>
                  <a:pt x="1002" y="455"/>
                </a:moveTo>
                <a:cubicBezTo>
                  <a:pt x="999" y="456"/>
                  <a:pt x="995" y="456"/>
                  <a:pt x="995" y="460"/>
                </a:cubicBezTo>
                <a:cubicBezTo>
                  <a:pt x="999" y="460"/>
                  <a:pt x="999" y="456"/>
                  <a:pt x="1002" y="455"/>
                </a:cubicBezTo>
                <a:close/>
                <a:moveTo>
                  <a:pt x="1126" y="464"/>
                </a:moveTo>
                <a:cubicBezTo>
                  <a:pt x="1127" y="462"/>
                  <a:pt x="1129" y="462"/>
                  <a:pt x="1131" y="462"/>
                </a:cubicBezTo>
                <a:cubicBezTo>
                  <a:pt x="1131" y="457"/>
                  <a:pt x="1126" y="460"/>
                  <a:pt x="1125" y="462"/>
                </a:cubicBezTo>
                <a:cubicBezTo>
                  <a:pt x="1127" y="462"/>
                  <a:pt x="1125" y="464"/>
                  <a:pt x="1126" y="464"/>
                </a:cubicBezTo>
                <a:close/>
                <a:moveTo>
                  <a:pt x="1234" y="521"/>
                </a:moveTo>
                <a:cubicBezTo>
                  <a:pt x="1230" y="525"/>
                  <a:pt x="1219" y="527"/>
                  <a:pt x="1218" y="531"/>
                </a:cubicBezTo>
                <a:cubicBezTo>
                  <a:pt x="1216" y="534"/>
                  <a:pt x="1197" y="535"/>
                  <a:pt x="1192" y="546"/>
                </a:cubicBezTo>
                <a:cubicBezTo>
                  <a:pt x="1199" y="545"/>
                  <a:pt x="1205" y="540"/>
                  <a:pt x="1212" y="536"/>
                </a:cubicBezTo>
                <a:cubicBezTo>
                  <a:pt x="1220" y="532"/>
                  <a:pt x="1232" y="529"/>
                  <a:pt x="1234" y="521"/>
                </a:cubicBezTo>
                <a:close/>
                <a:moveTo>
                  <a:pt x="162" y="592"/>
                </a:moveTo>
                <a:cubicBezTo>
                  <a:pt x="153" y="594"/>
                  <a:pt x="146" y="599"/>
                  <a:pt x="141" y="605"/>
                </a:cubicBezTo>
                <a:cubicBezTo>
                  <a:pt x="144" y="605"/>
                  <a:pt x="145" y="604"/>
                  <a:pt x="147" y="607"/>
                </a:cubicBezTo>
                <a:cubicBezTo>
                  <a:pt x="147" y="609"/>
                  <a:pt x="143" y="611"/>
                  <a:pt x="145" y="612"/>
                </a:cubicBezTo>
                <a:cubicBezTo>
                  <a:pt x="146" y="609"/>
                  <a:pt x="150" y="609"/>
                  <a:pt x="152" y="608"/>
                </a:cubicBezTo>
                <a:cubicBezTo>
                  <a:pt x="152" y="605"/>
                  <a:pt x="150" y="603"/>
                  <a:pt x="151" y="599"/>
                </a:cubicBezTo>
                <a:cubicBezTo>
                  <a:pt x="152" y="599"/>
                  <a:pt x="152" y="598"/>
                  <a:pt x="153" y="598"/>
                </a:cubicBezTo>
                <a:cubicBezTo>
                  <a:pt x="157" y="600"/>
                  <a:pt x="162" y="596"/>
                  <a:pt x="162" y="592"/>
                </a:cubicBezTo>
                <a:close/>
                <a:moveTo>
                  <a:pt x="202" y="660"/>
                </a:moveTo>
                <a:cubicBezTo>
                  <a:pt x="200" y="659"/>
                  <a:pt x="200" y="657"/>
                  <a:pt x="197" y="658"/>
                </a:cubicBezTo>
                <a:cubicBezTo>
                  <a:pt x="197" y="659"/>
                  <a:pt x="195" y="663"/>
                  <a:pt x="196" y="663"/>
                </a:cubicBezTo>
                <a:cubicBezTo>
                  <a:pt x="196" y="659"/>
                  <a:pt x="201" y="662"/>
                  <a:pt x="202" y="660"/>
                </a:cubicBezTo>
                <a:close/>
                <a:moveTo>
                  <a:pt x="1186" y="672"/>
                </a:moveTo>
                <a:cubicBezTo>
                  <a:pt x="1184" y="675"/>
                  <a:pt x="1182" y="676"/>
                  <a:pt x="1178" y="677"/>
                </a:cubicBezTo>
                <a:cubicBezTo>
                  <a:pt x="1178" y="676"/>
                  <a:pt x="1177" y="675"/>
                  <a:pt x="1177" y="675"/>
                </a:cubicBezTo>
                <a:cubicBezTo>
                  <a:pt x="1178" y="672"/>
                  <a:pt x="1178" y="670"/>
                  <a:pt x="1178" y="666"/>
                </a:cubicBezTo>
                <a:cubicBezTo>
                  <a:pt x="1172" y="668"/>
                  <a:pt x="1168" y="672"/>
                  <a:pt x="1164" y="676"/>
                </a:cubicBezTo>
                <a:cubicBezTo>
                  <a:pt x="1165" y="679"/>
                  <a:pt x="1171" y="677"/>
                  <a:pt x="1173" y="678"/>
                </a:cubicBezTo>
                <a:cubicBezTo>
                  <a:pt x="1173" y="683"/>
                  <a:pt x="1173" y="683"/>
                  <a:pt x="1173" y="683"/>
                </a:cubicBezTo>
                <a:cubicBezTo>
                  <a:pt x="1179" y="681"/>
                  <a:pt x="1186" y="676"/>
                  <a:pt x="1186" y="672"/>
                </a:cubicBezTo>
                <a:close/>
                <a:moveTo>
                  <a:pt x="1169" y="675"/>
                </a:moveTo>
                <a:cubicBezTo>
                  <a:pt x="1169" y="671"/>
                  <a:pt x="1173" y="671"/>
                  <a:pt x="1176" y="670"/>
                </a:cubicBezTo>
                <a:cubicBezTo>
                  <a:pt x="1176" y="673"/>
                  <a:pt x="1175" y="673"/>
                  <a:pt x="1175" y="676"/>
                </a:cubicBezTo>
                <a:cubicBezTo>
                  <a:pt x="1173" y="676"/>
                  <a:pt x="1171" y="676"/>
                  <a:pt x="1169" y="675"/>
                </a:cubicBezTo>
                <a:close/>
                <a:moveTo>
                  <a:pt x="1045" y="783"/>
                </a:moveTo>
                <a:cubicBezTo>
                  <a:pt x="1045" y="786"/>
                  <a:pt x="1040" y="792"/>
                  <a:pt x="1038" y="787"/>
                </a:cubicBezTo>
                <a:cubicBezTo>
                  <a:pt x="1035" y="787"/>
                  <a:pt x="1035" y="790"/>
                  <a:pt x="1034" y="792"/>
                </a:cubicBezTo>
                <a:cubicBezTo>
                  <a:pt x="1037" y="790"/>
                  <a:pt x="1034" y="795"/>
                  <a:pt x="1037" y="795"/>
                </a:cubicBezTo>
                <a:cubicBezTo>
                  <a:pt x="1037" y="792"/>
                  <a:pt x="1040" y="793"/>
                  <a:pt x="1042" y="793"/>
                </a:cubicBezTo>
                <a:cubicBezTo>
                  <a:pt x="1040" y="788"/>
                  <a:pt x="1043" y="786"/>
                  <a:pt x="1048" y="786"/>
                </a:cubicBezTo>
                <a:cubicBezTo>
                  <a:pt x="1048" y="785"/>
                  <a:pt x="1049" y="784"/>
                  <a:pt x="1049" y="783"/>
                </a:cubicBezTo>
                <a:cubicBezTo>
                  <a:pt x="1047" y="784"/>
                  <a:pt x="1048" y="784"/>
                  <a:pt x="1045" y="783"/>
                </a:cubicBezTo>
                <a:close/>
                <a:moveTo>
                  <a:pt x="1192" y="801"/>
                </a:moveTo>
                <a:cubicBezTo>
                  <a:pt x="1193" y="799"/>
                  <a:pt x="1191" y="795"/>
                  <a:pt x="1196" y="794"/>
                </a:cubicBezTo>
                <a:cubicBezTo>
                  <a:pt x="1194" y="792"/>
                  <a:pt x="1191" y="795"/>
                  <a:pt x="1190" y="796"/>
                </a:cubicBezTo>
                <a:cubicBezTo>
                  <a:pt x="1191" y="797"/>
                  <a:pt x="1189" y="798"/>
                  <a:pt x="1190" y="799"/>
                </a:cubicBezTo>
                <a:cubicBezTo>
                  <a:pt x="1191" y="800"/>
                  <a:pt x="1192" y="800"/>
                  <a:pt x="1192" y="801"/>
                </a:cubicBezTo>
                <a:close/>
                <a:moveTo>
                  <a:pt x="1191" y="802"/>
                </a:moveTo>
                <a:cubicBezTo>
                  <a:pt x="1192" y="802"/>
                  <a:pt x="1192" y="801"/>
                  <a:pt x="1192" y="801"/>
                </a:cubicBezTo>
                <a:cubicBezTo>
                  <a:pt x="1192" y="801"/>
                  <a:pt x="1191" y="801"/>
                  <a:pt x="1191" y="802"/>
                </a:cubicBezTo>
                <a:close/>
                <a:moveTo>
                  <a:pt x="1192" y="801"/>
                </a:moveTo>
                <a:cubicBezTo>
                  <a:pt x="1192" y="801"/>
                  <a:pt x="1192" y="801"/>
                  <a:pt x="1192" y="801"/>
                </a:cubicBezTo>
                <a:cubicBezTo>
                  <a:pt x="1192" y="801"/>
                  <a:pt x="1192" y="801"/>
                  <a:pt x="1192" y="801"/>
                </a:cubicBezTo>
                <a:cubicBezTo>
                  <a:pt x="1192" y="801"/>
                  <a:pt x="1192" y="801"/>
                  <a:pt x="1192" y="801"/>
                </a:cubicBezTo>
                <a:close/>
                <a:moveTo>
                  <a:pt x="1117" y="848"/>
                </a:moveTo>
                <a:cubicBezTo>
                  <a:pt x="1117" y="847"/>
                  <a:pt x="1117" y="846"/>
                  <a:pt x="1118" y="846"/>
                </a:cubicBezTo>
                <a:cubicBezTo>
                  <a:pt x="1117" y="846"/>
                  <a:pt x="1117" y="846"/>
                  <a:pt x="1117" y="846"/>
                </a:cubicBezTo>
                <a:lnTo>
                  <a:pt x="1117" y="848"/>
                </a:lnTo>
                <a:close/>
                <a:moveTo>
                  <a:pt x="1138" y="833"/>
                </a:moveTo>
                <a:cubicBezTo>
                  <a:pt x="1136" y="833"/>
                  <a:pt x="1136" y="831"/>
                  <a:pt x="1136" y="831"/>
                </a:cubicBezTo>
                <a:cubicBezTo>
                  <a:pt x="1133" y="838"/>
                  <a:pt x="1121" y="840"/>
                  <a:pt x="1118" y="846"/>
                </a:cubicBezTo>
                <a:cubicBezTo>
                  <a:pt x="1124" y="846"/>
                  <a:pt x="1124" y="846"/>
                  <a:pt x="1124" y="846"/>
                </a:cubicBezTo>
                <a:cubicBezTo>
                  <a:pt x="1127" y="843"/>
                  <a:pt x="1131" y="834"/>
                  <a:pt x="1136" y="838"/>
                </a:cubicBezTo>
                <a:cubicBezTo>
                  <a:pt x="1135" y="835"/>
                  <a:pt x="1139" y="836"/>
                  <a:pt x="1138" y="833"/>
                </a:cubicBezTo>
                <a:close/>
                <a:moveTo>
                  <a:pt x="117" y="847"/>
                </a:moveTo>
                <a:cubicBezTo>
                  <a:pt x="113" y="845"/>
                  <a:pt x="109" y="848"/>
                  <a:pt x="108" y="851"/>
                </a:cubicBezTo>
                <a:cubicBezTo>
                  <a:pt x="113" y="849"/>
                  <a:pt x="117" y="847"/>
                  <a:pt x="121" y="846"/>
                </a:cubicBezTo>
                <a:cubicBezTo>
                  <a:pt x="130" y="844"/>
                  <a:pt x="129" y="845"/>
                  <a:pt x="134" y="836"/>
                </a:cubicBezTo>
                <a:cubicBezTo>
                  <a:pt x="134" y="836"/>
                  <a:pt x="136" y="837"/>
                  <a:pt x="136" y="835"/>
                </a:cubicBezTo>
                <a:cubicBezTo>
                  <a:pt x="133" y="837"/>
                  <a:pt x="134" y="833"/>
                  <a:pt x="131" y="834"/>
                </a:cubicBezTo>
                <a:cubicBezTo>
                  <a:pt x="126" y="837"/>
                  <a:pt x="121" y="841"/>
                  <a:pt x="117" y="847"/>
                </a:cubicBezTo>
                <a:close/>
                <a:moveTo>
                  <a:pt x="167" y="840"/>
                </a:moveTo>
                <a:cubicBezTo>
                  <a:pt x="167" y="844"/>
                  <a:pt x="160" y="841"/>
                  <a:pt x="160" y="845"/>
                </a:cubicBezTo>
                <a:cubicBezTo>
                  <a:pt x="163" y="845"/>
                  <a:pt x="163" y="843"/>
                  <a:pt x="165" y="845"/>
                </a:cubicBezTo>
                <a:cubicBezTo>
                  <a:pt x="164" y="842"/>
                  <a:pt x="170" y="842"/>
                  <a:pt x="167" y="840"/>
                </a:cubicBezTo>
                <a:close/>
                <a:moveTo>
                  <a:pt x="149" y="845"/>
                </a:moveTo>
                <a:cubicBezTo>
                  <a:pt x="142" y="845"/>
                  <a:pt x="132" y="851"/>
                  <a:pt x="129" y="858"/>
                </a:cubicBezTo>
                <a:cubicBezTo>
                  <a:pt x="126" y="858"/>
                  <a:pt x="125" y="857"/>
                  <a:pt x="123" y="857"/>
                </a:cubicBezTo>
                <a:cubicBezTo>
                  <a:pt x="114" y="866"/>
                  <a:pt x="103" y="873"/>
                  <a:pt x="93" y="882"/>
                </a:cubicBezTo>
                <a:cubicBezTo>
                  <a:pt x="105" y="872"/>
                  <a:pt x="122" y="871"/>
                  <a:pt x="133" y="860"/>
                </a:cubicBezTo>
                <a:cubicBezTo>
                  <a:pt x="132" y="860"/>
                  <a:pt x="130" y="860"/>
                  <a:pt x="130" y="858"/>
                </a:cubicBezTo>
                <a:cubicBezTo>
                  <a:pt x="135" y="852"/>
                  <a:pt x="145" y="851"/>
                  <a:pt x="149" y="845"/>
                </a:cubicBezTo>
                <a:close/>
                <a:moveTo>
                  <a:pt x="1051" y="939"/>
                </a:moveTo>
                <a:cubicBezTo>
                  <a:pt x="1054" y="938"/>
                  <a:pt x="1056" y="936"/>
                  <a:pt x="1058" y="934"/>
                </a:cubicBezTo>
                <a:cubicBezTo>
                  <a:pt x="1062" y="934"/>
                  <a:pt x="1062" y="937"/>
                  <a:pt x="1062" y="939"/>
                </a:cubicBezTo>
                <a:cubicBezTo>
                  <a:pt x="1063" y="936"/>
                  <a:pt x="1066" y="938"/>
                  <a:pt x="1068" y="939"/>
                </a:cubicBezTo>
                <a:cubicBezTo>
                  <a:pt x="1068" y="936"/>
                  <a:pt x="1070" y="935"/>
                  <a:pt x="1070" y="932"/>
                </a:cubicBezTo>
                <a:cubicBezTo>
                  <a:pt x="1066" y="927"/>
                  <a:pt x="1075" y="910"/>
                  <a:pt x="1082" y="916"/>
                </a:cubicBezTo>
                <a:cubicBezTo>
                  <a:pt x="1082" y="922"/>
                  <a:pt x="1072" y="926"/>
                  <a:pt x="1076" y="930"/>
                </a:cubicBezTo>
                <a:cubicBezTo>
                  <a:pt x="1081" y="925"/>
                  <a:pt x="1097" y="922"/>
                  <a:pt x="1097" y="913"/>
                </a:cubicBezTo>
                <a:cubicBezTo>
                  <a:pt x="1095" y="914"/>
                  <a:pt x="1097" y="910"/>
                  <a:pt x="1094" y="910"/>
                </a:cubicBezTo>
                <a:cubicBezTo>
                  <a:pt x="1096" y="907"/>
                  <a:pt x="1093" y="906"/>
                  <a:pt x="1097" y="905"/>
                </a:cubicBezTo>
                <a:cubicBezTo>
                  <a:pt x="1097" y="903"/>
                  <a:pt x="1095" y="902"/>
                  <a:pt x="1096" y="900"/>
                </a:cubicBezTo>
                <a:cubicBezTo>
                  <a:pt x="1093" y="901"/>
                  <a:pt x="1094" y="897"/>
                  <a:pt x="1092" y="897"/>
                </a:cubicBezTo>
                <a:cubicBezTo>
                  <a:pt x="1091" y="902"/>
                  <a:pt x="1088" y="905"/>
                  <a:pt x="1084" y="910"/>
                </a:cubicBezTo>
                <a:cubicBezTo>
                  <a:pt x="1082" y="907"/>
                  <a:pt x="1081" y="912"/>
                  <a:pt x="1078" y="912"/>
                </a:cubicBezTo>
                <a:cubicBezTo>
                  <a:pt x="1078" y="909"/>
                  <a:pt x="1078" y="908"/>
                  <a:pt x="1077" y="907"/>
                </a:cubicBezTo>
                <a:cubicBezTo>
                  <a:pt x="1094" y="892"/>
                  <a:pt x="1113" y="879"/>
                  <a:pt x="1135" y="870"/>
                </a:cubicBezTo>
                <a:cubicBezTo>
                  <a:pt x="1133" y="867"/>
                  <a:pt x="1137" y="866"/>
                  <a:pt x="1135" y="865"/>
                </a:cubicBezTo>
                <a:cubicBezTo>
                  <a:pt x="1135" y="867"/>
                  <a:pt x="1130" y="867"/>
                  <a:pt x="1132" y="864"/>
                </a:cubicBezTo>
                <a:cubicBezTo>
                  <a:pt x="1129" y="865"/>
                  <a:pt x="1125" y="870"/>
                  <a:pt x="1121" y="867"/>
                </a:cubicBezTo>
                <a:cubicBezTo>
                  <a:pt x="1120" y="864"/>
                  <a:pt x="1122" y="865"/>
                  <a:pt x="1123" y="863"/>
                </a:cubicBezTo>
                <a:cubicBezTo>
                  <a:pt x="1119" y="863"/>
                  <a:pt x="1115" y="868"/>
                  <a:pt x="1114" y="861"/>
                </a:cubicBezTo>
                <a:cubicBezTo>
                  <a:pt x="1116" y="862"/>
                  <a:pt x="1115" y="864"/>
                  <a:pt x="1118" y="863"/>
                </a:cubicBezTo>
                <a:cubicBezTo>
                  <a:pt x="1118" y="862"/>
                  <a:pt x="1117" y="861"/>
                  <a:pt x="1117" y="860"/>
                </a:cubicBezTo>
                <a:cubicBezTo>
                  <a:pt x="1115" y="859"/>
                  <a:pt x="1113" y="859"/>
                  <a:pt x="1112" y="860"/>
                </a:cubicBezTo>
                <a:cubicBezTo>
                  <a:pt x="1111" y="858"/>
                  <a:pt x="1109" y="857"/>
                  <a:pt x="1109" y="855"/>
                </a:cubicBezTo>
                <a:cubicBezTo>
                  <a:pt x="1111" y="853"/>
                  <a:pt x="1111" y="849"/>
                  <a:pt x="1114" y="848"/>
                </a:cubicBezTo>
                <a:cubicBezTo>
                  <a:pt x="1107" y="845"/>
                  <a:pt x="1101" y="858"/>
                  <a:pt x="1096" y="851"/>
                </a:cubicBezTo>
                <a:cubicBezTo>
                  <a:pt x="1095" y="854"/>
                  <a:pt x="1098" y="854"/>
                  <a:pt x="1097" y="857"/>
                </a:cubicBezTo>
                <a:cubicBezTo>
                  <a:pt x="1093" y="860"/>
                  <a:pt x="1086" y="858"/>
                  <a:pt x="1084" y="866"/>
                </a:cubicBezTo>
                <a:cubicBezTo>
                  <a:pt x="1088" y="864"/>
                  <a:pt x="1087" y="868"/>
                  <a:pt x="1087" y="872"/>
                </a:cubicBezTo>
                <a:cubicBezTo>
                  <a:pt x="1092" y="870"/>
                  <a:pt x="1091" y="872"/>
                  <a:pt x="1092" y="874"/>
                </a:cubicBezTo>
                <a:cubicBezTo>
                  <a:pt x="1093" y="871"/>
                  <a:pt x="1095" y="874"/>
                  <a:pt x="1095" y="876"/>
                </a:cubicBezTo>
                <a:cubicBezTo>
                  <a:pt x="1092" y="880"/>
                  <a:pt x="1089" y="883"/>
                  <a:pt x="1084" y="883"/>
                </a:cubicBezTo>
                <a:cubicBezTo>
                  <a:pt x="1085" y="879"/>
                  <a:pt x="1084" y="876"/>
                  <a:pt x="1081" y="874"/>
                </a:cubicBezTo>
                <a:cubicBezTo>
                  <a:pt x="1081" y="876"/>
                  <a:pt x="1079" y="875"/>
                  <a:pt x="1079" y="876"/>
                </a:cubicBezTo>
                <a:cubicBezTo>
                  <a:pt x="1082" y="882"/>
                  <a:pt x="1075" y="894"/>
                  <a:pt x="1067" y="894"/>
                </a:cubicBezTo>
                <a:cubicBezTo>
                  <a:pt x="1067" y="891"/>
                  <a:pt x="1066" y="889"/>
                  <a:pt x="1065" y="887"/>
                </a:cubicBezTo>
                <a:cubicBezTo>
                  <a:pt x="1063" y="891"/>
                  <a:pt x="1067" y="891"/>
                  <a:pt x="1066" y="896"/>
                </a:cubicBezTo>
                <a:cubicBezTo>
                  <a:pt x="1063" y="898"/>
                  <a:pt x="1058" y="898"/>
                  <a:pt x="1058" y="902"/>
                </a:cubicBezTo>
                <a:cubicBezTo>
                  <a:pt x="1058" y="904"/>
                  <a:pt x="1061" y="902"/>
                  <a:pt x="1061" y="904"/>
                </a:cubicBezTo>
                <a:cubicBezTo>
                  <a:pt x="1058" y="906"/>
                  <a:pt x="1058" y="910"/>
                  <a:pt x="1056" y="913"/>
                </a:cubicBezTo>
                <a:cubicBezTo>
                  <a:pt x="1061" y="913"/>
                  <a:pt x="1063" y="917"/>
                  <a:pt x="1064" y="921"/>
                </a:cubicBezTo>
                <a:cubicBezTo>
                  <a:pt x="1059" y="928"/>
                  <a:pt x="1049" y="929"/>
                  <a:pt x="1051" y="939"/>
                </a:cubicBezTo>
                <a:close/>
                <a:moveTo>
                  <a:pt x="1103" y="880"/>
                </a:moveTo>
                <a:cubicBezTo>
                  <a:pt x="1103" y="876"/>
                  <a:pt x="1106" y="876"/>
                  <a:pt x="1108" y="874"/>
                </a:cubicBezTo>
                <a:cubicBezTo>
                  <a:pt x="1111" y="877"/>
                  <a:pt x="1106" y="880"/>
                  <a:pt x="1103" y="880"/>
                </a:cubicBezTo>
                <a:close/>
                <a:moveTo>
                  <a:pt x="1092" y="868"/>
                </a:moveTo>
                <a:cubicBezTo>
                  <a:pt x="1092" y="865"/>
                  <a:pt x="1090" y="866"/>
                  <a:pt x="1091" y="863"/>
                </a:cubicBezTo>
                <a:cubicBezTo>
                  <a:pt x="1093" y="866"/>
                  <a:pt x="1096" y="861"/>
                  <a:pt x="1096" y="865"/>
                </a:cubicBezTo>
                <a:cubicBezTo>
                  <a:pt x="1099" y="865"/>
                  <a:pt x="1100" y="863"/>
                  <a:pt x="1101" y="860"/>
                </a:cubicBezTo>
                <a:cubicBezTo>
                  <a:pt x="1100" y="861"/>
                  <a:pt x="1099" y="862"/>
                  <a:pt x="1098" y="863"/>
                </a:cubicBezTo>
                <a:cubicBezTo>
                  <a:pt x="1095" y="862"/>
                  <a:pt x="1102" y="856"/>
                  <a:pt x="1102" y="860"/>
                </a:cubicBezTo>
                <a:cubicBezTo>
                  <a:pt x="1104" y="858"/>
                  <a:pt x="1103" y="856"/>
                  <a:pt x="1107" y="854"/>
                </a:cubicBezTo>
                <a:cubicBezTo>
                  <a:pt x="1110" y="857"/>
                  <a:pt x="1105" y="858"/>
                  <a:pt x="1103" y="860"/>
                </a:cubicBezTo>
                <a:cubicBezTo>
                  <a:pt x="1104" y="863"/>
                  <a:pt x="1108" y="860"/>
                  <a:pt x="1111" y="860"/>
                </a:cubicBezTo>
                <a:cubicBezTo>
                  <a:pt x="1110" y="863"/>
                  <a:pt x="1112" y="864"/>
                  <a:pt x="1112" y="867"/>
                </a:cubicBezTo>
                <a:cubicBezTo>
                  <a:pt x="1105" y="872"/>
                  <a:pt x="1103" y="871"/>
                  <a:pt x="1098" y="874"/>
                </a:cubicBezTo>
                <a:cubicBezTo>
                  <a:pt x="1100" y="869"/>
                  <a:pt x="1096" y="869"/>
                  <a:pt x="1092" y="868"/>
                </a:cubicBezTo>
                <a:close/>
                <a:moveTo>
                  <a:pt x="1102" y="878"/>
                </a:moveTo>
                <a:cubicBezTo>
                  <a:pt x="1102" y="881"/>
                  <a:pt x="1100" y="882"/>
                  <a:pt x="1099" y="884"/>
                </a:cubicBezTo>
                <a:cubicBezTo>
                  <a:pt x="1095" y="883"/>
                  <a:pt x="1096" y="883"/>
                  <a:pt x="1092" y="884"/>
                </a:cubicBezTo>
                <a:cubicBezTo>
                  <a:pt x="1094" y="889"/>
                  <a:pt x="1088" y="892"/>
                  <a:pt x="1083" y="893"/>
                </a:cubicBezTo>
                <a:cubicBezTo>
                  <a:pt x="1084" y="883"/>
                  <a:pt x="1093" y="880"/>
                  <a:pt x="1102" y="878"/>
                </a:cubicBezTo>
                <a:close/>
                <a:moveTo>
                  <a:pt x="1070" y="897"/>
                </a:moveTo>
                <a:cubicBezTo>
                  <a:pt x="1070" y="900"/>
                  <a:pt x="1069" y="902"/>
                  <a:pt x="1066" y="902"/>
                </a:cubicBezTo>
                <a:cubicBezTo>
                  <a:pt x="1065" y="898"/>
                  <a:pt x="1068" y="897"/>
                  <a:pt x="1070" y="897"/>
                </a:cubicBezTo>
                <a:close/>
                <a:moveTo>
                  <a:pt x="178" y="865"/>
                </a:moveTo>
                <a:cubicBezTo>
                  <a:pt x="183" y="865"/>
                  <a:pt x="185" y="864"/>
                  <a:pt x="190" y="862"/>
                </a:cubicBezTo>
                <a:cubicBezTo>
                  <a:pt x="188" y="859"/>
                  <a:pt x="184" y="855"/>
                  <a:pt x="179" y="858"/>
                </a:cubicBezTo>
                <a:cubicBezTo>
                  <a:pt x="180" y="861"/>
                  <a:pt x="177" y="867"/>
                  <a:pt x="178" y="865"/>
                </a:cubicBezTo>
                <a:close/>
                <a:moveTo>
                  <a:pt x="1114" y="952"/>
                </a:moveTo>
                <a:cubicBezTo>
                  <a:pt x="1115" y="948"/>
                  <a:pt x="1119" y="947"/>
                  <a:pt x="1118" y="941"/>
                </a:cubicBezTo>
                <a:cubicBezTo>
                  <a:pt x="1121" y="942"/>
                  <a:pt x="1120" y="940"/>
                  <a:pt x="1122" y="939"/>
                </a:cubicBezTo>
                <a:cubicBezTo>
                  <a:pt x="1127" y="942"/>
                  <a:pt x="1129" y="936"/>
                  <a:pt x="1133" y="934"/>
                </a:cubicBezTo>
                <a:cubicBezTo>
                  <a:pt x="1130" y="928"/>
                  <a:pt x="1146" y="928"/>
                  <a:pt x="1142" y="921"/>
                </a:cubicBezTo>
                <a:cubicBezTo>
                  <a:pt x="1136" y="923"/>
                  <a:pt x="1134" y="928"/>
                  <a:pt x="1129" y="926"/>
                </a:cubicBezTo>
                <a:cubicBezTo>
                  <a:pt x="1127" y="933"/>
                  <a:pt x="1121" y="935"/>
                  <a:pt x="1115" y="938"/>
                </a:cubicBezTo>
                <a:cubicBezTo>
                  <a:pt x="1115" y="937"/>
                  <a:pt x="1115" y="937"/>
                  <a:pt x="1114" y="936"/>
                </a:cubicBezTo>
                <a:cubicBezTo>
                  <a:pt x="1117" y="933"/>
                  <a:pt x="1116" y="929"/>
                  <a:pt x="1115" y="925"/>
                </a:cubicBezTo>
                <a:cubicBezTo>
                  <a:pt x="1114" y="924"/>
                  <a:pt x="1111" y="926"/>
                  <a:pt x="1111" y="924"/>
                </a:cubicBezTo>
                <a:cubicBezTo>
                  <a:pt x="1114" y="919"/>
                  <a:pt x="1107" y="921"/>
                  <a:pt x="1108" y="916"/>
                </a:cubicBezTo>
                <a:cubicBezTo>
                  <a:pt x="1110" y="919"/>
                  <a:pt x="1113" y="916"/>
                  <a:pt x="1114" y="913"/>
                </a:cubicBezTo>
                <a:cubicBezTo>
                  <a:pt x="1109" y="914"/>
                  <a:pt x="1104" y="917"/>
                  <a:pt x="1104" y="922"/>
                </a:cubicBezTo>
                <a:cubicBezTo>
                  <a:pt x="1110" y="919"/>
                  <a:pt x="1106" y="927"/>
                  <a:pt x="1110" y="926"/>
                </a:cubicBezTo>
                <a:cubicBezTo>
                  <a:pt x="1107" y="930"/>
                  <a:pt x="1107" y="933"/>
                  <a:pt x="1105" y="939"/>
                </a:cubicBezTo>
                <a:cubicBezTo>
                  <a:pt x="1107" y="940"/>
                  <a:pt x="1108" y="938"/>
                  <a:pt x="1108" y="939"/>
                </a:cubicBezTo>
                <a:cubicBezTo>
                  <a:pt x="1105" y="942"/>
                  <a:pt x="1109" y="950"/>
                  <a:pt x="1111" y="950"/>
                </a:cubicBezTo>
                <a:cubicBezTo>
                  <a:pt x="1111" y="952"/>
                  <a:pt x="1111" y="952"/>
                  <a:pt x="1111" y="952"/>
                </a:cubicBezTo>
                <a:cubicBezTo>
                  <a:pt x="1105" y="949"/>
                  <a:pt x="1107" y="954"/>
                  <a:pt x="1103" y="955"/>
                </a:cubicBezTo>
                <a:cubicBezTo>
                  <a:pt x="1103" y="953"/>
                  <a:pt x="1104" y="950"/>
                  <a:pt x="1102" y="950"/>
                </a:cubicBezTo>
                <a:cubicBezTo>
                  <a:pt x="1100" y="952"/>
                  <a:pt x="1096" y="952"/>
                  <a:pt x="1095" y="956"/>
                </a:cubicBezTo>
                <a:cubicBezTo>
                  <a:pt x="1099" y="956"/>
                  <a:pt x="1099" y="953"/>
                  <a:pt x="1103" y="953"/>
                </a:cubicBezTo>
                <a:cubicBezTo>
                  <a:pt x="1103" y="956"/>
                  <a:pt x="1101" y="956"/>
                  <a:pt x="1102" y="958"/>
                </a:cubicBezTo>
                <a:cubicBezTo>
                  <a:pt x="1103" y="960"/>
                  <a:pt x="1103" y="958"/>
                  <a:pt x="1106" y="958"/>
                </a:cubicBezTo>
                <a:cubicBezTo>
                  <a:pt x="1106" y="953"/>
                  <a:pt x="1111" y="952"/>
                  <a:pt x="1114" y="952"/>
                </a:cubicBezTo>
                <a:close/>
                <a:moveTo>
                  <a:pt x="1019" y="927"/>
                </a:moveTo>
                <a:cubicBezTo>
                  <a:pt x="1022" y="924"/>
                  <a:pt x="1025" y="921"/>
                  <a:pt x="1031" y="921"/>
                </a:cubicBezTo>
                <a:cubicBezTo>
                  <a:pt x="1032" y="917"/>
                  <a:pt x="1029" y="919"/>
                  <a:pt x="1029" y="916"/>
                </a:cubicBezTo>
                <a:cubicBezTo>
                  <a:pt x="1025" y="918"/>
                  <a:pt x="1019" y="924"/>
                  <a:pt x="1019" y="927"/>
                </a:cubicBezTo>
                <a:close/>
                <a:moveTo>
                  <a:pt x="157" y="919"/>
                </a:moveTo>
                <a:cubicBezTo>
                  <a:pt x="149" y="918"/>
                  <a:pt x="147" y="925"/>
                  <a:pt x="143" y="928"/>
                </a:cubicBezTo>
                <a:cubicBezTo>
                  <a:pt x="149" y="926"/>
                  <a:pt x="154" y="924"/>
                  <a:pt x="157" y="919"/>
                </a:cubicBezTo>
                <a:close/>
                <a:moveTo>
                  <a:pt x="986" y="921"/>
                </a:moveTo>
                <a:cubicBezTo>
                  <a:pt x="985" y="923"/>
                  <a:pt x="982" y="919"/>
                  <a:pt x="982" y="923"/>
                </a:cubicBezTo>
                <a:cubicBezTo>
                  <a:pt x="984" y="922"/>
                  <a:pt x="984" y="924"/>
                  <a:pt x="986" y="924"/>
                </a:cubicBezTo>
                <a:cubicBezTo>
                  <a:pt x="986" y="922"/>
                  <a:pt x="988" y="921"/>
                  <a:pt x="986" y="921"/>
                </a:cubicBezTo>
                <a:close/>
                <a:moveTo>
                  <a:pt x="786" y="1120"/>
                </a:moveTo>
                <a:cubicBezTo>
                  <a:pt x="787" y="1118"/>
                  <a:pt x="785" y="1117"/>
                  <a:pt x="786" y="1117"/>
                </a:cubicBezTo>
                <a:cubicBezTo>
                  <a:pt x="796" y="1115"/>
                  <a:pt x="807" y="1109"/>
                  <a:pt x="817" y="1109"/>
                </a:cubicBezTo>
                <a:cubicBezTo>
                  <a:pt x="821" y="1103"/>
                  <a:pt x="831" y="1106"/>
                  <a:pt x="834" y="1098"/>
                </a:cubicBezTo>
                <a:cubicBezTo>
                  <a:pt x="835" y="1096"/>
                  <a:pt x="831" y="1094"/>
                  <a:pt x="833" y="1090"/>
                </a:cubicBezTo>
                <a:cubicBezTo>
                  <a:pt x="839" y="1086"/>
                  <a:pt x="848" y="1084"/>
                  <a:pt x="853" y="1083"/>
                </a:cubicBezTo>
                <a:cubicBezTo>
                  <a:pt x="852" y="1085"/>
                  <a:pt x="852" y="1087"/>
                  <a:pt x="852" y="1089"/>
                </a:cubicBezTo>
                <a:cubicBezTo>
                  <a:pt x="856" y="1089"/>
                  <a:pt x="858" y="1090"/>
                  <a:pt x="859" y="1092"/>
                </a:cubicBezTo>
                <a:cubicBezTo>
                  <a:pt x="854" y="1096"/>
                  <a:pt x="847" y="1099"/>
                  <a:pt x="842" y="1104"/>
                </a:cubicBezTo>
                <a:cubicBezTo>
                  <a:pt x="836" y="1100"/>
                  <a:pt x="826" y="1109"/>
                  <a:pt x="822" y="1114"/>
                </a:cubicBezTo>
                <a:cubicBezTo>
                  <a:pt x="835" y="1111"/>
                  <a:pt x="846" y="1106"/>
                  <a:pt x="858" y="1102"/>
                </a:cubicBezTo>
                <a:cubicBezTo>
                  <a:pt x="857" y="1094"/>
                  <a:pt x="862" y="1089"/>
                  <a:pt x="867" y="1084"/>
                </a:cubicBezTo>
                <a:cubicBezTo>
                  <a:pt x="865" y="1084"/>
                  <a:pt x="862" y="1087"/>
                  <a:pt x="861" y="1084"/>
                </a:cubicBezTo>
                <a:cubicBezTo>
                  <a:pt x="870" y="1074"/>
                  <a:pt x="889" y="1072"/>
                  <a:pt x="900" y="1063"/>
                </a:cubicBezTo>
                <a:cubicBezTo>
                  <a:pt x="898" y="1061"/>
                  <a:pt x="893" y="1064"/>
                  <a:pt x="891" y="1061"/>
                </a:cubicBezTo>
                <a:cubicBezTo>
                  <a:pt x="895" y="1052"/>
                  <a:pt x="908" y="1051"/>
                  <a:pt x="917" y="1046"/>
                </a:cubicBezTo>
                <a:cubicBezTo>
                  <a:pt x="915" y="1044"/>
                  <a:pt x="916" y="1042"/>
                  <a:pt x="917" y="1040"/>
                </a:cubicBezTo>
                <a:cubicBezTo>
                  <a:pt x="912" y="1041"/>
                  <a:pt x="908" y="1044"/>
                  <a:pt x="903" y="1045"/>
                </a:cubicBezTo>
                <a:cubicBezTo>
                  <a:pt x="906" y="1038"/>
                  <a:pt x="917" y="1038"/>
                  <a:pt x="922" y="1032"/>
                </a:cubicBezTo>
                <a:cubicBezTo>
                  <a:pt x="919" y="1032"/>
                  <a:pt x="923" y="1029"/>
                  <a:pt x="922" y="1028"/>
                </a:cubicBezTo>
                <a:cubicBezTo>
                  <a:pt x="916" y="1028"/>
                  <a:pt x="918" y="1036"/>
                  <a:pt x="911" y="1036"/>
                </a:cubicBezTo>
                <a:cubicBezTo>
                  <a:pt x="911" y="1032"/>
                  <a:pt x="911" y="1032"/>
                  <a:pt x="911" y="1032"/>
                </a:cubicBezTo>
                <a:cubicBezTo>
                  <a:pt x="904" y="1034"/>
                  <a:pt x="903" y="1042"/>
                  <a:pt x="895" y="1044"/>
                </a:cubicBezTo>
                <a:cubicBezTo>
                  <a:pt x="896" y="1041"/>
                  <a:pt x="897" y="1040"/>
                  <a:pt x="895" y="1038"/>
                </a:cubicBezTo>
                <a:cubicBezTo>
                  <a:pt x="891" y="1039"/>
                  <a:pt x="888" y="1042"/>
                  <a:pt x="885" y="1045"/>
                </a:cubicBezTo>
                <a:cubicBezTo>
                  <a:pt x="882" y="1041"/>
                  <a:pt x="878" y="1047"/>
                  <a:pt x="875" y="1044"/>
                </a:cubicBezTo>
                <a:cubicBezTo>
                  <a:pt x="888" y="1031"/>
                  <a:pt x="913" y="1030"/>
                  <a:pt x="924" y="1015"/>
                </a:cubicBezTo>
                <a:cubicBezTo>
                  <a:pt x="915" y="1018"/>
                  <a:pt x="909" y="1024"/>
                  <a:pt x="900" y="1028"/>
                </a:cubicBezTo>
                <a:cubicBezTo>
                  <a:pt x="900" y="1026"/>
                  <a:pt x="897" y="1027"/>
                  <a:pt x="897" y="1025"/>
                </a:cubicBezTo>
                <a:cubicBezTo>
                  <a:pt x="917" y="1012"/>
                  <a:pt x="940" y="1004"/>
                  <a:pt x="958" y="990"/>
                </a:cubicBezTo>
                <a:cubicBezTo>
                  <a:pt x="956" y="989"/>
                  <a:pt x="954" y="990"/>
                  <a:pt x="954" y="989"/>
                </a:cubicBezTo>
                <a:cubicBezTo>
                  <a:pt x="954" y="982"/>
                  <a:pt x="958" y="980"/>
                  <a:pt x="963" y="979"/>
                </a:cubicBezTo>
                <a:cubicBezTo>
                  <a:pt x="962" y="981"/>
                  <a:pt x="962" y="982"/>
                  <a:pt x="963" y="983"/>
                </a:cubicBezTo>
                <a:cubicBezTo>
                  <a:pt x="976" y="982"/>
                  <a:pt x="994" y="976"/>
                  <a:pt x="995" y="969"/>
                </a:cubicBezTo>
                <a:cubicBezTo>
                  <a:pt x="1005" y="970"/>
                  <a:pt x="1010" y="961"/>
                  <a:pt x="1017" y="960"/>
                </a:cubicBezTo>
                <a:cubicBezTo>
                  <a:pt x="1017" y="963"/>
                  <a:pt x="1019" y="963"/>
                  <a:pt x="1020" y="964"/>
                </a:cubicBezTo>
                <a:cubicBezTo>
                  <a:pt x="1021" y="963"/>
                  <a:pt x="1021" y="962"/>
                  <a:pt x="1022" y="961"/>
                </a:cubicBezTo>
                <a:cubicBezTo>
                  <a:pt x="1028" y="962"/>
                  <a:pt x="1039" y="953"/>
                  <a:pt x="1043" y="946"/>
                </a:cubicBezTo>
                <a:cubicBezTo>
                  <a:pt x="1041" y="946"/>
                  <a:pt x="1040" y="945"/>
                  <a:pt x="1040" y="943"/>
                </a:cubicBezTo>
                <a:cubicBezTo>
                  <a:pt x="1043" y="942"/>
                  <a:pt x="1044" y="944"/>
                  <a:pt x="1048" y="942"/>
                </a:cubicBezTo>
                <a:cubicBezTo>
                  <a:pt x="1048" y="940"/>
                  <a:pt x="1050" y="938"/>
                  <a:pt x="1047" y="938"/>
                </a:cubicBezTo>
                <a:cubicBezTo>
                  <a:pt x="1048" y="940"/>
                  <a:pt x="1043" y="942"/>
                  <a:pt x="1042" y="939"/>
                </a:cubicBezTo>
                <a:cubicBezTo>
                  <a:pt x="1041" y="936"/>
                  <a:pt x="1047" y="939"/>
                  <a:pt x="1047" y="935"/>
                </a:cubicBezTo>
                <a:cubicBezTo>
                  <a:pt x="1041" y="932"/>
                  <a:pt x="1035" y="943"/>
                  <a:pt x="1028" y="944"/>
                </a:cubicBezTo>
                <a:cubicBezTo>
                  <a:pt x="1026" y="935"/>
                  <a:pt x="1036" y="930"/>
                  <a:pt x="1040" y="923"/>
                </a:cubicBezTo>
                <a:cubicBezTo>
                  <a:pt x="1031" y="925"/>
                  <a:pt x="1016" y="930"/>
                  <a:pt x="1021" y="940"/>
                </a:cubicBezTo>
                <a:cubicBezTo>
                  <a:pt x="1015" y="941"/>
                  <a:pt x="1013" y="946"/>
                  <a:pt x="1008" y="948"/>
                </a:cubicBezTo>
                <a:cubicBezTo>
                  <a:pt x="1007" y="946"/>
                  <a:pt x="1010" y="943"/>
                  <a:pt x="1005" y="943"/>
                </a:cubicBezTo>
                <a:cubicBezTo>
                  <a:pt x="1006" y="950"/>
                  <a:pt x="1003" y="951"/>
                  <a:pt x="999" y="952"/>
                </a:cubicBezTo>
                <a:cubicBezTo>
                  <a:pt x="998" y="949"/>
                  <a:pt x="1000" y="949"/>
                  <a:pt x="1001" y="947"/>
                </a:cubicBezTo>
                <a:cubicBezTo>
                  <a:pt x="993" y="949"/>
                  <a:pt x="994" y="956"/>
                  <a:pt x="985" y="954"/>
                </a:cubicBezTo>
                <a:cubicBezTo>
                  <a:pt x="979" y="959"/>
                  <a:pt x="974" y="965"/>
                  <a:pt x="968" y="969"/>
                </a:cubicBezTo>
                <a:cubicBezTo>
                  <a:pt x="967" y="968"/>
                  <a:pt x="967" y="967"/>
                  <a:pt x="967" y="965"/>
                </a:cubicBezTo>
                <a:cubicBezTo>
                  <a:pt x="962" y="967"/>
                  <a:pt x="955" y="973"/>
                  <a:pt x="949" y="971"/>
                </a:cubicBezTo>
                <a:cubicBezTo>
                  <a:pt x="952" y="967"/>
                  <a:pt x="956" y="963"/>
                  <a:pt x="961" y="960"/>
                </a:cubicBezTo>
                <a:cubicBezTo>
                  <a:pt x="959" y="957"/>
                  <a:pt x="958" y="955"/>
                  <a:pt x="956" y="953"/>
                </a:cubicBezTo>
                <a:cubicBezTo>
                  <a:pt x="959" y="954"/>
                  <a:pt x="958" y="951"/>
                  <a:pt x="961" y="952"/>
                </a:cubicBezTo>
                <a:cubicBezTo>
                  <a:pt x="960" y="953"/>
                  <a:pt x="959" y="953"/>
                  <a:pt x="960" y="955"/>
                </a:cubicBezTo>
                <a:cubicBezTo>
                  <a:pt x="977" y="960"/>
                  <a:pt x="979" y="944"/>
                  <a:pt x="991" y="940"/>
                </a:cubicBezTo>
                <a:cubicBezTo>
                  <a:pt x="991" y="937"/>
                  <a:pt x="988" y="936"/>
                  <a:pt x="989" y="931"/>
                </a:cubicBezTo>
                <a:cubicBezTo>
                  <a:pt x="986" y="932"/>
                  <a:pt x="985" y="934"/>
                  <a:pt x="985" y="938"/>
                </a:cubicBezTo>
                <a:cubicBezTo>
                  <a:pt x="990" y="941"/>
                  <a:pt x="980" y="946"/>
                  <a:pt x="977" y="944"/>
                </a:cubicBezTo>
                <a:cubicBezTo>
                  <a:pt x="977" y="942"/>
                  <a:pt x="980" y="943"/>
                  <a:pt x="980" y="941"/>
                </a:cubicBezTo>
                <a:cubicBezTo>
                  <a:pt x="978" y="941"/>
                  <a:pt x="975" y="942"/>
                  <a:pt x="975" y="940"/>
                </a:cubicBezTo>
                <a:cubicBezTo>
                  <a:pt x="976" y="939"/>
                  <a:pt x="977" y="938"/>
                  <a:pt x="980" y="939"/>
                </a:cubicBezTo>
                <a:cubicBezTo>
                  <a:pt x="979" y="935"/>
                  <a:pt x="978" y="934"/>
                  <a:pt x="979" y="930"/>
                </a:cubicBezTo>
                <a:cubicBezTo>
                  <a:pt x="975" y="931"/>
                  <a:pt x="973" y="933"/>
                  <a:pt x="971" y="930"/>
                </a:cubicBezTo>
                <a:cubicBezTo>
                  <a:pt x="962" y="942"/>
                  <a:pt x="947" y="948"/>
                  <a:pt x="935" y="956"/>
                </a:cubicBezTo>
                <a:cubicBezTo>
                  <a:pt x="933" y="956"/>
                  <a:pt x="931" y="955"/>
                  <a:pt x="928" y="955"/>
                </a:cubicBezTo>
                <a:cubicBezTo>
                  <a:pt x="926" y="957"/>
                  <a:pt x="924" y="958"/>
                  <a:pt x="924" y="962"/>
                </a:cubicBezTo>
                <a:cubicBezTo>
                  <a:pt x="926" y="962"/>
                  <a:pt x="928" y="962"/>
                  <a:pt x="928" y="964"/>
                </a:cubicBezTo>
                <a:cubicBezTo>
                  <a:pt x="921" y="972"/>
                  <a:pt x="911" y="979"/>
                  <a:pt x="897" y="972"/>
                </a:cubicBezTo>
                <a:cubicBezTo>
                  <a:pt x="896" y="975"/>
                  <a:pt x="891" y="976"/>
                  <a:pt x="889" y="978"/>
                </a:cubicBezTo>
                <a:cubicBezTo>
                  <a:pt x="893" y="979"/>
                  <a:pt x="894" y="978"/>
                  <a:pt x="897" y="978"/>
                </a:cubicBezTo>
                <a:cubicBezTo>
                  <a:pt x="894" y="983"/>
                  <a:pt x="900" y="979"/>
                  <a:pt x="901" y="983"/>
                </a:cubicBezTo>
                <a:cubicBezTo>
                  <a:pt x="897" y="984"/>
                  <a:pt x="892" y="988"/>
                  <a:pt x="894" y="991"/>
                </a:cubicBezTo>
                <a:cubicBezTo>
                  <a:pt x="895" y="987"/>
                  <a:pt x="899" y="991"/>
                  <a:pt x="900" y="988"/>
                </a:cubicBezTo>
                <a:cubicBezTo>
                  <a:pt x="900" y="989"/>
                  <a:pt x="902" y="989"/>
                  <a:pt x="902" y="991"/>
                </a:cubicBezTo>
                <a:cubicBezTo>
                  <a:pt x="899" y="993"/>
                  <a:pt x="900" y="993"/>
                  <a:pt x="901" y="996"/>
                </a:cubicBezTo>
                <a:cubicBezTo>
                  <a:pt x="895" y="998"/>
                  <a:pt x="894" y="1005"/>
                  <a:pt x="890" y="1009"/>
                </a:cubicBezTo>
                <a:cubicBezTo>
                  <a:pt x="887" y="1010"/>
                  <a:pt x="887" y="1008"/>
                  <a:pt x="885" y="1008"/>
                </a:cubicBezTo>
                <a:cubicBezTo>
                  <a:pt x="879" y="1011"/>
                  <a:pt x="877" y="1015"/>
                  <a:pt x="873" y="1017"/>
                </a:cubicBezTo>
                <a:cubicBezTo>
                  <a:pt x="865" y="1023"/>
                  <a:pt x="855" y="1022"/>
                  <a:pt x="850" y="1030"/>
                </a:cubicBezTo>
                <a:cubicBezTo>
                  <a:pt x="858" y="1032"/>
                  <a:pt x="859" y="1028"/>
                  <a:pt x="864" y="1024"/>
                </a:cubicBezTo>
                <a:cubicBezTo>
                  <a:pt x="873" y="1018"/>
                  <a:pt x="888" y="1014"/>
                  <a:pt x="895" y="1011"/>
                </a:cubicBezTo>
                <a:cubicBezTo>
                  <a:pt x="892" y="1017"/>
                  <a:pt x="886" y="1020"/>
                  <a:pt x="880" y="1024"/>
                </a:cubicBezTo>
                <a:cubicBezTo>
                  <a:pt x="879" y="1023"/>
                  <a:pt x="880" y="1020"/>
                  <a:pt x="878" y="1020"/>
                </a:cubicBezTo>
                <a:cubicBezTo>
                  <a:pt x="872" y="1029"/>
                  <a:pt x="860" y="1033"/>
                  <a:pt x="849" y="1039"/>
                </a:cubicBezTo>
                <a:cubicBezTo>
                  <a:pt x="838" y="1044"/>
                  <a:pt x="822" y="1053"/>
                  <a:pt x="813" y="1052"/>
                </a:cubicBezTo>
                <a:cubicBezTo>
                  <a:pt x="813" y="1053"/>
                  <a:pt x="813" y="1055"/>
                  <a:pt x="812" y="1056"/>
                </a:cubicBezTo>
                <a:cubicBezTo>
                  <a:pt x="804" y="1054"/>
                  <a:pt x="800" y="1059"/>
                  <a:pt x="792" y="1061"/>
                </a:cubicBezTo>
                <a:cubicBezTo>
                  <a:pt x="792" y="1064"/>
                  <a:pt x="794" y="1064"/>
                  <a:pt x="795" y="1066"/>
                </a:cubicBezTo>
                <a:cubicBezTo>
                  <a:pt x="792" y="1066"/>
                  <a:pt x="790" y="1069"/>
                  <a:pt x="791" y="1070"/>
                </a:cubicBezTo>
                <a:cubicBezTo>
                  <a:pt x="803" y="1066"/>
                  <a:pt x="820" y="1061"/>
                  <a:pt x="836" y="1053"/>
                </a:cubicBezTo>
                <a:cubicBezTo>
                  <a:pt x="838" y="1044"/>
                  <a:pt x="849" y="1046"/>
                  <a:pt x="855" y="1043"/>
                </a:cubicBezTo>
                <a:cubicBezTo>
                  <a:pt x="856" y="1045"/>
                  <a:pt x="853" y="1044"/>
                  <a:pt x="853" y="1047"/>
                </a:cubicBezTo>
                <a:cubicBezTo>
                  <a:pt x="856" y="1047"/>
                  <a:pt x="858" y="1049"/>
                  <a:pt x="856" y="1051"/>
                </a:cubicBezTo>
                <a:cubicBezTo>
                  <a:pt x="863" y="1052"/>
                  <a:pt x="870" y="1040"/>
                  <a:pt x="874" y="1047"/>
                </a:cubicBezTo>
                <a:cubicBezTo>
                  <a:pt x="867" y="1048"/>
                  <a:pt x="858" y="1052"/>
                  <a:pt x="853" y="1058"/>
                </a:cubicBezTo>
                <a:cubicBezTo>
                  <a:pt x="857" y="1057"/>
                  <a:pt x="860" y="1058"/>
                  <a:pt x="861" y="1061"/>
                </a:cubicBezTo>
                <a:cubicBezTo>
                  <a:pt x="859" y="1061"/>
                  <a:pt x="859" y="1063"/>
                  <a:pt x="858" y="1063"/>
                </a:cubicBezTo>
                <a:cubicBezTo>
                  <a:pt x="854" y="1058"/>
                  <a:pt x="847" y="1064"/>
                  <a:pt x="844" y="1063"/>
                </a:cubicBezTo>
                <a:cubicBezTo>
                  <a:pt x="843" y="1059"/>
                  <a:pt x="849" y="1063"/>
                  <a:pt x="849" y="1059"/>
                </a:cubicBezTo>
                <a:cubicBezTo>
                  <a:pt x="846" y="1056"/>
                  <a:pt x="845" y="1061"/>
                  <a:pt x="841" y="1060"/>
                </a:cubicBezTo>
                <a:cubicBezTo>
                  <a:pt x="842" y="1058"/>
                  <a:pt x="842" y="1056"/>
                  <a:pt x="840" y="1056"/>
                </a:cubicBezTo>
                <a:cubicBezTo>
                  <a:pt x="830" y="1061"/>
                  <a:pt x="823" y="1069"/>
                  <a:pt x="811" y="1070"/>
                </a:cubicBezTo>
                <a:cubicBezTo>
                  <a:pt x="811" y="1071"/>
                  <a:pt x="812" y="1072"/>
                  <a:pt x="812" y="1073"/>
                </a:cubicBezTo>
                <a:cubicBezTo>
                  <a:pt x="810" y="1074"/>
                  <a:pt x="808" y="1076"/>
                  <a:pt x="805" y="1076"/>
                </a:cubicBezTo>
                <a:cubicBezTo>
                  <a:pt x="805" y="1075"/>
                  <a:pt x="806" y="1074"/>
                  <a:pt x="807" y="1073"/>
                </a:cubicBezTo>
                <a:cubicBezTo>
                  <a:pt x="803" y="1073"/>
                  <a:pt x="799" y="1074"/>
                  <a:pt x="797" y="1077"/>
                </a:cubicBezTo>
                <a:cubicBezTo>
                  <a:pt x="800" y="1078"/>
                  <a:pt x="802" y="1074"/>
                  <a:pt x="804" y="1077"/>
                </a:cubicBezTo>
                <a:cubicBezTo>
                  <a:pt x="798" y="1079"/>
                  <a:pt x="787" y="1088"/>
                  <a:pt x="782" y="1082"/>
                </a:cubicBezTo>
                <a:cubicBezTo>
                  <a:pt x="777" y="1083"/>
                  <a:pt x="772" y="1085"/>
                  <a:pt x="768" y="1088"/>
                </a:cubicBezTo>
                <a:cubicBezTo>
                  <a:pt x="771" y="1088"/>
                  <a:pt x="773" y="1088"/>
                  <a:pt x="774" y="1090"/>
                </a:cubicBezTo>
                <a:cubicBezTo>
                  <a:pt x="767" y="1091"/>
                  <a:pt x="761" y="1092"/>
                  <a:pt x="758" y="1096"/>
                </a:cubicBezTo>
                <a:cubicBezTo>
                  <a:pt x="757" y="1095"/>
                  <a:pt x="755" y="1094"/>
                  <a:pt x="753" y="1095"/>
                </a:cubicBezTo>
                <a:cubicBezTo>
                  <a:pt x="751" y="1098"/>
                  <a:pt x="747" y="1098"/>
                  <a:pt x="746" y="1101"/>
                </a:cubicBezTo>
                <a:cubicBezTo>
                  <a:pt x="749" y="1100"/>
                  <a:pt x="747" y="1104"/>
                  <a:pt x="749" y="1104"/>
                </a:cubicBezTo>
                <a:cubicBezTo>
                  <a:pt x="749" y="1103"/>
                  <a:pt x="751" y="1103"/>
                  <a:pt x="752" y="1102"/>
                </a:cubicBezTo>
                <a:cubicBezTo>
                  <a:pt x="751" y="1105"/>
                  <a:pt x="755" y="1104"/>
                  <a:pt x="754" y="1108"/>
                </a:cubicBezTo>
                <a:cubicBezTo>
                  <a:pt x="750" y="1106"/>
                  <a:pt x="752" y="1112"/>
                  <a:pt x="750" y="1112"/>
                </a:cubicBezTo>
                <a:cubicBezTo>
                  <a:pt x="745" y="1115"/>
                  <a:pt x="743" y="1109"/>
                  <a:pt x="738" y="1109"/>
                </a:cubicBezTo>
                <a:cubicBezTo>
                  <a:pt x="737" y="1113"/>
                  <a:pt x="732" y="1117"/>
                  <a:pt x="728" y="1115"/>
                </a:cubicBezTo>
                <a:cubicBezTo>
                  <a:pt x="728" y="1114"/>
                  <a:pt x="730" y="1114"/>
                  <a:pt x="730" y="1112"/>
                </a:cubicBezTo>
                <a:cubicBezTo>
                  <a:pt x="711" y="1113"/>
                  <a:pt x="700" y="1127"/>
                  <a:pt x="684" y="1122"/>
                </a:cubicBezTo>
                <a:cubicBezTo>
                  <a:pt x="681" y="1133"/>
                  <a:pt x="662" y="1127"/>
                  <a:pt x="657" y="1136"/>
                </a:cubicBezTo>
                <a:cubicBezTo>
                  <a:pt x="660" y="1138"/>
                  <a:pt x="664" y="1137"/>
                  <a:pt x="666" y="1138"/>
                </a:cubicBezTo>
                <a:cubicBezTo>
                  <a:pt x="666" y="1141"/>
                  <a:pt x="663" y="1140"/>
                  <a:pt x="664" y="1144"/>
                </a:cubicBezTo>
                <a:cubicBezTo>
                  <a:pt x="667" y="1145"/>
                  <a:pt x="665" y="1141"/>
                  <a:pt x="667" y="1140"/>
                </a:cubicBezTo>
                <a:cubicBezTo>
                  <a:pt x="683" y="1140"/>
                  <a:pt x="694" y="1136"/>
                  <a:pt x="706" y="1133"/>
                </a:cubicBezTo>
                <a:cubicBezTo>
                  <a:pt x="714" y="1130"/>
                  <a:pt x="726" y="1131"/>
                  <a:pt x="727" y="1122"/>
                </a:cubicBezTo>
                <a:cubicBezTo>
                  <a:pt x="726" y="1122"/>
                  <a:pt x="724" y="1123"/>
                  <a:pt x="724" y="1122"/>
                </a:cubicBezTo>
                <a:cubicBezTo>
                  <a:pt x="727" y="1120"/>
                  <a:pt x="731" y="1119"/>
                  <a:pt x="736" y="1120"/>
                </a:cubicBezTo>
                <a:cubicBezTo>
                  <a:pt x="736" y="1122"/>
                  <a:pt x="736" y="1122"/>
                  <a:pt x="736" y="1122"/>
                </a:cubicBezTo>
                <a:cubicBezTo>
                  <a:pt x="752" y="1118"/>
                  <a:pt x="767" y="1111"/>
                  <a:pt x="783" y="1109"/>
                </a:cubicBezTo>
                <a:cubicBezTo>
                  <a:pt x="775" y="1110"/>
                  <a:pt x="774" y="1116"/>
                  <a:pt x="768" y="1118"/>
                </a:cubicBezTo>
                <a:cubicBezTo>
                  <a:pt x="761" y="1120"/>
                  <a:pt x="760" y="1128"/>
                  <a:pt x="753" y="1125"/>
                </a:cubicBezTo>
                <a:cubicBezTo>
                  <a:pt x="747" y="1132"/>
                  <a:pt x="733" y="1131"/>
                  <a:pt x="728" y="1139"/>
                </a:cubicBezTo>
                <a:cubicBezTo>
                  <a:pt x="725" y="1136"/>
                  <a:pt x="722" y="1138"/>
                  <a:pt x="719" y="1139"/>
                </a:cubicBezTo>
                <a:cubicBezTo>
                  <a:pt x="717" y="1141"/>
                  <a:pt x="719" y="1141"/>
                  <a:pt x="720" y="1143"/>
                </a:cubicBezTo>
                <a:cubicBezTo>
                  <a:pt x="717" y="1143"/>
                  <a:pt x="715" y="1144"/>
                  <a:pt x="715" y="1147"/>
                </a:cubicBezTo>
                <a:cubicBezTo>
                  <a:pt x="731" y="1148"/>
                  <a:pt x="734" y="1136"/>
                  <a:pt x="749" y="1136"/>
                </a:cubicBezTo>
                <a:cubicBezTo>
                  <a:pt x="751" y="1135"/>
                  <a:pt x="749" y="1135"/>
                  <a:pt x="751" y="1134"/>
                </a:cubicBezTo>
                <a:cubicBezTo>
                  <a:pt x="752" y="1135"/>
                  <a:pt x="752" y="1133"/>
                  <a:pt x="755" y="1134"/>
                </a:cubicBezTo>
                <a:cubicBezTo>
                  <a:pt x="755" y="1135"/>
                  <a:pt x="755" y="1136"/>
                  <a:pt x="754" y="1136"/>
                </a:cubicBezTo>
                <a:cubicBezTo>
                  <a:pt x="769" y="1135"/>
                  <a:pt x="774" y="1124"/>
                  <a:pt x="786" y="1120"/>
                </a:cubicBezTo>
                <a:close/>
                <a:moveTo>
                  <a:pt x="1029" y="945"/>
                </a:moveTo>
                <a:cubicBezTo>
                  <a:pt x="1032" y="946"/>
                  <a:pt x="1032" y="943"/>
                  <a:pt x="1035" y="944"/>
                </a:cubicBezTo>
                <a:cubicBezTo>
                  <a:pt x="1034" y="946"/>
                  <a:pt x="1036" y="946"/>
                  <a:pt x="1036" y="945"/>
                </a:cubicBezTo>
                <a:cubicBezTo>
                  <a:pt x="1037" y="944"/>
                  <a:pt x="1034" y="954"/>
                  <a:pt x="1030" y="954"/>
                </a:cubicBezTo>
                <a:cubicBezTo>
                  <a:pt x="1030" y="951"/>
                  <a:pt x="1029" y="949"/>
                  <a:pt x="1029" y="945"/>
                </a:cubicBezTo>
                <a:close/>
                <a:moveTo>
                  <a:pt x="971" y="944"/>
                </a:moveTo>
                <a:cubicBezTo>
                  <a:pt x="969" y="946"/>
                  <a:pt x="967" y="952"/>
                  <a:pt x="963" y="950"/>
                </a:cubicBezTo>
                <a:cubicBezTo>
                  <a:pt x="966" y="948"/>
                  <a:pt x="967" y="945"/>
                  <a:pt x="971" y="944"/>
                </a:cubicBezTo>
                <a:close/>
                <a:moveTo>
                  <a:pt x="930" y="993"/>
                </a:moveTo>
                <a:cubicBezTo>
                  <a:pt x="932" y="991"/>
                  <a:pt x="928" y="991"/>
                  <a:pt x="930" y="988"/>
                </a:cubicBezTo>
                <a:cubicBezTo>
                  <a:pt x="938" y="987"/>
                  <a:pt x="942" y="984"/>
                  <a:pt x="949" y="983"/>
                </a:cubicBezTo>
                <a:cubicBezTo>
                  <a:pt x="944" y="988"/>
                  <a:pt x="939" y="993"/>
                  <a:pt x="930" y="993"/>
                </a:cubicBezTo>
                <a:close/>
                <a:moveTo>
                  <a:pt x="945" y="957"/>
                </a:moveTo>
                <a:cubicBezTo>
                  <a:pt x="949" y="959"/>
                  <a:pt x="945" y="964"/>
                  <a:pt x="941" y="964"/>
                </a:cubicBezTo>
                <a:cubicBezTo>
                  <a:pt x="944" y="961"/>
                  <a:pt x="944" y="961"/>
                  <a:pt x="945" y="957"/>
                </a:cubicBezTo>
                <a:close/>
                <a:moveTo>
                  <a:pt x="925" y="971"/>
                </a:moveTo>
                <a:cubicBezTo>
                  <a:pt x="926" y="971"/>
                  <a:pt x="926" y="973"/>
                  <a:pt x="926" y="974"/>
                </a:cubicBezTo>
                <a:cubicBezTo>
                  <a:pt x="926" y="973"/>
                  <a:pt x="927" y="973"/>
                  <a:pt x="928" y="973"/>
                </a:cubicBezTo>
                <a:cubicBezTo>
                  <a:pt x="926" y="966"/>
                  <a:pt x="937" y="965"/>
                  <a:pt x="939" y="962"/>
                </a:cubicBezTo>
                <a:cubicBezTo>
                  <a:pt x="942" y="963"/>
                  <a:pt x="935" y="969"/>
                  <a:pt x="932" y="969"/>
                </a:cubicBezTo>
                <a:cubicBezTo>
                  <a:pt x="934" y="972"/>
                  <a:pt x="936" y="966"/>
                  <a:pt x="938" y="969"/>
                </a:cubicBezTo>
                <a:cubicBezTo>
                  <a:pt x="937" y="971"/>
                  <a:pt x="936" y="973"/>
                  <a:pt x="934" y="975"/>
                </a:cubicBezTo>
                <a:cubicBezTo>
                  <a:pt x="931" y="971"/>
                  <a:pt x="929" y="975"/>
                  <a:pt x="925" y="976"/>
                </a:cubicBezTo>
                <a:cubicBezTo>
                  <a:pt x="925" y="973"/>
                  <a:pt x="923" y="973"/>
                  <a:pt x="925" y="971"/>
                </a:cubicBezTo>
                <a:close/>
                <a:moveTo>
                  <a:pt x="913" y="1004"/>
                </a:moveTo>
                <a:cubicBezTo>
                  <a:pt x="911" y="999"/>
                  <a:pt x="918" y="996"/>
                  <a:pt x="924" y="996"/>
                </a:cubicBezTo>
                <a:cubicBezTo>
                  <a:pt x="922" y="1001"/>
                  <a:pt x="916" y="1000"/>
                  <a:pt x="913" y="1004"/>
                </a:cubicBezTo>
                <a:close/>
                <a:moveTo>
                  <a:pt x="918" y="976"/>
                </a:moveTo>
                <a:cubicBezTo>
                  <a:pt x="922" y="981"/>
                  <a:pt x="911" y="983"/>
                  <a:pt x="906" y="987"/>
                </a:cubicBezTo>
                <a:cubicBezTo>
                  <a:pt x="908" y="979"/>
                  <a:pt x="916" y="981"/>
                  <a:pt x="918" y="976"/>
                </a:cubicBezTo>
                <a:close/>
                <a:moveTo>
                  <a:pt x="914" y="986"/>
                </a:moveTo>
                <a:cubicBezTo>
                  <a:pt x="918" y="989"/>
                  <a:pt x="909" y="993"/>
                  <a:pt x="904" y="992"/>
                </a:cubicBezTo>
                <a:cubicBezTo>
                  <a:pt x="906" y="989"/>
                  <a:pt x="911" y="989"/>
                  <a:pt x="914" y="986"/>
                </a:cubicBezTo>
                <a:close/>
                <a:moveTo>
                  <a:pt x="885" y="1027"/>
                </a:moveTo>
                <a:cubicBezTo>
                  <a:pt x="888" y="1030"/>
                  <a:pt x="891" y="1028"/>
                  <a:pt x="895" y="1027"/>
                </a:cubicBezTo>
                <a:cubicBezTo>
                  <a:pt x="893" y="1033"/>
                  <a:pt x="887" y="1035"/>
                  <a:pt x="881" y="1036"/>
                </a:cubicBezTo>
                <a:cubicBezTo>
                  <a:pt x="882" y="1032"/>
                  <a:pt x="886" y="1032"/>
                  <a:pt x="885" y="1027"/>
                </a:cubicBezTo>
                <a:close/>
                <a:moveTo>
                  <a:pt x="865" y="1045"/>
                </a:moveTo>
                <a:cubicBezTo>
                  <a:pt x="864" y="1048"/>
                  <a:pt x="867" y="1040"/>
                  <a:pt x="870" y="1041"/>
                </a:cubicBezTo>
                <a:cubicBezTo>
                  <a:pt x="871" y="1045"/>
                  <a:pt x="867" y="1044"/>
                  <a:pt x="865" y="1045"/>
                </a:cubicBezTo>
                <a:close/>
                <a:moveTo>
                  <a:pt x="837" y="1067"/>
                </a:moveTo>
                <a:cubicBezTo>
                  <a:pt x="837" y="1070"/>
                  <a:pt x="834" y="1071"/>
                  <a:pt x="831" y="1071"/>
                </a:cubicBezTo>
                <a:cubicBezTo>
                  <a:pt x="830" y="1069"/>
                  <a:pt x="832" y="1066"/>
                  <a:pt x="837" y="1067"/>
                </a:cubicBezTo>
                <a:close/>
                <a:moveTo>
                  <a:pt x="821" y="1093"/>
                </a:moveTo>
                <a:cubicBezTo>
                  <a:pt x="822" y="1092"/>
                  <a:pt x="825" y="1092"/>
                  <a:pt x="827" y="1092"/>
                </a:cubicBezTo>
                <a:cubicBezTo>
                  <a:pt x="826" y="1094"/>
                  <a:pt x="825" y="1095"/>
                  <a:pt x="823" y="1096"/>
                </a:cubicBezTo>
                <a:cubicBezTo>
                  <a:pt x="821" y="1096"/>
                  <a:pt x="821" y="1095"/>
                  <a:pt x="821" y="1093"/>
                </a:cubicBezTo>
                <a:close/>
                <a:moveTo>
                  <a:pt x="785" y="1113"/>
                </a:moveTo>
                <a:cubicBezTo>
                  <a:pt x="786" y="1110"/>
                  <a:pt x="794" y="1108"/>
                  <a:pt x="798" y="1109"/>
                </a:cubicBezTo>
                <a:cubicBezTo>
                  <a:pt x="795" y="1111"/>
                  <a:pt x="790" y="1112"/>
                  <a:pt x="785" y="1113"/>
                </a:cubicBezTo>
                <a:close/>
                <a:moveTo>
                  <a:pt x="815" y="1075"/>
                </a:moveTo>
                <a:cubicBezTo>
                  <a:pt x="815" y="1079"/>
                  <a:pt x="815" y="1079"/>
                  <a:pt x="815" y="1079"/>
                </a:cubicBezTo>
                <a:cubicBezTo>
                  <a:pt x="810" y="1081"/>
                  <a:pt x="806" y="1077"/>
                  <a:pt x="805" y="1082"/>
                </a:cubicBezTo>
                <a:cubicBezTo>
                  <a:pt x="802" y="1077"/>
                  <a:pt x="810" y="1075"/>
                  <a:pt x="815" y="1075"/>
                </a:cubicBezTo>
                <a:close/>
                <a:moveTo>
                  <a:pt x="800" y="1089"/>
                </a:moveTo>
                <a:cubicBezTo>
                  <a:pt x="800" y="1080"/>
                  <a:pt x="809" y="1084"/>
                  <a:pt x="814" y="1083"/>
                </a:cubicBezTo>
                <a:cubicBezTo>
                  <a:pt x="810" y="1092"/>
                  <a:pt x="790" y="1102"/>
                  <a:pt x="784" y="1094"/>
                </a:cubicBezTo>
                <a:cubicBezTo>
                  <a:pt x="786" y="1089"/>
                  <a:pt x="795" y="1091"/>
                  <a:pt x="800" y="1089"/>
                </a:cubicBezTo>
                <a:close/>
                <a:moveTo>
                  <a:pt x="40" y="932"/>
                </a:moveTo>
                <a:cubicBezTo>
                  <a:pt x="40" y="932"/>
                  <a:pt x="40" y="932"/>
                  <a:pt x="41" y="932"/>
                </a:cubicBezTo>
                <a:cubicBezTo>
                  <a:pt x="42" y="932"/>
                  <a:pt x="41" y="935"/>
                  <a:pt x="43" y="935"/>
                </a:cubicBezTo>
                <a:cubicBezTo>
                  <a:pt x="44" y="930"/>
                  <a:pt x="51" y="930"/>
                  <a:pt x="51" y="925"/>
                </a:cubicBezTo>
                <a:cubicBezTo>
                  <a:pt x="48" y="928"/>
                  <a:pt x="41" y="930"/>
                  <a:pt x="40" y="932"/>
                </a:cubicBezTo>
                <a:close/>
                <a:moveTo>
                  <a:pt x="227" y="928"/>
                </a:moveTo>
                <a:cubicBezTo>
                  <a:pt x="228" y="926"/>
                  <a:pt x="229" y="927"/>
                  <a:pt x="231" y="927"/>
                </a:cubicBezTo>
                <a:cubicBezTo>
                  <a:pt x="231" y="925"/>
                  <a:pt x="231" y="925"/>
                  <a:pt x="231" y="925"/>
                </a:cubicBezTo>
                <a:cubicBezTo>
                  <a:pt x="229" y="924"/>
                  <a:pt x="229" y="926"/>
                  <a:pt x="227" y="926"/>
                </a:cubicBezTo>
                <a:cubicBezTo>
                  <a:pt x="227" y="927"/>
                  <a:pt x="225" y="928"/>
                  <a:pt x="227" y="928"/>
                </a:cubicBezTo>
                <a:close/>
                <a:moveTo>
                  <a:pt x="1158" y="939"/>
                </a:moveTo>
                <a:cubicBezTo>
                  <a:pt x="1155" y="941"/>
                  <a:pt x="1154" y="938"/>
                  <a:pt x="1152" y="938"/>
                </a:cubicBezTo>
                <a:cubicBezTo>
                  <a:pt x="1155" y="941"/>
                  <a:pt x="1150" y="945"/>
                  <a:pt x="1153" y="947"/>
                </a:cubicBezTo>
                <a:cubicBezTo>
                  <a:pt x="1162" y="947"/>
                  <a:pt x="1170" y="939"/>
                  <a:pt x="1176" y="933"/>
                </a:cubicBezTo>
                <a:cubicBezTo>
                  <a:pt x="1172" y="932"/>
                  <a:pt x="1168" y="933"/>
                  <a:pt x="1168" y="929"/>
                </a:cubicBezTo>
                <a:cubicBezTo>
                  <a:pt x="1166" y="927"/>
                  <a:pt x="1172" y="927"/>
                  <a:pt x="1169" y="926"/>
                </a:cubicBezTo>
                <a:cubicBezTo>
                  <a:pt x="1162" y="927"/>
                  <a:pt x="1162" y="935"/>
                  <a:pt x="1158" y="939"/>
                </a:cubicBezTo>
                <a:close/>
                <a:moveTo>
                  <a:pt x="214" y="934"/>
                </a:moveTo>
                <a:cubicBezTo>
                  <a:pt x="212" y="935"/>
                  <a:pt x="205" y="937"/>
                  <a:pt x="207" y="939"/>
                </a:cubicBezTo>
                <a:cubicBezTo>
                  <a:pt x="209" y="938"/>
                  <a:pt x="216" y="936"/>
                  <a:pt x="214" y="934"/>
                </a:cubicBezTo>
                <a:close/>
                <a:moveTo>
                  <a:pt x="130" y="938"/>
                </a:moveTo>
                <a:cubicBezTo>
                  <a:pt x="133" y="938"/>
                  <a:pt x="134" y="936"/>
                  <a:pt x="134" y="934"/>
                </a:cubicBezTo>
                <a:cubicBezTo>
                  <a:pt x="123" y="930"/>
                  <a:pt x="117" y="944"/>
                  <a:pt x="109" y="949"/>
                </a:cubicBezTo>
                <a:cubicBezTo>
                  <a:pt x="114" y="946"/>
                  <a:pt x="119" y="944"/>
                  <a:pt x="125" y="942"/>
                </a:cubicBezTo>
                <a:cubicBezTo>
                  <a:pt x="125" y="944"/>
                  <a:pt x="125" y="946"/>
                  <a:pt x="126" y="946"/>
                </a:cubicBezTo>
                <a:cubicBezTo>
                  <a:pt x="129" y="946"/>
                  <a:pt x="134" y="941"/>
                  <a:pt x="130" y="938"/>
                </a:cubicBezTo>
                <a:close/>
                <a:moveTo>
                  <a:pt x="1092" y="954"/>
                </a:moveTo>
                <a:cubicBezTo>
                  <a:pt x="1089" y="958"/>
                  <a:pt x="1088" y="956"/>
                  <a:pt x="1086" y="958"/>
                </a:cubicBezTo>
                <a:cubicBezTo>
                  <a:pt x="1090" y="958"/>
                  <a:pt x="1085" y="962"/>
                  <a:pt x="1089" y="962"/>
                </a:cubicBezTo>
                <a:cubicBezTo>
                  <a:pt x="1091" y="959"/>
                  <a:pt x="1091" y="957"/>
                  <a:pt x="1092" y="954"/>
                </a:cubicBezTo>
                <a:close/>
                <a:moveTo>
                  <a:pt x="972" y="962"/>
                </a:moveTo>
                <a:cubicBezTo>
                  <a:pt x="972" y="959"/>
                  <a:pt x="974" y="963"/>
                  <a:pt x="975" y="961"/>
                </a:cubicBezTo>
                <a:cubicBezTo>
                  <a:pt x="975" y="958"/>
                  <a:pt x="975" y="958"/>
                  <a:pt x="975" y="958"/>
                </a:cubicBezTo>
                <a:cubicBezTo>
                  <a:pt x="973" y="958"/>
                  <a:pt x="970" y="961"/>
                  <a:pt x="972" y="962"/>
                </a:cubicBezTo>
                <a:close/>
                <a:moveTo>
                  <a:pt x="1072" y="960"/>
                </a:moveTo>
                <a:cubicBezTo>
                  <a:pt x="1076" y="961"/>
                  <a:pt x="1077" y="966"/>
                  <a:pt x="1076" y="959"/>
                </a:cubicBezTo>
                <a:cubicBezTo>
                  <a:pt x="1076" y="959"/>
                  <a:pt x="1077" y="958"/>
                  <a:pt x="1076" y="958"/>
                </a:cubicBezTo>
                <a:cubicBezTo>
                  <a:pt x="1077" y="961"/>
                  <a:pt x="1072" y="957"/>
                  <a:pt x="1072" y="960"/>
                </a:cubicBezTo>
                <a:close/>
                <a:moveTo>
                  <a:pt x="1114" y="963"/>
                </a:moveTo>
                <a:cubicBezTo>
                  <a:pt x="1112" y="961"/>
                  <a:pt x="1108" y="963"/>
                  <a:pt x="1107" y="963"/>
                </a:cubicBezTo>
                <a:cubicBezTo>
                  <a:pt x="1108" y="963"/>
                  <a:pt x="1108" y="964"/>
                  <a:pt x="1107" y="965"/>
                </a:cubicBezTo>
                <a:cubicBezTo>
                  <a:pt x="1110" y="962"/>
                  <a:pt x="1113" y="966"/>
                  <a:pt x="1114" y="963"/>
                </a:cubicBezTo>
                <a:close/>
                <a:moveTo>
                  <a:pt x="26" y="975"/>
                </a:moveTo>
                <a:cubicBezTo>
                  <a:pt x="28" y="971"/>
                  <a:pt x="29" y="976"/>
                  <a:pt x="34" y="975"/>
                </a:cubicBezTo>
                <a:cubicBezTo>
                  <a:pt x="37" y="971"/>
                  <a:pt x="36" y="968"/>
                  <a:pt x="38" y="964"/>
                </a:cubicBezTo>
                <a:cubicBezTo>
                  <a:pt x="32" y="965"/>
                  <a:pt x="27" y="972"/>
                  <a:pt x="26" y="975"/>
                </a:cubicBezTo>
                <a:close/>
                <a:moveTo>
                  <a:pt x="1040" y="979"/>
                </a:moveTo>
                <a:cubicBezTo>
                  <a:pt x="1039" y="979"/>
                  <a:pt x="1038" y="978"/>
                  <a:pt x="1038" y="978"/>
                </a:cubicBezTo>
                <a:cubicBezTo>
                  <a:pt x="1028" y="984"/>
                  <a:pt x="1017" y="989"/>
                  <a:pt x="1009" y="997"/>
                </a:cubicBezTo>
                <a:cubicBezTo>
                  <a:pt x="1000" y="995"/>
                  <a:pt x="992" y="1002"/>
                  <a:pt x="987" y="1007"/>
                </a:cubicBezTo>
                <a:cubicBezTo>
                  <a:pt x="989" y="1007"/>
                  <a:pt x="989" y="1008"/>
                  <a:pt x="988" y="1009"/>
                </a:cubicBezTo>
                <a:cubicBezTo>
                  <a:pt x="1000" y="1009"/>
                  <a:pt x="1004" y="997"/>
                  <a:pt x="1014" y="998"/>
                </a:cubicBezTo>
                <a:cubicBezTo>
                  <a:pt x="1018" y="994"/>
                  <a:pt x="1024" y="991"/>
                  <a:pt x="1027" y="986"/>
                </a:cubicBezTo>
                <a:cubicBezTo>
                  <a:pt x="1033" y="986"/>
                  <a:pt x="1033" y="986"/>
                  <a:pt x="1033" y="986"/>
                </a:cubicBezTo>
                <a:cubicBezTo>
                  <a:pt x="1031" y="978"/>
                  <a:pt x="1039" y="983"/>
                  <a:pt x="1040" y="979"/>
                </a:cubicBezTo>
                <a:close/>
                <a:moveTo>
                  <a:pt x="928" y="1013"/>
                </a:moveTo>
                <a:cubicBezTo>
                  <a:pt x="930" y="1010"/>
                  <a:pt x="933" y="1014"/>
                  <a:pt x="935" y="1014"/>
                </a:cubicBezTo>
                <a:cubicBezTo>
                  <a:pt x="938" y="1007"/>
                  <a:pt x="947" y="1006"/>
                  <a:pt x="950" y="999"/>
                </a:cubicBezTo>
                <a:cubicBezTo>
                  <a:pt x="942" y="1003"/>
                  <a:pt x="932" y="1008"/>
                  <a:pt x="928" y="1013"/>
                </a:cubicBezTo>
                <a:close/>
                <a:moveTo>
                  <a:pt x="233" y="1024"/>
                </a:moveTo>
                <a:cubicBezTo>
                  <a:pt x="231" y="1027"/>
                  <a:pt x="227" y="1027"/>
                  <a:pt x="225" y="1030"/>
                </a:cubicBezTo>
                <a:cubicBezTo>
                  <a:pt x="229" y="1030"/>
                  <a:pt x="234" y="1026"/>
                  <a:pt x="233" y="1024"/>
                </a:cubicBezTo>
                <a:close/>
                <a:moveTo>
                  <a:pt x="89" y="1041"/>
                </a:moveTo>
                <a:cubicBezTo>
                  <a:pt x="86" y="1044"/>
                  <a:pt x="85" y="1040"/>
                  <a:pt x="84" y="1040"/>
                </a:cubicBezTo>
                <a:cubicBezTo>
                  <a:pt x="76" y="1046"/>
                  <a:pt x="66" y="1047"/>
                  <a:pt x="58" y="1055"/>
                </a:cubicBezTo>
                <a:cubicBezTo>
                  <a:pt x="59" y="1056"/>
                  <a:pt x="61" y="1056"/>
                  <a:pt x="63" y="1057"/>
                </a:cubicBezTo>
                <a:cubicBezTo>
                  <a:pt x="66" y="1047"/>
                  <a:pt x="79" y="1051"/>
                  <a:pt x="84" y="1044"/>
                </a:cubicBezTo>
                <a:cubicBezTo>
                  <a:pt x="86" y="1044"/>
                  <a:pt x="87" y="1045"/>
                  <a:pt x="88" y="1045"/>
                </a:cubicBezTo>
                <a:cubicBezTo>
                  <a:pt x="87" y="1042"/>
                  <a:pt x="92" y="1042"/>
                  <a:pt x="89" y="1041"/>
                </a:cubicBezTo>
                <a:close/>
                <a:moveTo>
                  <a:pt x="224" y="1053"/>
                </a:moveTo>
                <a:cubicBezTo>
                  <a:pt x="225" y="1048"/>
                  <a:pt x="222" y="1048"/>
                  <a:pt x="221" y="1045"/>
                </a:cubicBezTo>
                <a:cubicBezTo>
                  <a:pt x="222" y="1043"/>
                  <a:pt x="225" y="1043"/>
                  <a:pt x="224" y="1040"/>
                </a:cubicBezTo>
                <a:cubicBezTo>
                  <a:pt x="218" y="1039"/>
                  <a:pt x="223" y="1047"/>
                  <a:pt x="215" y="1045"/>
                </a:cubicBezTo>
                <a:cubicBezTo>
                  <a:pt x="214" y="1051"/>
                  <a:pt x="206" y="1050"/>
                  <a:pt x="205" y="1056"/>
                </a:cubicBezTo>
                <a:cubicBezTo>
                  <a:pt x="206" y="1056"/>
                  <a:pt x="209" y="1056"/>
                  <a:pt x="210" y="1057"/>
                </a:cubicBezTo>
                <a:cubicBezTo>
                  <a:pt x="218" y="1074"/>
                  <a:pt x="194" y="1065"/>
                  <a:pt x="192" y="1077"/>
                </a:cubicBezTo>
                <a:cubicBezTo>
                  <a:pt x="195" y="1078"/>
                  <a:pt x="192" y="1074"/>
                  <a:pt x="195" y="1074"/>
                </a:cubicBezTo>
                <a:cubicBezTo>
                  <a:pt x="195" y="1077"/>
                  <a:pt x="199" y="1076"/>
                  <a:pt x="200" y="1079"/>
                </a:cubicBezTo>
                <a:cubicBezTo>
                  <a:pt x="196" y="1087"/>
                  <a:pt x="206" y="1075"/>
                  <a:pt x="208" y="1073"/>
                </a:cubicBezTo>
                <a:cubicBezTo>
                  <a:pt x="210" y="1074"/>
                  <a:pt x="210" y="1074"/>
                  <a:pt x="210" y="1076"/>
                </a:cubicBezTo>
                <a:cubicBezTo>
                  <a:pt x="209" y="1080"/>
                  <a:pt x="205" y="1081"/>
                  <a:pt x="207" y="1084"/>
                </a:cubicBezTo>
                <a:cubicBezTo>
                  <a:pt x="209" y="1081"/>
                  <a:pt x="214" y="1082"/>
                  <a:pt x="213" y="1077"/>
                </a:cubicBezTo>
                <a:cubicBezTo>
                  <a:pt x="217" y="1077"/>
                  <a:pt x="220" y="1077"/>
                  <a:pt x="220" y="1073"/>
                </a:cubicBezTo>
                <a:cubicBezTo>
                  <a:pt x="220" y="1071"/>
                  <a:pt x="216" y="1073"/>
                  <a:pt x="217" y="1070"/>
                </a:cubicBezTo>
                <a:cubicBezTo>
                  <a:pt x="220" y="1059"/>
                  <a:pt x="230" y="1064"/>
                  <a:pt x="237" y="1062"/>
                </a:cubicBezTo>
                <a:cubicBezTo>
                  <a:pt x="235" y="1059"/>
                  <a:pt x="233" y="1057"/>
                  <a:pt x="232" y="1052"/>
                </a:cubicBezTo>
                <a:cubicBezTo>
                  <a:pt x="230" y="1053"/>
                  <a:pt x="227" y="1053"/>
                  <a:pt x="224" y="1053"/>
                </a:cubicBezTo>
                <a:close/>
                <a:moveTo>
                  <a:pt x="949" y="1049"/>
                </a:moveTo>
                <a:cubicBezTo>
                  <a:pt x="947" y="1051"/>
                  <a:pt x="940" y="1048"/>
                  <a:pt x="940" y="1053"/>
                </a:cubicBezTo>
                <a:cubicBezTo>
                  <a:pt x="943" y="1052"/>
                  <a:pt x="951" y="1049"/>
                  <a:pt x="949" y="1049"/>
                </a:cubicBezTo>
                <a:close/>
                <a:moveTo>
                  <a:pt x="103" y="1058"/>
                </a:moveTo>
                <a:cubicBezTo>
                  <a:pt x="104" y="1062"/>
                  <a:pt x="99" y="1060"/>
                  <a:pt x="99" y="1063"/>
                </a:cubicBezTo>
                <a:cubicBezTo>
                  <a:pt x="103" y="1063"/>
                  <a:pt x="103" y="1063"/>
                  <a:pt x="103" y="1063"/>
                </a:cubicBezTo>
                <a:cubicBezTo>
                  <a:pt x="101" y="1060"/>
                  <a:pt x="107" y="1059"/>
                  <a:pt x="103" y="1058"/>
                </a:cubicBezTo>
                <a:close/>
                <a:moveTo>
                  <a:pt x="1003" y="1090"/>
                </a:moveTo>
                <a:cubicBezTo>
                  <a:pt x="1009" y="1089"/>
                  <a:pt x="1011" y="1085"/>
                  <a:pt x="1018" y="1085"/>
                </a:cubicBezTo>
                <a:cubicBezTo>
                  <a:pt x="1017" y="1090"/>
                  <a:pt x="1011" y="1088"/>
                  <a:pt x="1009" y="1092"/>
                </a:cubicBezTo>
                <a:cubicBezTo>
                  <a:pt x="1021" y="1091"/>
                  <a:pt x="1020" y="1078"/>
                  <a:pt x="1034" y="1079"/>
                </a:cubicBezTo>
                <a:cubicBezTo>
                  <a:pt x="1036" y="1077"/>
                  <a:pt x="1033" y="1077"/>
                  <a:pt x="1035" y="1076"/>
                </a:cubicBezTo>
                <a:cubicBezTo>
                  <a:pt x="1045" y="1073"/>
                  <a:pt x="1060" y="1066"/>
                  <a:pt x="1059" y="1060"/>
                </a:cubicBezTo>
                <a:cubicBezTo>
                  <a:pt x="1042" y="1070"/>
                  <a:pt x="1018" y="1077"/>
                  <a:pt x="1003" y="1090"/>
                </a:cubicBezTo>
                <a:close/>
                <a:moveTo>
                  <a:pt x="938" y="1063"/>
                </a:moveTo>
                <a:cubicBezTo>
                  <a:pt x="933" y="1062"/>
                  <a:pt x="925" y="1068"/>
                  <a:pt x="924" y="1070"/>
                </a:cubicBezTo>
                <a:cubicBezTo>
                  <a:pt x="927" y="1066"/>
                  <a:pt x="935" y="1067"/>
                  <a:pt x="938" y="1063"/>
                </a:cubicBezTo>
                <a:close/>
                <a:moveTo>
                  <a:pt x="912" y="1070"/>
                </a:moveTo>
                <a:cubicBezTo>
                  <a:pt x="907" y="1075"/>
                  <a:pt x="901" y="1075"/>
                  <a:pt x="895" y="1070"/>
                </a:cubicBezTo>
                <a:cubicBezTo>
                  <a:pt x="888" y="1078"/>
                  <a:pt x="875" y="1077"/>
                  <a:pt x="870" y="1086"/>
                </a:cubicBezTo>
                <a:cubicBezTo>
                  <a:pt x="871" y="1089"/>
                  <a:pt x="872" y="1088"/>
                  <a:pt x="871" y="1092"/>
                </a:cubicBezTo>
                <a:cubicBezTo>
                  <a:pt x="880" y="1093"/>
                  <a:pt x="881" y="1087"/>
                  <a:pt x="886" y="1084"/>
                </a:cubicBezTo>
                <a:cubicBezTo>
                  <a:pt x="883" y="1084"/>
                  <a:pt x="880" y="1087"/>
                  <a:pt x="878" y="1085"/>
                </a:cubicBezTo>
                <a:cubicBezTo>
                  <a:pt x="885" y="1085"/>
                  <a:pt x="885" y="1078"/>
                  <a:pt x="893" y="1079"/>
                </a:cubicBezTo>
                <a:cubicBezTo>
                  <a:pt x="893" y="1081"/>
                  <a:pt x="892" y="1081"/>
                  <a:pt x="892" y="1083"/>
                </a:cubicBezTo>
                <a:cubicBezTo>
                  <a:pt x="901" y="1081"/>
                  <a:pt x="911" y="1078"/>
                  <a:pt x="917" y="1072"/>
                </a:cubicBezTo>
                <a:cubicBezTo>
                  <a:pt x="914" y="1072"/>
                  <a:pt x="909" y="1073"/>
                  <a:pt x="912" y="1070"/>
                </a:cubicBezTo>
                <a:close/>
                <a:moveTo>
                  <a:pt x="720" y="1088"/>
                </a:moveTo>
                <a:cubicBezTo>
                  <a:pt x="720" y="1088"/>
                  <a:pt x="726" y="1085"/>
                  <a:pt x="725" y="1084"/>
                </a:cubicBezTo>
                <a:cubicBezTo>
                  <a:pt x="723" y="1085"/>
                  <a:pt x="717" y="1086"/>
                  <a:pt x="720" y="1088"/>
                </a:cubicBezTo>
                <a:close/>
                <a:moveTo>
                  <a:pt x="960" y="1100"/>
                </a:moveTo>
                <a:cubicBezTo>
                  <a:pt x="964" y="1100"/>
                  <a:pt x="967" y="1098"/>
                  <a:pt x="971" y="1096"/>
                </a:cubicBezTo>
                <a:cubicBezTo>
                  <a:pt x="971" y="1094"/>
                  <a:pt x="969" y="1094"/>
                  <a:pt x="971" y="1092"/>
                </a:cubicBezTo>
                <a:cubicBezTo>
                  <a:pt x="968" y="1094"/>
                  <a:pt x="966" y="1090"/>
                  <a:pt x="966" y="1094"/>
                </a:cubicBezTo>
                <a:cubicBezTo>
                  <a:pt x="965" y="1096"/>
                  <a:pt x="970" y="1093"/>
                  <a:pt x="970" y="1096"/>
                </a:cubicBezTo>
                <a:cubicBezTo>
                  <a:pt x="966" y="1097"/>
                  <a:pt x="963" y="1098"/>
                  <a:pt x="960" y="1100"/>
                </a:cubicBezTo>
                <a:close/>
                <a:moveTo>
                  <a:pt x="915" y="1103"/>
                </a:moveTo>
                <a:cubicBezTo>
                  <a:pt x="922" y="1100"/>
                  <a:pt x="929" y="1098"/>
                  <a:pt x="935" y="1094"/>
                </a:cubicBezTo>
                <a:cubicBezTo>
                  <a:pt x="927" y="1095"/>
                  <a:pt x="918" y="1100"/>
                  <a:pt x="915" y="1103"/>
                </a:cubicBezTo>
                <a:close/>
                <a:moveTo>
                  <a:pt x="903" y="1095"/>
                </a:moveTo>
                <a:cubicBezTo>
                  <a:pt x="900" y="1094"/>
                  <a:pt x="899" y="1096"/>
                  <a:pt x="897" y="1095"/>
                </a:cubicBezTo>
                <a:cubicBezTo>
                  <a:pt x="897" y="1099"/>
                  <a:pt x="891" y="1096"/>
                  <a:pt x="893" y="1099"/>
                </a:cubicBezTo>
                <a:cubicBezTo>
                  <a:pt x="895" y="1097"/>
                  <a:pt x="901" y="1098"/>
                  <a:pt x="903" y="1095"/>
                </a:cubicBezTo>
                <a:close/>
                <a:moveTo>
                  <a:pt x="974" y="1099"/>
                </a:moveTo>
                <a:cubicBezTo>
                  <a:pt x="970" y="1100"/>
                  <a:pt x="967" y="1102"/>
                  <a:pt x="964" y="1104"/>
                </a:cubicBezTo>
                <a:cubicBezTo>
                  <a:pt x="969" y="1104"/>
                  <a:pt x="972" y="1101"/>
                  <a:pt x="974" y="1099"/>
                </a:cubicBezTo>
                <a:close/>
                <a:moveTo>
                  <a:pt x="878" y="1116"/>
                </a:moveTo>
                <a:cubicBezTo>
                  <a:pt x="887" y="1110"/>
                  <a:pt x="906" y="1109"/>
                  <a:pt x="911" y="1103"/>
                </a:cubicBezTo>
                <a:cubicBezTo>
                  <a:pt x="910" y="1104"/>
                  <a:pt x="903" y="1105"/>
                  <a:pt x="903" y="1104"/>
                </a:cubicBezTo>
                <a:cubicBezTo>
                  <a:pt x="904" y="1103"/>
                  <a:pt x="907" y="1101"/>
                  <a:pt x="904" y="1100"/>
                </a:cubicBezTo>
                <a:cubicBezTo>
                  <a:pt x="893" y="1105"/>
                  <a:pt x="883" y="1108"/>
                  <a:pt x="873" y="1113"/>
                </a:cubicBezTo>
                <a:cubicBezTo>
                  <a:pt x="876" y="1113"/>
                  <a:pt x="875" y="1116"/>
                  <a:pt x="878" y="1116"/>
                </a:cubicBezTo>
                <a:close/>
                <a:moveTo>
                  <a:pt x="812" y="1117"/>
                </a:moveTo>
                <a:cubicBezTo>
                  <a:pt x="814" y="1114"/>
                  <a:pt x="820" y="1121"/>
                  <a:pt x="820" y="1116"/>
                </a:cubicBezTo>
                <a:cubicBezTo>
                  <a:pt x="819" y="1114"/>
                  <a:pt x="810" y="1115"/>
                  <a:pt x="812" y="1117"/>
                </a:cubicBezTo>
                <a:close/>
                <a:moveTo>
                  <a:pt x="925" y="1142"/>
                </a:moveTo>
                <a:cubicBezTo>
                  <a:pt x="920" y="1144"/>
                  <a:pt x="916" y="1147"/>
                  <a:pt x="911" y="1149"/>
                </a:cubicBezTo>
                <a:cubicBezTo>
                  <a:pt x="917" y="1148"/>
                  <a:pt x="921" y="1146"/>
                  <a:pt x="925" y="1142"/>
                </a:cubicBezTo>
                <a:close/>
                <a:moveTo>
                  <a:pt x="713" y="1155"/>
                </a:moveTo>
                <a:cubicBezTo>
                  <a:pt x="717" y="1153"/>
                  <a:pt x="721" y="1152"/>
                  <a:pt x="724" y="1149"/>
                </a:cubicBezTo>
                <a:cubicBezTo>
                  <a:pt x="721" y="1151"/>
                  <a:pt x="712" y="1152"/>
                  <a:pt x="713" y="1155"/>
                </a:cubicBezTo>
                <a:close/>
                <a:moveTo>
                  <a:pt x="872" y="1168"/>
                </a:moveTo>
                <a:cubicBezTo>
                  <a:pt x="880" y="1167"/>
                  <a:pt x="885" y="1163"/>
                  <a:pt x="890" y="1159"/>
                </a:cubicBezTo>
                <a:cubicBezTo>
                  <a:pt x="897" y="1157"/>
                  <a:pt x="908" y="1154"/>
                  <a:pt x="909" y="1149"/>
                </a:cubicBezTo>
                <a:cubicBezTo>
                  <a:pt x="902" y="1152"/>
                  <a:pt x="893" y="1157"/>
                  <a:pt x="885" y="1158"/>
                </a:cubicBezTo>
                <a:cubicBezTo>
                  <a:pt x="886" y="1163"/>
                  <a:pt x="874" y="1163"/>
                  <a:pt x="872" y="1168"/>
                </a:cubicBezTo>
                <a:close/>
                <a:moveTo>
                  <a:pt x="1138" y="208"/>
                </a:moveTo>
                <a:cubicBezTo>
                  <a:pt x="1129" y="210"/>
                  <a:pt x="1123" y="214"/>
                  <a:pt x="1123" y="223"/>
                </a:cubicBezTo>
                <a:cubicBezTo>
                  <a:pt x="1124" y="224"/>
                  <a:pt x="1126" y="226"/>
                  <a:pt x="1129" y="225"/>
                </a:cubicBezTo>
                <a:cubicBezTo>
                  <a:pt x="1131" y="223"/>
                  <a:pt x="1128" y="220"/>
                  <a:pt x="1132" y="219"/>
                </a:cubicBezTo>
                <a:cubicBezTo>
                  <a:pt x="1132" y="221"/>
                  <a:pt x="1132" y="221"/>
                  <a:pt x="1132" y="221"/>
                </a:cubicBezTo>
                <a:cubicBezTo>
                  <a:pt x="1136" y="219"/>
                  <a:pt x="1139" y="213"/>
                  <a:pt x="1138" y="208"/>
                </a:cubicBezTo>
                <a:close/>
                <a:moveTo>
                  <a:pt x="1097" y="931"/>
                </a:moveTo>
                <a:cubicBezTo>
                  <a:pt x="1098" y="929"/>
                  <a:pt x="1096" y="925"/>
                  <a:pt x="1099" y="923"/>
                </a:cubicBezTo>
                <a:cubicBezTo>
                  <a:pt x="1097" y="922"/>
                  <a:pt x="1096" y="921"/>
                  <a:pt x="1095" y="920"/>
                </a:cubicBezTo>
                <a:cubicBezTo>
                  <a:pt x="1093" y="926"/>
                  <a:pt x="1082" y="928"/>
                  <a:pt x="1085" y="936"/>
                </a:cubicBezTo>
                <a:cubicBezTo>
                  <a:pt x="1087" y="931"/>
                  <a:pt x="1091" y="928"/>
                  <a:pt x="1097" y="931"/>
                </a:cubicBezTo>
                <a:close/>
                <a:moveTo>
                  <a:pt x="1152" y="971"/>
                </a:moveTo>
                <a:cubicBezTo>
                  <a:pt x="1156" y="976"/>
                  <a:pt x="1150" y="978"/>
                  <a:pt x="1151" y="981"/>
                </a:cubicBezTo>
                <a:cubicBezTo>
                  <a:pt x="1154" y="978"/>
                  <a:pt x="1161" y="979"/>
                  <a:pt x="1160" y="972"/>
                </a:cubicBezTo>
                <a:cubicBezTo>
                  <a:pt x="1157" y="971"/>
                  <a:pt x="1154" y="971"/>
                  <a:pt x="1152" y="971"/>
                </a:cubicBezTo>
                <a:close/>
                <a:moveTo>
                  <a:pt x="1069" y="974"/>
                </a:moveTo>
                <a:cubicBezTo>
                  <a:pt x="1067" y="975"/>
                  <a:pt x="1066" y="977"/>
                  <a:pt x="1065" y="979"/>
                </a:cubicBezTo>
                <a:cubicBezTo>
                  <a:pt x="1064" y="978"/>
                  <a:pt x="1063" y="977"/>
                  <a:pt x="1060" y="977"/>
                </a:cubicBezTo>
                <a:cubicBezTo>
                  <a:pt x="1062" y="985"/>
                  <a:pt x="1073" y="982"/>
                  <a:pt x="1077" y="977"/>
                </a:cubicBezTo>
                <a:cubicBezTo>
                  <a:pt x="1073" y="979"/>
                  <a:pt x="1073" y="974"/>
                  <a:pt x="1069" y="974"/>
                </a:cubicBezTo>
                <a:close/>
                <a:moveTo>
                  <a:pt x="1015" y="1019"/>
                </a:moveTo>
                <a:cubicBezTo>
                  <a:pt x="1015" y="1021"/>
                  <a:pt x="1010" y="1023"/>
                  <a:pt x="1013" y="1024"/>
                </a:cubicBezTo>
                <a:cubicBezTo>
                  <a:pt x="1014" y="1021"/>
                  <a:pt x="1019" y="1022"/>
                  <a:pt x="1021" y="1020"/>
                </a:cubicBezTo>
                <a:cubicBezTo>
                  <a:pt x="1022" y="1016"/>
                  <a:pt x="1015" y="1018"/>
                  <a:pt x="1016" y="1014"/>
                </a:cubicBezTo>
                <a:cubicBezTo>
                  <a:pt x="1023" y="1013"/>
                  <a:pt x="1021" y="1005"/>
                  <a:pt x="1027" y="1005"/>
                </a:cubicBezTo>
                <a:cubicBezTo>
                  <a:pt x="1028" y="1001"/>
                  <a:pt x="1026" y="1000"/>
                  <a:pt x="1024" y="999"/>
                </a:cubicBezTo>
                <a:cubicBezTo>
                  <a:pt x="1020" y="1003"/>
                  <a:pt x="1016" y="1007"/>
                  <a:pt x="1012" y="1012"/>
                </a:cubicBezTo>
                <a:cubicBezTo>
                  <a:pt x="1010" y="1012"/>
                  <a:pt x="1011" y="1008"/>
                  <a:pt x="1009" y="1008"/>
                </a:cubicBezTo>
                <a:cubicBezTo>
                  <a:pt x="1004" y="1017"/>
                  <a:pt x="990" y="1020"/>
                  <a:pt x="984" y="1030"/>
                </a:cubicBezTo>
                <a:cubicBezTo>
                  <a:pt x="988" y="1032"/>
                  <a:pt x="987" y="1027"/>
                  <a:pt x="989" y="1027"/>
                </a:cubicBezTo>
                <a:cubicBezTo>
                  <a:pt x="998" y="1028"/>
                  <a:pt x="1005" y="1014"/>
                  <a:pt x="1015" y="1019"/>
                </a:cubicBezTo>
                <a:close/>
                <a:moveTo>
                  <a:pt x="910" y="1114"/>
                </a:moveTo>
                <a:cubicBezTo>
                  <a:pt x="897" y="1124"/>
                  <a:pt x="876" y="1122"/>
                  <a:pt x="863" y="1132"/>
                </a:cubicBezTo>
                <a:cubicBezTo>
                  <a:pt x="857" y="1129"/>
                  <a:pt x="843" y="1133"/>
                  <a:pt x="841" y="1139"/>
                </a:cubicBezTo>
                <a:cubicBezTo>
                  <a:pt x="839" y="1138"/>
                  <a:pt x="836" y="1137"/>
                  <a:pt x="836" y="1134"/>
                </a:cubicBezTo>
                <a:cubicBezTo>
                  <a:pt x="838" y="1129"/>
                  <a:pt x="849" y="1134"/>
                  <a:pt x="848" y="1126"/>
                </a:cubicBezTo>
                <a:cubicBezTo>
                  <a:pt x="841" y="1128"/>
                  <a:pt x="829" y="1131"/>
                  <a:pt x="831" y="1137"/>
                </a:cubicBezTo>
                <a:cubicBezTo>
                  <a:pt x="829" y="1137"/>
                  <a:pt x="829" y="1139"/>
                  <a:pt x="827" y="1138"/>
                </a:cubicBezTo>
                <a:cubicBezTo>
                  <a:pt x="827" y="1142"/>
                  <a:pt x="831" y="1141"/>
                  <a:pt x="830" y="1145"/>
                </a:cubicBezTo>
                <a:cubicBezTo>
                  <a:pt x="828" y="1146"/>
                  <a:pt x="825" y="1147"/>
                  <a:pt x="822" y="1148"/>
                </a:cubicBezTo>
                <a:cubicBezTo>
                  <a:pt x="821" y="1152"/>
                  <a:pt x="827" y="1149"/>
                  <a:pt x="828" y="1151"/>
                </a:cubicBezTo>
                <a:cubicBezTo>
                  <a:pt x="824" y="1157"/>
                  <a:pt x="822" y="1166"/>
                  <a:pt x="813" y="1168"/>
                </a:cubicBezTo>
                <a:cubicBezTo>
                  <a:pt x="815" y="1171"/>
                  <a:pt x="819" y="1167"/>
                  <a:pt x="819" y="1169"/>
                </a:cubicBezTo>
                <a:cubicBezTo>
                  <a:pt x="814" y="1172"/>
                  <a:pt x="807" y="1182"/>
                  <a:pt x="798" y="1176"/>
                </a:cubicBezTo>
                <a:cubicBezTo>
                  <a:pt x="800" y="1170"/>
                  <a:pt x="804" y="1165"/>
                  <a:pt x="810" y="1162"/>
                </a:cubicBezTo>
                <a:cubicBezTo>
                  <a:pt x="807" y="1160"/>
                  <a:pt x="811" y="1156"/>
                  <a:pt x="809" y="1153"/>
                </a:cubicBezTo>
                <a:cubicBezTo>
                  <a:pt x="802" y="1152"/>
                  <a:pt x="790" y="1156"/>
                  <a:pt x="784" y="1161"/>
                </a:cubicBezTo>
                <a:cubicBezTo>
                  <a:pt x="770" y="1155"/>
                  <a:pt x="771" y="1176"/>
                  <a:pt x="773" y="1184"/>
                </a:cubicBezTo>
                <a:cubicBezTo>
                  <a:pt x="778" y="1178"/>
                  <a:pt x="783" y="1191"/>
                  <a:pt x="788" y="1194"/>
                </a:cubicBezTo>
                <a:cubicBezTo>
                  <a:pt x="797" y="1185"/>
                  <a:pt x="809" y="1181"/>
                  <a:pt x="821" y="1176"/>
                </a:cubicBezTo>
                <a:cubicBezTo>
                  <a:pt x="823" y="1167"/>
                  <a:pt x="835" y="1169"/>
                  <a:pt x="835" y="1159"/>
                </a:cubicBezTo>
                <a:cubicBezTo>
                  <a:pt x="846" y="1154"/>
                  <a:pt x="857" y="1150"/>
                  <a:pt x="866" y="1143"/>
                </a:cubicBezTo>
                <a:cubicBezTo>
                  <a:pt x="866" y="1141"/>
                  <a:pt x="861" y="1143"/>
                  <a:pt x="862" y="1139"/>
                </a:cubicBezTo>
                <a:cubicBezTo>
                  <a:pt x="869" y="1135"/>
                  <a:pt x="879" y="1137"/>
                  <a:pt x="886" y="1135"/>
                </a:cubicBezTo>
                <a:cubicBezTo>
                  <a:pt x="899" y="1126"/>
                  <a:pt x="914" y="1127"/>
                  <a:pt x="930" y="1121"/>
                </a:cubicBezTo>
                <a:cubicBezTo>
                  <a:pt x="930" y="1118"/>
                  <a:pt x="932" y="1118"/>
                  <a:pt x="932" y="1116"/>
                </a:cubicBezTo>
                <a:cubicBezTo>
                  <a:pt x="925" y="1119"/>
                  <a:pt x="920" y="1120"/>
                  <a:pt x="910" y="1122"/>
                </a:cubicBezTo>
                <a:cubicBezTo>
                  <a:pt x="911" y="1120"/>
                  <a:pt x="913" y="1115"/>
                  <a:pt x="910" y="1114"/>
                </a:cubicBezTo>
                <a:close/>
                <a:moveTo>
                  <a:pt x="856" y="1146"/>
                </a:moveTo>
                <a:cubicBezTo>
                  <a:pt x="851" y="1147"/>
                  <a:pt x="846" y="1149"/>
                  <a:pt x="840" y="1148"/>
                </a:cubicBezTo>
                <a:cubicBezTo>
                  <a:pt x="845" y="1146"/>
                  <a:pt x="851" y="1140"/>
                  <a:pt x="857" y="1141"/>
                </a:cubicBezTo>
                <a:cubicBezTo>
                  <a:pt x="857" y="1143"/>
                  <a:pt x="855" y="1143"/>
                  <a:pt x="856" y="1146"/>
                </a:cubicBezTo>
                <a:close/>
                <a:moveTo>
                  <a:pt x="645" y="1128"/>
                </a:moveTo>
                <a:cubicBezTo>
                  <a:pt x="633" y="1130"/>
                  <a:pt x="623" y="1134"/>
                  <a:pt x="613" y="1138"/>
                </a:cubicBezTo>
                <a:cubicBezTo>
                  <a:pt x="617" y="1140"/>
                  <a:pt x="619" y="1140"/>
                  <a:pt x="616" y="1143"/>
                </a:cubicBezTo>
                <a:cubicBezTo>
                  <a:pt x="616" y="1144"/>
                  <a:pt x="618" y="1144"/>
                  <a:pt x="618" y="1146"/>
                </a:cubicBezTo>
                <a:cubicBezTo>
                  <a:pt x="627" y="1143"/>
                  <a:pt x="633" y="1139"/>
                  <a:pt x="641" y="1136"/>
                </a:cubicBezTo>
                <a:cubicBezTo>
                  <a:pt x="641" y="1133"/>
                  <a:pt x="642" y="1130"/>
                  <a:pt x="645" y="1128"/>
                </a:cubicBezTo>
                <a:close/>
                <a:moveTo>
                  <a:pt x="619" y="1141"/>
                </a:moveTo>
                <a:cubicBezTo>
                  <a:pt x="619" y="1137"/>
                  <a:pt x="625" y="1139"/>
                  <a:pt x="627" y="1137"/>
                </a:cubicBezTo>
                <a:cubicBezTo>
                  <a:pt x="626" y="1141"/>
                  <a:pt x="622" y="1140"/>
                  <a:pt x="619" y="1141"/>
                </a:cubicBezTo>
                <a:close/>
              </a:path>
            </a:pathLst>
          </a:custGeom>
          <a:solidFill>
            <a:srgbClr val="2C3C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95" name="矩形 94"/>
          <p:cNvSpPr/>
          <p:nvPr userDrawn="1"/>
        </p:nvSpPr>
        <p:spPr>
          <a:xfrm>
            <a:off x="0" y="6534000"/>
            <a:ext cx="12192000" cy="324000"/>
          </a:xfrm>
          <a:prstGeom prst="rect">
            <a:avLst/>
          </a:prstGeom>
          <a:pattFill prst="wdUpDiag">
            <a:fgClr>
              <a:srgbClr val="081F49"/>
            </a:fgClr>
            <a:bgClr>
              <a:srgbClr val="03153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0" y="650786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208CA4"/>
              </a:gs>
              <a:gs pos="100000">
                <a:srgbClr val="195F8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7" name="文本框 799"/>
          <p:cNvSpPr txBox="1"/>
          <p:nvPr userDrawn="1"/>
        </p:nvSpPr>
        <p:spPr>
          <a:xfrm>
            <a:off x="1882835" y="2609803"/>
            <a:ext cx="1877438" cy="110799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98" name="矩形 97"/>
          <p:cNvSpPr/>
          <p:nvPr userDrawn="1"/>
        </p:nvSpPr>
        <p:spPr>
          <a:xfrm>
            <a:off x="0" y="-11659"/>
            <a:ext cx="12192000" cy="324000"/>
          </a:xfrm>
          <a:prstGeom prst="rect">
            <a:avLst/>
          </a:prstGeom>
          <a:pattFill prst="wdUpDiag">
            <a:fgClr>
              <a:srgbClr val="081F49"/>
            </a:fgClr>
            <a:bgClr>
              <a:srgbClr val="03153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0" y="308990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208CA4"/>
              </a:gs>
              <a:gs pos="100000">
                <a:srgbClr val="195F8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33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 userDrawn="1"/>
        </p:nvSpPr>
        <p:spPr>
          <a:xfrm>
            <a:off x="0" y="6534000"/>
            <a:ext cx="12192000" cy="324000"/>
          </a:xfrm>
          <a:prstGeom prst="rect">
            <a:avLst/>
          </a:prstGeom>
          <a:pattFill prst="wdUpDiag">
            <a:fgClr>
              <a:srgbClr val="081F49"/>
            </a:fgClr>
            <a:bgClr>
              <a:srgbClr val="03153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0" y="650786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208CA4"/>
              </a:gs>
              <a:gs pos="100000">
                <a:srgbClr val="195F8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8" name="Freeform 9"/>
          <p:cNvSpPr>
            <a:spLocks noEditPoints="1"/>
          </p:cNvSpPr>
          <p:nvPr userDrawn="1"/>
        </p:nvSpPr>
        <p:spPr bwMode="auto">
          <a:xfrm>
            <a:off x="4653023" y="1882105"/>
            <a:ext cx="2885954" cy="1780916"/>
          </a:xfrm>
          <a:custGeom>
            <a:avLst/>
            <a:gdLst>
              <a:gd name="T0" fmla="*/ 604 w 1329"/>
              <a:gd name="T1" fmla="*/ 170 h 1194"/>
              <a:gd name="T2" fmla="*/ 1162 w 1329"/>
              <a:gd name="T3" fmla="*/ 327 h 1194"/>
              <a:gd name="T4" fmla="*/ 1149 w 1329"/>
              <a:gd name="T5" fmla="*/ 421 h 1194"/>
              <a:gd name="T6" fmla="*/ 1156 w 1329"/>
              <a:gd name="T7" fmla="*/ 484 h 1194"/>
              <a:gd name="T8" fmla="*/ 229 w 1329"/>
              <a:gd name="T9" fmla="*/ 618 h 1194"/>
              <a:gd name="T10" fmla="*/ 176 w 1329"/>
              <a:gd name="T11" fmla="*/ 780 h 1194"/>
              <a:gd name="T12" fmla="*/ 970 w 1329"/>
              <a:gd name="T13" fmla="*/ 857 h 1194"/>
              <a:gd name="T14" fmla="*/ 1161 w 1329"/>
              <a:gd name="T15" fmla="*/ 921 h 1194"/>
              <a:gd name="T16" fmla="*/ 1072 w 1329"/>
              <a:gd name="T17" fmla="*/ 944 h 1194"/>
              <a:gd name="T18" fmla="*/ 1190 w 1329"/>
              <a:gd name="T19" fmla="*/ 976 h 1194"/>
              <a:gd name="T20" fmla="*/ 825 w 1329"/>
              <a:gd name="T21" fmla="*/ 1024 h 1194"/>
              <a:gd name="T22" fmla="*/ 718 w 1329"/>
              <a:gd name="T23" fmla="*/ 1059 h 1194"/>
              <a:gd name="T24" fmla="*/ 697 w 1329"/>
              <a:gd name="T25" fmla="*/ 1113 h 1194"/>
              <a:gd name="T26" fmla="*/ 569 w 1329"/>
              <a:gd name="T27" fmla="*/ 1181 h 1194"/>
              <a:gd name="T28" fmla="*/ 1207 w 1329"/>
              <a:gd name="T29" fmla="*/ 61 h 1194"/>
              <a:gd name="T30" fmla="*/ 1238 w 1329"/>
              <a:gd name="T31" fmla="*/ 471 h 1194"/>
              <a:gd name="T32" fmla="*/ 1086 w 1329"/>
              <a:gd name="T33" fmla="*/ 508 h 1194"/>
              <a:gd name="T34" fmla="*/ 1092 w 1329"/>
              <a:gd name="T35" fmla="*/ 407 h 1194"/>
              <a:gd name="T36" fmla="*/ 1102 w 1329"/>
              <a:gd name="T37" fmla="*/ 321 h 1194"/>
              <a:gd name="T38" fmla="*/ 1004 w 1329"/>
              <a:gd name="T39" fmla="*/ 192 h 1194"/>
              <a:gd name="T40" fmla="*/ 814 w 1329"/>
              <a:gd name="T41" fmla="*/ 113 h 1194"/>
              <a:gd name="T42" fmla="*/ 270 w 1329"/>
              <a:gd name="T43" fmla="*/ 179 h 1194"/>
              <a:gd name="T44" fmla="*/ 181 w 1329"/>
              <a:gd name="T45" fmla="*/ 539 h 1194"/>
              <a:gd name="T46" fmla="*/ 191 w 1329"/>
              <a:gd name="T47" fmla="*/ 774 h 1194"/>
              <a:gd name="T48" fmla="*/ 174 w 1329"/>
              <a:gd name="T49" fmla="*/ 943 h 1194"/>
              <a:gd name="T50" fmla="*/ 234 w 1329"/>
              <a:gd name="T51" fmla="*/ 1036 h 1194"/>
              <a:gd name="T52" fmla="*/ 531 w 1329"/>
              <a:gd name="T53" fmla="*/ 1101 h 1194"/>
              <a:gd name="T54" fmla="*/ 736 w 1329"/>
              <a:gd name="T55" fmla="*/ 1035 h 1194"/>
              <a:gd name="T56" fmla="*/ 1027 w 1329"/>
              <a:gd name="T57" fmla="*/ 896 h 1194"/>
              <a:gd name="T58" fmla="*/ 1140 w 1329"/>
              <a:gd name="T59" fmla="*/ 840 h 1194"/>
              <a:gd name="T60" fmla="*/ 1222 w 1329"/>
              <a:gd name="T61" fmla="*/ 812 h 1194"/>
              <a:gd name="T62" fmla="*/ 1200 w 1329"/>
              <a:gd name="T63" fmla="*/ 772 h 1194"/>
              <a:gd name="T64" fmla="*/ 1135 w 1329"/>
              <a:gd name="T65" fmla="*/ 676 h 1194"/>
              <a:gd name="T66" fmla="*/ 1181 w 1329"/>
              <a:gd name="T67" fmla="*/ 550 h 1194"/>
              <a:gd name="T68" fmla="*/ 168 w 1329"/>
              <a:gd name="T69" fmla="*/ 817 h 1194"/>
              <a:gd name="T70" fmla="*/ 270 w 1329"/>
              <a:gd name="T71" fmla="*/ 942 h 1194"/>
              <a:gd name="T72" fmla="*/ 583 w 1329"/>
              <a:gd name="T73" fmla="*/ 198 h 1194"/>
              <a:gd name="T74" fmla="*/ 736 w 1329"/>
              <a:gd name="T75" fmla="*/ 965 h 1194"/>
              <a:gd name="T76" fmla="*/ 1192 w 1329"/>
              <a:gd name="T77" fmla="*/ 759 h 1194"/>
              <a:gd name="T78" fmla="*/ 1000 w 1329"/>
              <a:gd name="T79" fmla="*/ 751 h 1194"/>
              <a:gd name="T80" fmla="*/ 949 w 1329"/>
              <a:gd name="T81" fmla="*/ 732 h 1194"/>
              <a:gd name="T82" fmla="*/ 915 w 1329"/>
              <a:gd name="T83" fmla="*/ 739 h 1194"/>
              <a:gd name="T84" fmla="*/ 868 w 1329"/>
              <a:gd name="T85" fmla="*/ 781 h 1194"/>
              <a:gd name="T86" fmla="*/ 1033 w 1329"/>
              <a:gd name="T87" fmla="*/ 827 h 1194"/>
              <a:gd name="T88" fmla="*/ 968 w 1329"/>
              <a:gd name="T89" fmla="*/ 836 h 1194"/>
              <a:gd name="T90" fmla="*/ 1026 w 1329"/>
              <a:gd name="T91" fmla="*/ 784 h 1194"/>
              <a:gd name="T92" fmla="*/ 1111 w 1329"/>
              <a:gd name="T93" fmla="*/ 821 h 1194"/>
              <a:gd name="T94" fmla="*/ 1113 w 1329"/>
              <a:gd name="T95" fmla="*/ 772 h 1194"/>
              <a:gd name="T96" fmla="*/ 1031 w 1329"/>
              <a:gd name="T97" fmla="*/ 716 h 1194"/>
              <a:gd name="T98" fmla="*/ 1175 w 1329"/>
              <a:gd name="T99" fmla="*/ 552 h 1194"/>
              <a:gd name="T100" fmla="*/ 1255 w 1329"/>
              <a:gd name="T101" fmla="*/ 404 h 1194"/>
              <a:gd name="T102" fmla="*/ 1125 w 1329"/>
              <a:gd name="T103" fmla="*/ 462 h 1194"/>
              <a:gd name="T104" fmla="*/ 1117 w 1329"/>
              <a:gd name="T105" fmla="*/ 846 h 1194"/>
              <a:gd name="T106" fmla="*/ 1097 w 1329"/>
              <a:gd name="T107" fmla="*/ 857 h 1194"/>
              <a:gd name="T108" fmla="*/ 1108 w 1329"/>
              <a:gd name="T109" fmla="*/ 916 h 1194"/>
              <a:gd name="T110" fmla="*/ 900 w 1329"/>
              <a:gd name="T111" fmla="*/ 1028 h 1194"/>
              <a:gd name="T112" fmla="*/ 885 w 1329"/>
              <a:gd name="T113" fmla="*/ 1008 h 1194"/>
              <a:gd name="T114" fmla="*/ 736 w 1329"/>
              <a:gd name="T115" fmla="*/ 1122 h 1194"/>
              <a:gd name="T116" fmla="*/ 837 w 1329"/>
              <a:gd name="T117" fmla="*/ 1067 h 1194"/>
              <a:gd name="T118" fmla="*/ 1076 w 1329"/>
              <a:gd name="T119" fmla="*/ 959 h 1194"/>
              <a:gd name="T120" fmla="*/ 940 w 1329"/>
              <a:gd name="T121" fmla="*/ 1053 h 1194"/>
              <a:gd name="T122" fmla="*/ 812 w 1329"/>
              <a:gd name="T123" fmla="*/ 1117 h 1194"/>
              <a:gd name="T124" fmla="*/ 813 w 1329"/>
              <a:gd name="T125" fmla="*/ 1168 h 1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29" h="1194">
                <a:moveTo>
                  <a:pt x="1270" y="436"/>
                </a:moveTo>
                <a:cubicBezTo>
                  <a:pt x="1273" y="435"/>
                  <a:pt x="1279" y="433"/>
                  <a:pt x="1278" y="430"/>
                </a:cubicBezTo>
                <a:cubicBezTo>
                  <a:pt x="1275" y="432"/>
                  <a:pt x="1271" y="433"/>
                  <a:pt x="1270" y="436"/>
                </a:cubicBezTo>
                <a:close/>
                <a:moveTo>
                  <a:pt x="1304" y="441"/>
                </a:moveTo>
                <a:cubicBezTo>
                  <a:pt x="1304" y="439"/>
                  <a:pt x="1303" y="438"/>
                  <a:pt x="1302" y="438"/>
                </a:cubicBezTo>
                <a:cubicBezTo>
                  <a:pt x="1302" y="439"/>
                  <a:pt x="1300" y="440"/>
                  <a:pt x="1299" y="440"/>
                </a:cubicBezTo>
                <a:cubicBezTo>
                  <a:pt x="1298" y="444"/>
                  <a:pt x="1302" y="442"/>
                  <a:pt x="1304" y="441"/>
                </a:cubicBezTo>
                <a:close/>
                <a:moveTo>
                  <a:pt x="1283" y="495"/>
                </a:moveTo>
                <a:cubicBezTo>
                  <a:pt x="1283" y="498"/>
                  <a:pt x="1276" y="498"/>
                  <a:pt x="1279" y="501"/>
                </a:cubicBezTo>
                <a:cubicBezTo>
                  <a:pt x="1280" y="499"/>
                  <a:pt x="1286" y="498"/>
                  <a:pt x="1283" y="495"/>
                </a:cubicBezTo>
                <a:close/>
                <a:moveTo>
                  <a:pt x="1286" y="505"/>
                </a:moveTo>
                <a:cubicBezTo>
                  <a:pt x="1291" y="500"/>
                  <a:pt x="1293" y="502"/>
                  <a:pt x="1301" y="503"/>
                </a:cubicBezTo>
                <a:cubicBezTo>
                  <a:pt x="1302" y="501"/>
                  <a:pt x="1305" y="501"/>
                  <a:pt x="1304" y="498"/>
                </a:cubicBezTo>
                <a:cubicBezTo>
                  <a:pt x="1296" y="495"/>
                  <a:pt x="1288" y="498"/>
                  <a:pt x="1286" y="505"/>
                </a:cubicBezTo>
                <a:close/>
                <a:moveTo>
                  <a:pt x="1327" y="419"/>
                </a:moveTo>
                <a:cubicBezTo>
                  <a:pt x="1326" y="420"/>
                  <a:pt x="1322" y="423"/>
                  <a:pt x="1325" y="425"/>
                </a:cubicBezTo>
                <a:cubicBezTo>
                  <a:pt x="1325" y="423"/>
                  <a:pt x="1329" y="420"/>
                  <a:pt x="1327" y="419"/>
                </a:cubicBezTo>
                <a:close/>
                <a:moveTo>
                  <a:pt x="1216" y="25"/>
                </a:moveTo>
                <a:cubicBezTo>
                  <a:pt x="1211" y="25"/>
                  <a:pt x="1209" y="27"/>
                  <a:pt x="1208" y="30"/>
                </a:cubicBezTo>
                <a:cubicBezTo>
                  <a:pt x="1212" y="30"/>
                  <a:pt x="1217" y="30"/>
                  <a:pt x="1216" y="25"/>
                </a:cubicBezTo>
                <a:close/>
                <a:moveTo>
                  <a:pt x="982" y="81"/>
                </a:moveTo>
                <a:cubicBezTo>
                  <a:pt x="976" y="80"/>
                  <a:pt x="972" y="85"/>
                  <a:pt x="973" y="89"/>
                </a:cubicBezTo>
                <a:cubicBezTo>
                  <a:pt x="976" y="86"/>
                  <a:pt x="980" y="84"/>
                  <a:pt x="982" y="81"/>
                </a:cubicBezTo>
                <a:close/>
                <a:moveTo>
                  <a:pt x="731" y="93"/>
                </a:moveTo>
                <a:cubicBezTo>
                  <a:pt x="728" y="93"/>
                  <a:pt x="726" y="93"/>
                  <a:pt x="726" y="95"/>
                </a:cubicBezTo>
                <a:cubicBezTo>
                  <a:pt x="727" y="97"/>
                  <a:pt x="731" y="96"/>
                  <a:pt x="731" y="93"/>
                </a:cubicBezTo>
                <a:close/>
                <a:moveTo>
                  <a:pt x="827" y="111"/>
                </a:moveTo>
                <a:cubicBezTo>
                  <a:pt x="826" y="112"/>
                  <a:pt x="823" y="112"/>
                  <a:pt x="823" y="114"/>
                </a:cubicBezTo>
                <a:cubicBezTo>
                  <a:pt x="827" y="113"/>
                  <a:pt x="829" y="110"/>
                  <a:pt x="830" y="107"/>
                </a:cubicBezTo>
                <a:cubicBezTo>
                  <a:pt x="827" y="108"/>
                  <a:pt x="821" y="107"/>
                  <a:pt x="820" y="111"/>
                </a:cubicBezTo>
                <a:cubicBezTo>
                  <a:pt x="822" y="111"/>
                  <a:pt x="826" y="108"/>
                  <a:pt x="827" y="111"/>
                </a:cubicBezTo>
                <a:close/>
                <a:moveTo>
                  <a:pt x="1020" y="108"/>
                </a:moveTo>
                <a:cubicBezTo>
                  <a:pt x="1017" y="108"/>
                  <a:pt x="1017" y="110"/>
                  <a:pt x="1016" y="112"/>
                </a:cubicBezTo>
                <a:cubicBezTo>
                  <a:pt x="1019" y="113"/>
                  <a:pt x="1019" y="110"/>
                  <a:pt x="1020" y="108"/>
                </a:cubicBezTo>
                <a:close/>
                <a:moveTo>
                  <a:pt x="552" y="137"/>
                </a:moveTo>
                <a:cubicBezTo>
                  <a:pt x="553" y="133"/>
                  <a:pt x="559" y="133"/>
                  <a:pt x="558" y="127"/>
                </a:cubicBezTo>
                <a:cubicBezTo>
                  <a:pt x="553" y="122"/>
                  <a:pt x="545" y="134"/>
                  <a:pt x="552" y="137"/>
                </a:cubicBezTo>
                <a:close/>
                <a:moveTo>
                  <a:pt x="343" y="134"/>
                </a:moveTo>
                <a:cubicBezTo>
                  <a:pt x="338" y="134"/>
                  <a:pt x="336" y="136"/>
                  <a:pt x="335" y="139"/>
                </a:cubicBezTo>
                <a:cubicBezTo>
                  <a:pt x="340" y="140"/>
                  <a:pt x="342" y="137"/>
                  <a:pt x="343" y="134"/>
                </a:cubicBezTo>
                <a:close/>
                <a:moveTo>
                  <a:pt x="1239" y="143"/>
                </a:moveTo>
                <a:cubicBezTo>
                  <a:pt x="1235" y="146"/>
                  <a:pt x="1230" y="147"/>
                  <a:pt x="1227" y="151"/>
                </a:cubicBezTo>
                <a:cubicBezTo>
                  <a:pt x="1233" y="150"/>
                  <a:pt x="1232" y="148"/>
                  <a:pt x="1238" y="147"/>
                </a:cubicBezTo>
                <a:cubicBezTo>
                  <a:pt x="1238" y="145"/>
                  <a:pt x="1239" y="145"/>
                  <a:pt x="1239" y="143"/>
                </a:cubicBezTo>
                <a:close/>
                <a:moveTo>
                  <a:pt x="1168" y="160"/>
                </a:moveTo>
                <a:cubicBezTo>
                  <a:pt x="1165" y="157"/>
                  <a:pt x="1158" y="159"/>
                  <a:pt x="1158" y="163"/>
                </a:cubicBezTo>
                <a:cubicBezTo>
                  <a:pt x="1160" y="166"/>
                  <a:pt x="1166" y="163"/>
                  <a:pt x="1168" y="160"/>
                </a:cubicBezTo>
                <a:close/>
                <a:moveTo>
                  <a:pt x="1005" y="166"/>
                </a:moveTo>
                <a:cubicBezTo>
                  <a:pt x="1009" y="167"/>
                  <a:pt x="1012" y="164"/>
                  <a:pt x="1014" y="162"/>
                </a:cubicBezTo>
                <a:cubicBezTo>
                  <a:pt x="1011" y="160"/>
                  <a:pt x="1006" y="162"/>
                  <a:pt x="1005" y="166"/>
                </a:cubicBezTo>
                <a:close/>
                <a:moveTo>
                  <a:pt x="611" y="163"/>
                </a:moveTo>
                <a:cubicBezTo>
                  <a:pt x="608" y="164"/>
                  <a:pt x="605" y="163"/>
                  <a:pt x="603" y="165"/>
                </a:cubicBezTo>
                <a:cubicBezTo>
                  <a:pt x="603" y="167"/>
                  <a:pt x="603" y="169"/>
                  <a:pt x="604" y="170"/>
                </a:cubicBezTo>
                <a:cubicBezTo>
                  <a:pt x="607" y="169"/>
                  <a:pt x="610" y="167"/>
                  <a:pt x="611" y="163"/>
                </a:cubicBezTo>
                <a:close/>
                <a:moveTo>
                  <a:pt x="1165" y="179"/>
                </a:moveTo>
                <a:cubicBezTo>
                  <a:pt x="1168" y="177"/>
                  <a:pt x="1168" y="173"/>
                  <a:pt x="1171" y="171"/>
                </a:cubicBezTo>
                <a:cubicBezTo>
                  <a:pt x="1165" y="170"/>
                  <a:pt x="1171" y="167"/>
                  <a:pt x="1170" y="163"/>
                </a:cubicBezTo>
                <a:cubicBezTo>
                  <a:pt x="1163" y="165"/>
                  <a:pt x="1159" y="170"/>
                  <a:pt x="1157" y="177"/>
                </a:cubicBezTo>
                <a:cubicBezTo>
                  <a:pt x="1160" y="176"/>
                  <a:pt x="1160" y="180"/>
                  <a:pt x="1165" y="179"/>
                </a:cubicBezTo>
                <a:close/>
                <a:moveTo>
                  <a:pt x="1070" y="192"/>
                </a:moveTo>
                <a:cubicBezTo>
                  <a:pt x="1075" y="192"/>
                  <a:pt x="1078" y="189"/>
                  <a:pt x="1085" y="188"/>
                </a:cubicBezTo>
                <a:cubicBezTo>
                  <a:pt x="1086" y="186"/>
                  <a:pt x="1088" y="185"/>
                  <a:pt x="1087" y="181"/>
                </a:cubicBezTo>
                <a:cubicBezTo>
                  <a:pt x="1083" y="181"/>
                  <a:pt x="1080" y="184"/>
                  <a:pt x="1079" y="181"/>
                </a:cubicBezTo>
                <a:cubicBezTo>
                  <a:pt x="1079" y="179"/>
                  <a:pt x="1080" y="178"/>
                  <a:pt x="1081" y="177"/>
                </a:cubicBezTo>
                <a:cubicBezTo>
                  <a:pt x="1072" y="167"/>
                  <a:pt x="1059" y="185"/>
                  <a:pt x="1070" y="192"/>
                </a:cubicBezTo>
                <a:close/>
                <a:moveTo>
                  <a:pt x="262" y="175"/>
                </a:moveTo>
                <a:cubicBezTo>
                  <a:pt x="259" y="175"/>
                  <a:pt x="259" y="179"/>
                  <a:pt x="257" y="181"/>
                </a:cubicBezTo>
                <a:cubicBezTo>
                  <a:pt x="260" y="180"/>
                  <a:pt x="263" y="179"/>
                  <a:pt x="262" y="175"/>
                </a:cubicBezTo>
                <a:close/>
                <a:moveTo>
                  <a:pt x="1056" y="194"/>
                </a:moveTo>
                <a:cubicBezTo>
                  <a:pt x="1056" y="191"/>
                  <a:pt x="1054" y="191"/>
                  <a:pt x="1053" y="190"/>
                </a:cubicBezTo>
                <a:cubicBezTo>
                  <a:pt x="1051" y="193"/>
                  <a:pt x="1044" y="192"/>
                  <a:pt x="1043" y="196"/>
                </a:cubicBezTo>
                <a:cubicBezTo>
                  <a:pt x="1049" y="197"/>
                  <a:pt x="1051" y="194"/>
                  <a:pt x="1056" y="194"/>
                </a:cubicBezTo>
                <a:close/>
                <a:moveTo>
                  <a:pt x="1041" y="196"/>
                </a:moveTo>
                <a:cubicBezTo>
                  <a:pt x="1036" y="197"/>
                  <a:pt x="1038" y="200"/>
                  <a:pt x="1037" y="203"/>
                </a:cubicBezTo>
                <a:cubicBezTo>
                  <a:pt x="1041" y="202"/>
                  <a:pt x="1040" y="199"/>
                  <a:pt x="1041" y="196"/>
                </a:cubicBezTo>
                <a:close/>
                <a:moveTo>
                  <a:pt x="1106" y="201"/>
                </a:moveTo>
                <a:cubicBezTo>
                  <a:pt x="1106" y="204"/>
                  <a:pt x="1106" y="206"/>
                  <a:pt x="1109" y="206"/>
                </a:cubicBezTo>
                <a:cubicBezTo>
                  <a:pt x="1109" y="203"/>
                  <a:pt x="1113" y="201"/>
                  <a:pt x="1109" y="200"/>
                </a:cubicBezTo>
                <a:cubicBezTo>
                  <a:pt x="1109" y="201"/>
                  <a:pt x="1108" y="201"/>
                  <a:pt x="1106" y="201"/>
                </a:cubicBezTo>
                <a:close/>
                <a:moveTo>
                  <a:pt x="1023" y="204"/>
                </a:moveTo>
                <a:cubicBezTo>
                  <a:pt x="1021" y="206"/>
                  <a:pt x="1018" y="206"/>
                  <a:pt x="1018" y="209"/>
                </a:cubicBezTo>
                <a:cubicBezTo>
                  <a:pt x="1020" y="209"/>
                  <a:pt x="1020" y="210"/>
                  <a:pt x="1021" y="210"/>
                </a:cubicBezTo>
                <a:cubicBezTo>
                  <a:pt x="1020" y="207"/>
                  <a:pt x="1026" y="207"/>
                  <a:pt x="1023" y="204"/>
                </a:cubicBezTo>
                <a:close/>
                <a:moveTo>
                  <a:pt x="1001" y="222"/>
                </a:moveTo>
                <a:cubicBezTo>
                  <a:pt x="1004" y="223"/>
                  <a:pt x="1011" y="220"/>
                  <a:pt x="1013" y="216"/>
                </a:cubicBezTo>
                <a:cubicBezTo>
                  <a:pt x="1008" y="217"/>
                  <a:pt x="1002" y="217"/>
                  <a:pt x="1001" y="222"/>
                </a:cubicBezTo>
                <a:close/>
                <a:moveTo>
                  <a:pt x="985" y="221"/>
                </a:moveTo>
                <a:cubicBezTo>
                  <a:pt x="981" y="221"/>
                  <a:pt x="979" y="223"/>
                  <a:pt x="977" y="225"/>
                </a:cubicBezTo>
                <a:cubicBezTo>
                  <a:pt x="980" y="224"/>
                  <a:pt x="985" y="226"/>
                  <a:pt x="985" y="221"/>
                </a:cubicBezTo>
                <a:close/>
                <a:moveTo>
                  <a:pt x="1122" y="240"/>
                </a:moveTo>
                <a:cubicBezTo>
                  <a:pt x="1124" y="240"/>
                  <a:pt x="1124" y="243"/>
                  <a:pt x="1126" y="244"/>
                </a:cubicBezTo>
                <a:cubicBezTo>
                  <a:pt x="1127" y="243"/>
                  <a:pt x="1128" y="243"/>
                  <a:pt x="1129" y="243"/>
                </a:cubicBezTo>
                <a:cubicBezTo>
                  <a:pt x="1129" y="241"/>
                  <a:pt x="1129" y="239"/>
                  <a:pt x="1128" y="239"/>
                </a:cubicBezTo>
                <a:cubicBezTo>
                  <a:pt x="1128" y="241"/>
                  <a:pt x="1126" y="237"/>
                  <a:pt x="1126" y="236"/>
                </a:cubicBezTo>
                <a:cubicBezTo>
                  <a:pt x="1128" y="237"/>
                  <a:pt x="1129" y="235"/>
                  <a:pt x="1127" y="234"/>
                </a:cubicBezTo>
                <a:cubicBezTo>
                  <a:pt x="1126" y="236"/>
                  <a:pt x="1124" y="236"/>
                  <a:pt x="1124" y="238"/>
                </a:cubicBezTo>
                <a:cubicBezTo>
                  <a:pt x="1127" y="241"/>
                  <a:pt x="1122" y="238"/>
                  <a:pt x="1122" y="240"/>
                </a:cubicBezTo>
                <a:close/>
                <a:moveTo>
                  <a:pt x="1145" y="258"/>
                </a:moveTo>
                <a:cubicBezTo>
                  <a:pt x="1141" y="259"/>
                  <a:pt x="1141" y="256"/>
                  <a:pt x="1138" y="256"/>
                </a:cubicBezTo>
                <a:cubicBezTo>
                  <a:pt x="1138" y="257"/>
                  <a:pt x="1138" y="259"/>
                  <a:pt x="1137" y="259"/>
                </a:cubicBezTo>
                <a:cubicBezTo>
                  <a:pt x="1141" y="260"/>
                  <a:pt x="1143" y="259"/>
                  <a:pt x="1145" y="258"/>
                </a:cubicBezTo>
                <a:close/>
                <a:moveTo>
                  <a:pt x="1140" y="326"/>
                </a:moveTo>
                <a:cubicBezTo>
                  <a:pt x="1136" y="328"/>
                  <a:pt x="1140" y="321"/>
                  <a:pt x="1136" y="323"/>
                </a:cubicBezTo>
                <a:cubicBezTo>
                  <a:pt x="1136" y="326"/>
                  <a:pt x="1139" y="330"/>
                  <a:pt x="1140" y="326"/>
                </a:cubicBezTo>
                <a:close/>
                <a:moveTo>
                  <a:pt x="1151" y="341"/>
                </a:moveTo>
                <a:cubicBezTo>
                  <a:pt x="1158" y="341"/>
                  <a:pt x="1164" y="334"/>
                  <a:pt x="1162" y="327"/>
                </a:cubicBezTo>
                <a:cubicBezTo>
                  <a:pt x="1153" y="326"/>
                  <a:pt x="1148" y="336"/>
                  <a:pt x="1151" y="341"/>
                </a:cubicBezTo>
                <a:close/>
                <a:moveTo>
                  <a:pt x="119" y="329"/>
                </a:moveTo>
                <a:cubicBezTo>
                  <a:pt x="115" y="329"/>
                  <a:pt x="113" y="330"/>
                  <a:pt x="111" y="333"/>
                </a:cubicBezTo>
                <a:cubicBezTo>
                  <a:pt x="116" y="334"/>
                  <a:pt x="116" y="331"/>
                  <a:pt x="119" y="329"/>
                </a:cubicBezTo>
                <a:close/>
                <a:moveTo>
                  <a:pt x="1131" y="342"/>
                </a:moveTo>
                <a:cubicBezTo>
                  <a:pt x="1132" y="338"/>
                  <a:pt x="1134" y="336"/>
                  <a:pt x="1136" y="334"/>
                </a:cubicBezTo>
                <a:cubicBezTo>
                  <a:pt x="1131" y="335"/>
                  <a:pt x="1129" y="335"/>
                  <a:pt x="1127" y="337"/>
                </a:cubicBezTo>
                <a:cubicBezTo>
                  <a:pt x="1131" y="336"/>
                  <a:pt x="1126" y="342"/>
                  <a:pt x="1131" y="342"/>
                </a:cubicBezTo>
                <a:close/>
                <a:moveTo>
                  <a:pt x="1136" y="343"/>
                </a:moveTo>
                <a:cubicBezTo>
                  <a:pt x="1132" y="343"/>
                  <a:pt x="1128" y="341"/>
                  <a:pt x="1128" y="347"/>
                </a:cubicBezTo>
                <a:cubicBezTo>
                  <a:pt x="1131" y="349"/>
                  <a:pt x="1136" y="346"/>
                  <a:pt x="1136" y="343"/>
                </a:cubicBezTo>
                <a:close/>
                <a:moveTo>
                  <a:pt x="1208" y="347"/>
                </a:moveTo>
                <a:cubicBezTo>
                  <a:pt x="1208" y="345"/>
                  <a:pt x="1208" y="344"/>
                  <a:pt x="1209" y="343"/>
                </a:cubicBezTo>
                <a:cubicBezTo>
                  <a:pt x="1202" y="345"/>
                  <a:pt x="1195" y="346"/>
                  <a:pt x="1192" y="351"/>
                </a:cubicBezTo>
                <a:cubicBezTo>
                  <a:pt x="1199" y="351"/>
                  <a:pt x="1202" y="345"/>
                  <a:pt x="1208" y="347"/>
                </a:cubicBezTo>
                <a:close/>
                <a:moveTo>
                  <a:pt x="1191" y="376"/>
                </a:moveTo>
                <a:cubicBezTo>
                  <a:pt x="1204" y="374"/>
                  <a:pt x="1208" y="366"/>
                  <a:pt x="1215" y="359"/>
                </a:cubicBezTo>
                <a:cubicBezTo>
                  <a:pt x="1204" y="358"/>
                  <a:pt x="1200" y="365"/>
                  <a:pt x="1191" y="367"/>
                </a:cubicBezTo>
                <a:cubicBezTo>
                  <a:pt x="1192" y="371"/>
                  <a:pt x="1193" y="374"/>
                  <a:pt x="1191" y="376"/>
                </a:cubicBezTo>
                <a:close/>
                <a:moveTo>
                  <a:pt x="1212" y="393"/>
                </a:moveTo>
                <a:cubicBezTo>
                  <a:pt x="1211" y="399"/>
                  <a:pt x="1207" y="394"/>
                  <a:pt x="1203" y="400"/>
                </a:cubicBezTo>
                <a:cubicBezTo>
                  <a:pt x="1208" y="400"/>
                  <a:pt x="1209" y="398"/>
                  <a:pt x="1212" y="398"/>
                </a:cubicBezTo>
                <a:cubicBezTo>
                  <a:pt x="1213" y="399"/>
                  <a:pt x="1212" y="400"/>
                  <a:pt x="1212" y="401"/>
                </a:cubicBezTo>
                <a:cubicBezTo>
                  <a:pt x="1218" y="401"/>
                  <a:pt x="1216" y="395"/>
                  <a:pt x="1212" y="393"/>
                </a:cubicBezTo>
                <a:close/>
                <a:moveTo>
                  <a:pt x="1108" y="408"/>
                </a:moveTo>
                <a:cubicBezTo>
                  <a:pt x="1110" y="408"/>
                  <a:pt x="1110" y="408"/>
                  <a:pt x="1110" y="408"/>
                </a:cubicBezTo>
                <a:cubicBezTo>
                  <a:pt x="1110" y="409"/>
                  <a:pt x="1109" y="413"/>
                  <a:pt x="1111" y="413"/>
                </a:cubicBezTo>
                <a:cubicBezTo>
                  <a:pt x="1113" y="411"/>
                  <a:pt x="1110" y="410"/>
                  <a:pt x="1111" y="407"/>
                </a:cubicBezTo>
                <a:cubicBezTo>
                  <a:pt x="1110" y="407"/>
                  <a:pt x="1108" y="407"/>
                  <a:pt x="1108" y="408"/>
                </a:cubicBezTo>
                <a:close/>
                <a:moveTo>
                  <a:pt x="1147" y="417"/>
                </a:moveTo>
                <a:cubicBezTo>
                  <a:pt x="1150" y="416"/>
                  <a:pt x="1152" y="414"/>
                  <a:pt x="1155" y="414"/>
                </a:cubicBezTo>
                <a:cubicBezTo>
                  <a:pt x="1156" y="410"/>
                  <a:pt x="1152" y="413"/>
                  <a:pt x="1152" y="411"/>
                </a:cubicBezTo>
                <a:cubicBezTo>
                  <a:pt x="1153" y="411"/>
                  <a:pt x="1154" y="411"/>
                  <a:pt x="1154" y="410"/>
                </a:cubicBezTo>
                <a:cubicBezTo>
                  <a:pt x="1150" y="409"/>
                  <a:pt x="1149" y="411"/>
                  <a:pt x="1147" y="412"/>
                </a:cubicBezTo>
                <a:cubicBezTo>
                  <a:pt x="1147" y="413"/>
                  <a:pt x="1145" y="417"/>
                  <a:pt x="1147" y="417"/>
                </a:cubicBezTo>
                <a:close/>
                <a:moveTo>
                  <a:pt x="1179" y="431"/>
                </a:moveTo>
                <a:cubicBezTo>
                  <a:pt x="1183" y="429"/>
                  <a:pt x="1188" y="427"/>
                  <a:pt x="1193" y="425"/>
                </a:cubicBezTo>
                <a:cubicBezTo>
                  <a:pt x="1195" y="426"/>
                  <a:pt x="1192" y="428"/>
                  <a:pt x="1194" y="429"/>
                </a:cubicBezTo>
                <a:cubicBezTo>
                  <a:pt x="1200" y="429"/>
                  <a:pt x="1200" y="429"/>
                  <a:pt x="1200" y="429"/>
                </a:cubicBezTo>
                <a:cubicBezTo>
                  <a:pt x="1202" y="426"/>
                  <a:pt x="1204" y="421"/>
                  <a:pt x="1209" y="419"/>
                </a:cubicBezTo>
                <a:cubicBezTo>
                  <a:pt x="1210" y="418"/>
                  <a:pt x="1206" y="416"/>
                  <a:pt x="1209" y="416"/>
                </a:cubicBezTo>
                <a:cubicBezTo>
                  <a:pt x="1210" y="411"/>
                  <a:pt x="1197" y="413"/>
                  <a:pt x="1191" y="416"/>
                </a:cubicBezTo>
                <a:cubicBezTo>
                  <a:pt x="1191" y="421"/>
                  <a:pt x="1179" y="427"/>
                  <a:pt x="1179" y="431"/>
                </a:cubicBezTo>
                <a:close/>
                <a:moveTo>
                  <a:pt x="1073" y="425"/>
                </a:moveTo>
                <a:cubicBezTo>
                  <a:pt x="1075" y="425"/>
                  <a:pt x="1075" y="426"/>
                  <a:pt x="1077" y="426"/>
                </a:cubicBezTo>
                <a:cubicBezTo>
                  <a:pt x="1076" y="420"/>
                  <a:pt x="1083" y="422"/>
                  <a:pt x="1082" y="416"/>
                </a:cubicBezTo>
                <a:cubicBezTo>
                  <a:pt x="1079" y="416"/>
                  <a:pt x="1079" y="416"/>
                  <a:pt x="1079" y="416"/>
                </a:cubicBezTo>
                <a:cubicBezTo>
                  <a:pt x="1080" y="420"/>
                  <a:pt x="1075" y="418"/>
                  <a:pt x="1074" y="420"/>
                </a:cubicBezTo>
                <a:cubicBezTo>
                  <a:pt x="1077" y="422"/>
                  <a:pt x="1072" y="422"/>
                  <a:pt x="1073" y="425"/>
                </a:cubicBezTo>
                <a:close/>
                <a:moveTo>
                  <a:pt x="1152" y="425"/>
                </a:moveTo>
                <a:cubicBezTo>
                  <a:pt x="1154" y="425"/>
                  <a:pt x="1157" y="425"/>
                  <a:pt x="1158" y="424"/>
                </a:cubicBezTo>
                <a:cubicBezTo>
                  <a:pt x="1160" y="417"/>
                  <a:pt x="1152" y="422"/>
                  <a:pt x="1157" y="417"/>
                </a:cubicBezTo>
                <a:cubicBezTo>
                  <a:pt x="1154" y="418"/>
                  <a:pt x="1150" y="418"/>
                  <a:pt x="1149" y="421"/>
                </a:cubicBezTo>
                <a:cubicBezTo>
                  <a:pt x="1152" y="422"/>
                  <a:pt x="1154" y="419"/>
                  <a:pt x="1154" y="421"/>
                </a:cubicBezTo>
                <a:cubicBezTo>
                  <a:pt x="1152" y="421"/>
                  <a:pt x="1152" y="423"/>
                  <a:pt x="1152" y="425"/>
                </a:cubicBezTo>
                <a:close/>
                <a:moveTo>
                  <a:pt x="1104" y="424"/>
                </a:moveTo>
                <a:cubicBezTo>
                  <a:pt x="1107" y="423"/>
                  <a:pt x="1110" y="420"/>
                  <a:pt x="1109" y="418"/>
                </a:cubicBezTo>
                <a:cubicBezTo>
                  <a:pt x="1108" y="420"/>
                  <a:pt x="1104" y="420"/>
                  <a:pt x="1104" y="424"/>
                </a:cubicBezTo>
                <a:close/>
                <a:moveTo>
                  <a:pt x="68" y="432"/>
                </a:moveTo>
                <a:cubicBezTo>
                  <a:pt x="68" y="429"/>
                  <a:pt x="68" y="429"/>
                  <a:pt x="68" y="429"/>
                </a:cubicBezTo>
                <a:cubicBezTo>
                  <a:pt x="67" y="429"/>
                  <a:pt x="65" y="428"/>
                  <a:pt x="65" y="429"/>
                </a:cubicBezTo>
                <a:cubicBezTo>
                  <a:pt x="66" y="430"/>
                  <a:pt x="65" y="433"/>
                  <a:pt x="68" y="432"/>
                </a:cubicBezTo>
                <a:close/>
                <a:moveTo>
                  <a:pt x="1185" y="436"/>
                </a:moveTo>
                <a:cubicBezTo>
                  <a:pt x="1190" y="436"/>
                  <a:pt x="1193" y="434"/>
                  <a:pt x="1195" y="431"/>
                </a:cubicBezTo>
                <a:cubicBezTo>
                  <a:pt x="1192" y="430"/>
                  <a:pt x="1187" y="434"/>
                  <a:pt x="1185" y="436"/>
                </a:cubicBezTo>
                <a:close/>
                <a:moveTo>
                  <a:pt x="1159" y="432"/>
                </a:moveTo>
                <a:cubicBezTo>
                  <a:pt x="1158" y="436"/>
                  <a:pt x="1154" y="437"/>
                  <a:pt x="1153" y="441"/>
                </a:cubicBezTo>
                <a:cubicBezTo>
                  <a:pt x="1158" y="440"/>
                  <a:pt x="1161" y="438"/>
                  <a:pt x="1164" y="435"/>
                </a:cubicBezTo>
                <a:cubicBezTo>
                  <a:pt x="1161" y="435"/>
                  <a:pt x="1162" y="432"/>
                  <a:pt x="1159" y="432"/>
                </a:cubicBezTo>
                <a:close/>
                <a:moveTo>
                  <a:pt x="1201" y="437"/>
                </a:moveTo>
                <a:cubicBezTo>
                  <a:pt x="1199" y="437"/>
                  <a:pt x="1199" y="437"/>
                  <a:pt x="1199" y="437"/>
                </a:cubicBezTo>
                <a:cubicBezTo>
                  <a:pt x="1198" y="442"/>
                  <a:pt x="1192" y="441"/>
                  <a:pt x="1191" y="445"/>
                </a:cubicBezTo>
                <a:cubicBezTo>
                  <a:pt x="1194" y="442"/>
                  <a:pt x="1201" y="443"/>
                  <a:pt x="1201" y="437"/>
                </a:cubicBezTo>
                <a:close/>
                <a:moveTo>
                  <a:pt x="1240" y="443"/>
                </a:moveTo>
                <a:cubicBezTo>
                  <a:pt x="1239" y="440"/>
                  <a:pt x="1241" y="439"/>
                  <a:pt x="1241" y="437"/>
                </a:cubicBezTo>
                <a:cubicBezTo>
                  <a:pt x="1234" y="438"/>
                  <a:pt x="1228" y="441"/>
                  <a:pt x="1226" y="447"/>
                </a:cubicBezTo>
                <a:cubicBezTo>
                  <a:pt x="1233" y="448"/>
                  <a:pt x="1234" y="443"/>
                  <a:pt x="1240" y="443"/>
                </a:cubicBezTo>
                <a:close/>
                <a:moveTo>
                  <a:pt x="1059" y="439"/>
                </a:moveTo>
                <a:cubicBezTo>
                  <a:pt x="1051" y="438"/>
                  <a:pt x="1048" y="443"/>
                  <a:pt x="1048" y="450"/>
                </a:cubicBezTo>
                <a:cubicBezTo>
                  <a:pt x="1043" y="453"/>
                  <a:pt x="1037" y="456"/>
                  <a:pt x="1032" y="459"/>
                </a:cubicBezTo>
                <a:cubicBezTo>
                  <a:pt x="1031" y="463"/>
                  <a:pt x="1033" y="464"/>
                  <a:pt x="1035" y="466"/>
                </a:cubicBezTo>
                <a:cubicBezTo>
                  <a:pt x="1039" y="464"/>
                  <a:pt x="1042" y="461"/>
                  <a:pt x="1048" y="461"/>
                </a:cubicBezTo>
                <a:cubicBezTo>
                  <a:pt x="1049" y="458"/>
                  <a:pt x="1045" y="460"/>
                  <a:pt x="1046" y="457"/>
                </a:cubicBezTo>
                <a:cubicBezTo>
                  <a:pt x="1051" y="456"/>
                  <a:pt x="1055" y="454"/>
                  <a:pt x="1058" y="451"/>
                </a:cubicBezTo>
                <a:cubicBezTo>
                  <a:pt x="1055" y="450"/>
                  <a:pt x="1054" y="452"/>
                  <a:pt x="1052" y="452"/>
                </a:cubicBezTo>
                <a:cubicBezTo>
                  <a:pt x="1055" y="449"/>
                  <a:pt x="1050" y="450"/>
                  <a:pt x="1050" y="449"/>
                </a:cubicBezTo>
                <a:cubicBezTo>
                  <a:pt x="1051" y="444"/>
                  <a:pt x="1057" y="444"/>
                  <a:pt x="1059" y="439"/>
                </a:cubicBezTo>
                <a:close/>
                <a:moveTo>
                  <a:pt x="1030" y="451"/>
                </a:moveTo>
                <a:cubicBezTo>
                  <a:pt x="1032" y="453"/>
                  <a:pt x="1034" y="451"/>
                  <a:pt x="1037" y="451"/>
                </a:cubicBezTo>
                <a:cubicBezTo>
                  <a:pt x="1037" y="448"/>
                  <a:pt x="1035" y="448"/>
                  <a:pt x="1036" y="446"/>
                </a:cubicBezTo>
                <a:cubicBezTo>
                  <a:pt x="1032" y="446"/>
                  <a:pt x="1031" y="448"/>
                  <a:pt x="1030" y="451"/>
                </a:cubicBezTo>
                <a:close/>
                <a:moveTo>
                  <a:pt x="1194" y="448"/>
                </a:moveTo>
                <a:cubicBezTo>
                  <a:pt x="1193" y="449"/>
                  <a:pt x="1193" y="451"/>
                  <a:pt x="1193" y="453"/>
                </a:cubicBezTo>
                <a:cubicBezTo>
                  <a:pt x="1196" y="452"/>
                  <a:pt x="1198" y="451"/>
                  <a:pt x="1199" y="449"/>
                </a:cubicBezTo>
                <a:cubicBezTo>
                  <a:pt x="1197" y="449"/>
                  <a:pt x="1197" y="447"/>
                  <a:pt x="1194" y="448"/>
                </a:cubicBezTo>
                <a:close/>
                <a:moveTo>
                  <a:pt x="1245" y="449"/>
                </a:moveTo>
                <a:cubicBezTo>
                  <a:pt x="1243" y="449"/>
                  <a:pt x="1243" y="450"/>
                  <a:pt x="1241" y="450"/>
                </a:cubicBezTo>
                <a:cubicBezTo>
                  <a:pt x="1241" y="449"/>
                  <a:pt x="1240" y="448"/>
                  <a:pt x="1239" y="448"/>
                </a:cubicBezTo>
                <a:cubicBezTo>
                  <a:pt x="1239" y="450"/>
                  <a:pt x="1237" y="452"/>
                  <a:pt x="1238" y="455"/>
                </a:cubicBezTo>
                <a:cubicBezTo>
                  <a:pt x="1241" y="454"/>
                  <a:pt x="1242" y="451"/>
                  <a:pt x="1245" y="449"/>
                </a:cubicBezTo>
                <a:close/>
                <a:moveTo>
                  <a:pt x="1212" y="456"/>
                </a:moveTo>
                <a:cubicBezTo>
                  <a:pt x="1213" y="457"/>
                  <a:pt x="1211" y="452"/>
                  <a:pt x="1209" y="452"/>
                </a:cubicBezTo>
                <a:cubicBezTo>
                  <a:pt x="1207" y="455"/>
                  <a:pt x="1205" y="452"/>
                  <a:pt x="1203" y="453"/>
                </a:cubicBezTo>
                <a:cubicBezTo>
                  <a:pt x="1195" y="454"/>
                  <a:pt x="1192" y="462"/>
                  <a:pt x="1185" y="466"/>
                </a:cubicBezTo>
                <a:cubicBezTo>
                  <a:pt x="1177" y="470"/>
                  <a:pt x="1168" y="473"/>
                  <a:pt x="1159" y="477"/>
                </a:cubicBezTo>
                <a:cubicBezTo>
                  <a:pt x="1159" y="480"/>
                  <a:pt x="1156" y="481"/>
                  <a:pt x="1156" y="484"/>
                </a:cubicBezTo>
                <a:cubicBezTo>
                  <a:pt x="1168" y="484"/>
                  <a:pt x="1178" y="470"/>
                  <a:pt x="1195" y="468"/>
                </a:cubicBezTo>
                <a:cubicBezTo>
                  <a:pt x="1200" y="463"/>
                  <a:pt x="1207" y="460"/>
                  <a:pt x="1212" y="456"/>
                </a:cubicBezTo>
                <a:close/>
                <a:moveTo>
                  <a:pt x="1055" y="455"/>
                </a:moveTo>
                <a:cubicBezTo>
                  <a:pt x="1055" y="457"/>
                  <a:pt x="1051" y="456"/>
                  <a:pt x="1051" y="458"/>
                </a:cubicBezTo>
                <a:cubicBezTo>
                  <a:pt x="1053" y="458"/>
                  <a:pt x="1052" y="461"/>
                  <a:pt x="1054" y="461"/>
                </a:cubicBezTo>
                <a:cubicBezTo>
                  <a:pt x="1053" y="459"/>
                  <a:pt x="1058" y="457"/>
                  <a:pt x="1055" y="455"/>
                </a:cubicBezTo>
                <a:close/>
                <a:moveTo>
                  <a:pt x="128" y="500"/>
                </a:moveTo>
                <a:cubicBezTo>
                  <a:pt x="131" y="500"/>
                  <a:pt x="133" y="499"/>
                  <a:pt x="134" y="497"/>
                </a:cubicBezTo>
                <a:cubicBezTo>
                  <a:pt x="132" y="495"/>
                  <a:pt x="129" y="498"/>
                  <a:pt x="128" y="500"/>
                </a:cubicBezTo>
                <a:close/>
                <a:moveTo>
                  <a:pt x="123" y="531"/>
                </a:moveTo>
                <a:cubicBezTo>
                  <a:pt x="127" y="529"/>
                  <a:pt x="131" y="527"/>
                  <a:pt x="137" y="528"/>
                </a:cubicBezTo>
                <a:cubicBezTo>
                  <a:pt x="141" y="524"/>
                  <a:pt x="139" y="514"/>
                  <a:pt x="144" y="511"/>
                </a:cubicBezTo>
                <a:cubicBezTo>
                  <a:pt x="141" y="507"/>
                  <a:pt x="134" y="509"/>
                  <a:pt x="130" y="512"/>
                </a:cubicBezTo>
                <a:cubicBezTo>
                  <a:pt x="134" y="516"/>
                  <a:pt x="131" y="519"/>
                  <a:pt x="133" y="521"/>
                </a:cubicBezTo>
                <a:cubicBezTo>
                  <a:pt x="131" y="526"/>
                  <a:pt x="126" y="527"/>
                  <a:pt x="123" y="531"/>
                </a:cubicBezTo>
                <a:close/>
                <a:moveTo>
                  <a:pt x="1252" y="521"/>
                </a:moveTo>
                <a:cubicBezTo>
                  <a:pt x="1255" y="520"/>
                  <a:pt x="1259" y="520"/>
                  <a:pt x="1260" y="517"/>
                </a:cubicBezTo>
                <a:cubicBezTo>
                  <a:pt x="1256" y="517"/>
                  <a:pt x="1253" y="518"/>
                  <a:pt x="1252" y="521"/>
                </a:cubicBezTo>
                <a:close/>
                <a:moveTo>
                  <a:pt x="163" y="524"/>
                </a:moveTo>
                <a:cubicBezTo>
                  <a:pt x="162" y="528"/>
                  <a:pt x="157" y="529"/>
                  <a:pt x="154" y="533"/>
                </a:cubicBezTo>
                <a:cubicBezTo>
                  <a:pt x="160" y="533"/>
                  <a:pt x="160" y="533"/>
                  <a:pt x="160" y="533"/>
                </a:cubicBezTo>
                <a:cubicBezTo>
                  <a:pt x="160" y="530"/>
                  <a:pt x="166" y="527"/>
                  <a:pt x="163" y="524"/>
                </a:cubicBezTo>
                <a:close/>
                <a:moveTo>
                  <a:pt x="143" y="551"/>
                </a:moveTo>
                <a:cubicBezTo>
                  <a:pt x="142" y="551"/>
                  <a:pt x="143" y="548"/>
                  <a:pt x="141" y="548"/>
                </a:cubicBezTo>
                <a:cubicBezTo>
                  <a:pt x="140" y="549"/>
                  <a:pt x="139" y="549"/>
                  <a:pt x="138" y="549"/>
                </a:cubicBezTo>
                <a:cubicBezTo>
                  <a:pt x="136" y="554"/>
                  <a:pt x="143" y="554"/>
                  <a:pt x="143" y="551"/>
                </a:cubicBezTo>
                <a:close/>
                <a:moveTo>
                  <a:pt x="133" y="576"/>
                </a:moveTo>
                <a:cubicBezTo>
                  <a:pt x="130" y="576"/>
                  <a:pt x="126" y="580"/>
                  <a:pt x="128" y="582"/>
                </a:cubicBezTo>
                <a:cubicBezTo>
                  <a:pt x="129" y="580"/>
                  <a:pt x="132" y="579"/>
                  <a:pt x="133" y="576"/>
                </a:cubicBezTo>
                <a:close/>
                <a:moveTo>
                  <a:pt x="139" y="587"/>
                </a:moveTo>
                <a:cubicBezTo>
                  <a:pt x="145" y="585"/>
                  <a:pt x="152" y="583"/>
                  <a:pt x="153" y="576"/>
                </a:cubicBezTo>
                <a:cubicBezTo>
                  <a:pt x="145" y="576"/>
                  <a:pt x="145" y="585"/>
                  <a:pt x="139" y="587"/>
                </a:cubicBezTo>
                <a:close/>
                <a:moveTo>
                  <a:pt x="129" y="597"/>
                </a:moveTo>
                <a:cubicBezTo>
                  <a:pt x="128" y="600"/>
                  <a:pt x="135" y="597"/>
                  <a:pt x="136" y="597"/>
                </a:cubicBezTo>
                <a:cubicBezTo>
                  <a:pt x="134" y="595"/>
                  <a:pt x="131" y="596"/>
                  <a:pt x="129" y="597"/>
                </a:cubicBezTo>
                <a:close/>
                <a:moveTo>
                  <a:pt x="1159" y="601"/>
                </a:moveTo>
                <a:cubicBezTo>
                  <a:pt x="1154" y="604"/>
                  <a:pt x="1147" y="604"/>
                  <a:pt x="1147" y="611"/>
                </a:cubicBezTo>
                <a:cubicBezTo>
                  <a:pt x="1152" y="610"/>
                  <a:pt x="1163" y="605"/>
                  <a:pt x="1159" y="601"/>
                </a:cubicBezTo>
                <a:close/>
                <a:moveTo>
                  <a:pt x="95" y="617"/>
                </a:moveTo>
                <a:cubicBezTo>
                  <a:pt x="100" y="616"/>
                  <a:pt x="103" y="611"/>
                  <a:pt x="105" y="607"/>
                </a:cubicBezTo>
                <a:cubicBezTo>
                  <a:pt x="99" y="607"/>
                  <a:pt x="96" y="612"/>
                  <a:pt x="95" y="617"/>
                </a:cubicBezTo>
                <a:close/>
                <a:moveTo>
                  <a:pt x="1184" y="609"/>
                </a:moveTo>
                <a:cubicBezTo>
                  <a:pt x="1182" y="610"/>
                  <a:pt x="1179" y="611"/>
                  <a:pt x="1177" y="612"/>
                </a:cubicBezTo>
                <a:cubicBezTo>
                  <a:pt x="1176" y="614"/>
                  <a:pt x="1177" y="617"/>
                  <a:pt x="1179" y="619"/>
                </a:cubicBezTo>
                <a:cubicBezTo>
                  <a:pt x="1181" y="616"/>
                  <a:pt x="1184" y="613"/>
                  <a:pt x="1184" y="609"/>
                </a:cubicBezTo>
                <a:close/>
                <a:moveTo>
                  <a:pt x="1170" y="621"/>
                </a:moveTo>
                <a:cubicBezTo>
                  <a:pt x="1172" y="623"/>
                  <a:pt x="1173" y="620"/>
                  <a:pt x="1175" y="620"/>
                </a:cubicBezTo>
                <a:cubicBezTo>
                  <a:pt x="1175" y="618"/>
                  <a:pt x="1175" y="616"/>
                  <a:pt x="1172" y="616"/>
                </a:cubicBezTo>
                <a:cubicBezTo>
                  <a:pt x="1172" y="618"/>
                  <a:pt x="1171" y="619"/>
                  <a:pt x="1170" y="621"/>
                </a:cubicBezTo>
                <a:close/>
                <a:moveTo>
                  <a:pt x="229" y="618"/>
                </a:moveTo>
                <a:cubicBezTo>
                  <a:pt x="222" y="620"/>
                  <a:pt x="218" y="616"/>
                  <a:pt x="208" y="617"/>
                </a:cubicBezTo>
                <a:cubicBezTo>
                  <a:pt x="209" y="621"/>
                  <a:pt x="212" y="624"/>
                  <a:pt x="215" y="626"/>
                </a:cubicBezTo>
                <a:cubicBezTo>
                  <a:pt x="223" y="627"/>
                  <a:pt x="227" y="623"/>
                  <a:pt x="229" y="618"/>
                </a:cubicBezTo>
                <a:close/>
                <a:moveTo>
                  <a:pt x="131" y="618"/>
                </a:moveTo>
                <a:cubicBezTo>
                  <a:pt x="131" y="620"/>
                  <a:pt x="129" y="620"/>
                  <a:pt x="129" y="622"/>
                </a:cubicBezTo>
                <a:cubicBezTo>
                  <a:pt x="131" y="622"/>
                  <a:pt x="135" y="623"/>
                  <a:pt x="135" y="620"/>
                </a:cubicBezTo>
                <a:cubicBezTo>
                  <a:pt x="132" y="621"/>
                  <a:pt x="134" y="617"/>
                  <a:pt x="131" y="618"/>
                </a:cubicBezTo>
                <a:close/>
                <a:moveTo>
                  <a:pt x="119" y="637"/>
                </a:moveTo>
                <a:cubicBezTo>
                  <a:pt x="114" y="634"/>
                  <a:pt x="123" y="630"/>
                  <a:pt x="118" y="626"/>
                </a:cubicBezTo>
                <a:cubicBezTo>
                  <a:pt x="116" y="630"/>
                  <a:pt x="113" y="622"/>
                  <a:pt x="111" y="625"/>
                </a:cubicBezTo>
                <a:cubicBezTo>
                  <a:pt x="113" y="626"/>
                  <a:pt x="114" y="627"/>
                  <a:pt x="114" y="629"/>
                </a:cubicBezTo>
                <a:cubicBezTo>
                  <a:pt x="113" y="631"/>
                  <a:pt x="109" y="630"/>
                  <a:pt x="109" y="633"/>
                </a:cubicBezTo>
                <a:cubicBezTo>
                  <a:pt x="110" y="636"/>
                  <a:pt x="106" y="641"/>
                  <a:pt x="105" y="645"/>
                </a:cubicBezTo>
                <a:cubicBezTo>
                  <a:pt x="109" y="642"/>
                  <a:pt x="116" y="641"/>
                  <a:pt x="119" y="637"/>
                </a:cubicBezTo>
                <a:close/>
                <a:moveTo>
                  <a:pt x="126" y="633"/>
                </a:moveTo>
                <a:cubicBezTo>
                  <a:pt x="127" y="632"/>
                  <a:pt x="128" y="631"/>
                  <a:pt x="128" y="629"/>
                </a:cubicBezTo>
                <a:cubicBezTo>
                  <a:pt x="125" y="628"/>
                  <a:pt x="123" y="628"/>
                  <a:pt x="121" y="630"/>
                </a:cubicBezTo>
                <a:cubicBezTo>
                  <a:pt x="124" y="630"/>
                  <a:pt x="123" y="633"/>
                  <a:pt x="126" y="633"/>
                </a:cubicBezTo>
                <a:close/>
                <a:moveTo>
                  <a:pt x="85" y="656"/>
                </a:moveTo>
                <a:cubicBezTo>
                  <a:pt x="90" y="653"/>
                  <a:pt x="99" y="656"/>
                  <a:pt x="101" y="646"/>
                </a:cubicBezTo>
                <a:cubicBezTo>
                  <a:pt x="98" y="647"/>
                  <a:pt x="96" y="645"/>
                  <a:pt x="95" y="644"/>
                </a:cubicBezTo>
                <a:cubicBezTo>
                  <a:pt x="94" y="646"/>
                  <a:pt x="92" y="648"/>
                  <a:pt x="93" y="651"/>
                </a:cubicBezTo>
                <a:cubicBezTo>
                  <a:pt x="90" y="653"/>
                  <a:pt x="86" y="653"/>
                  <a:pt x="85" y="656"/>
                </a:cubicBezTo>
                <a:close/>
                <a:moveTo>
                  <a:pt x="1150" y="651"/>
                </a:moveTo>
                <a:cubicBezTo>
                  <a:pt x="1149" y="649"/>
                  <a:pt x="1145" y="650"/>
                  <a:pt x="1145" y="651"/>
                </a:cubicBezTo>
                <a:cubicBezTo>
                  <a:pt x="1146" y="652"/>
                  <a:pt x="1145" y="655"/>
                  <a:pt x="1148" y="654"/>
                </a:cubicBezTo>
                <a:cubicBezTo>
                  <a:pt x="1148" y="652"/>
                  <a:pt x="1150" y="652"/>
                  <a:pt x="1150" y="651"/>
                </a:cubicBezTo>
                <a:close/>
                <a:moveTo>
                  <a:pt x="1164" y="657"/>
                </a:moveTo>
                <a:cubicBezTo>
                  <a:pt x="1165" y="654"/>
                  <a:pt x="1165" y="652"/>
                  <a:pt x="1162" y="651"/>
                </a:cubicBezTo>
                <a:cubicBezTo>
                  <a:pt x="1160" y="653"/>
                  <a:pt x="1162" y="656"/>
                  <a:pt x="1164" y="657"/>
                </a:cubicBezTo>
                <a:close/>
                <a:moveTo>
                  <a:pt x="1195" y="662"/>
                </a:moveTo>
                <a:cubicBezTo>
                  <a:pt x="1195" y="659"/>
                  <a:pt x="1193" y="658"/>
                  <a:pt x="1192" y="657"/>
                </a:cubicBezTo>
                <a:cubicBezTo>
                  <a:pt x="1191" y="659"/>
                  <a:pt x="1189" y="660"/>
                  <a:pt x="1187" y="661"/>
                </a:cubicBezTo>
                <a:cubicBezTo>
                  <a:pt x="1186" y="664"/>
                  <a:pt x="1188" y="665"/>
                  <a:pt x="1188" y="668"/>
                </a:cubicBezTo>
                <a:cubicBezTo>
                  <a:pt x="1193" y="669"/>
                  <a:pt x="1190" y="661"/>
                  <a:pt x="1195" y="662"/>
                </a:cubicBezTo>
                <a:close/>
                <a:moveTo>
                  <a:pt x="1196" y="671"/>
                </a:moveTo>
                <a:cubicBezTo>
                  <a:pt x="1196" y="672"/>
                  <a:pt x="1195" y="672"/>
                  <a:pt x="1194" y="671"/>
                </a:cubicBezTo>
                <a:cubicBezTo>
                  <a:pt x="1194" y="674"/>
                  <a:pt x="1191" y="675"/>
                  <a:pt x="1188" y="675"/>
                </a:cubicBezTo>
                <a:cubicBezTo>
                  <a:pt x="1188" y="676"/>
                  <a:pt x="1187" y="677"/>
                  <a:pt x="1187" y="678"/>
                </a:cubicBezTo>
                <a:cubicBezTo>
                  <a:pt x="1192" y="680"/>
                  <a:pt x="1192" y="675"/>
                  <a:pt x="1196" y="676"/>
                </a:cubicBezTo>
                <a:cubicBezTo>
                  <a:pt x="1195" y="673"/>
                  <a:pt x="1199" y="672"/>
                  <a:pt x="1196" y="671"/>
                </a:cubicBezTo>
                <a:close/>
                <a:moveTo>
                  <a:pt x="1161" y="690"/>
                </a:moveTo>
                <a:cubicBezTo>
                  <a:pt x="1171" y="690"/>
                  <a:pt x="1166" y="685"/>
                  <a:pt x="1161" y="690"/>
                </a:cubicBezTo>
                <a:close/>
                <a:moveTo>
                  <a:pt x="1213" y="728"/>
                </a:moveTo>
                <a:cubicBezTo>
                  <a:pt x="1210" y="728"/>
                  <a:pt x="1208" y="730"/>
                  <a:pt x="1207" y="733"/>
                </a:cubicBezTo>
                <a:cubicBezTo>
                  <a:pt x="1208" y="735"/>
                  <a:pt x="1209" y="736"/>
                  <a:pt x="1211" y="737"/>
                </a:cubicBezTo>
                <a:cubicBezTo>
                  <a:pt x="1210" y="735"/>
                  <a:pt x="1213" y="736"/>
                  <a:pt x="1213" y="734"/>
                </a:cubicBezTo>
                <a:cubicBezTo>
                  <a:pt x="1211" y="733"/>
                  <a:pt x="1214" y="730"/>
                  <a:pt x="1213" y="728"/>
                </a:cubicBezTo>
                <a:close/>
                <a:moveTo>
                  <a:pt x="1152" y="730"/>
                </a:moveTo>
                <a:cubicBezTo>
                  <a:pt x="1149" y="731"/>
                  <a:pt x="1145" y="734"/>
                  <a:pt x="1149" y="735"/>
                </a:cubicBezTo>
                <a:cubicBezTo>
                  <a:pt x="1149" y="732"/>
                  <a:pt x="1152" y="733"/>
                  <a:pt x="1152" y="730"/>
                </a:cubicBezTo>
                <a:close/>
                <a:moveTo>
                  <a:pt x="1090" y="772"/>
                </a:moveTo>
                <a:cubicBezTo>
                  <a:pt x="1090" y="770"/>
                  <a:pt x="1094" y="771"/>
                  <a:pt x="1093" y="768"/>
                </a:cubicBezTo>
                <a:cubicBezTo>
                  <a:pt x="1092" y="768"/>
                  <a:pt x="1092" y="766"/>
                  <a:pt x="1091" y="767"/>
                </a:cubicBezTo>
                <a:cubicBezTo>
                  <a:pt x="1090" y="768"/>
                  <a:pt x="1087" y="771"/>
                  <a:pt x="1090" y="772"/>
                </a:cubicBezTo>
                <a:close/>
                <a:moveTo>
                  <a:pt x="176" y="780"/>
                </a:moveTo>
                <a:cubicBezTo>
                  <a:pt x="173" y="779"/>
                  <a:pt x="167" y="778"/>
                  <a:pt x="165" y="782"/>
                </a:cubicBezTo>
                <a:cubicBezTo>
                  <a:pt x="170" y="783"/>
                  <a:pt x="175" y="783"/>
                  <a:pt x="176" y="780"/>
                </a:cubicBezTo>
                <a:close/>
                <a:moveTo>
                  <a:pt x="1020" y="798"/>
                </a:moveTo>
                <a:cubicBezTo>
                  <a:pt x="1020" y="795"/>
                  <a:pt x="1022" y="794"/>
                  <a:pt x="1023" y="792"/>
                </a:cubicBezTo>
                <a:cubicBezTo>
                  <a:pt x="1021" y="792"/>
                  <a:pt x="1022" y="789"/>
                  <a:pt x="1019" y="790"/>
                </a:cubicBezTo>
                <a:cubicBezTo>
                  <a:pt x="1022" y="794"/>
                  <a:pt x="1016" y="796"/>
                  <a:pt x="1020" y="798"/>
                </a:cubicBezTo>
                <a:close/>
                <a:moveTo>
                  <a:pt x="1191" y="812"/>
                </a:moveTo>
                <a:cubicBezTo>
                  <a:pt x="1191" y="811"/>
                  <a:pt x="1191" y="810"/>
                  <a:pt x="1191" y="810"/>
                </a:cubicBezTo>
                <a:cubicBezTo>
                  <a:pt x="1191" y="814"/>
                  <a:pt x="1190" y="815"/>
                  <a:pt x="1192" y="817"/>
                </a:cubicBezTo>
                <a:cubicBezTo>
                  <a:pt x="1193" y="815"/>
                  <a:pt x="1198" y="811"/>
                  <a:pt x="1200" y="813"/>
                </a:cubicBezTo>
                <a:cubicBezTo>
                  <a:pt x="1200" y="817"/>
                  <a:pt x="1197" y="812"/>
                  <a:pt x="1198" y="816"/>
                </a:cubicBezTo>
                <a:cubicBezTo>
                  <a:pt x="1199" y="816"/>
                  <a:pt x="1200" y="816"/>
                  <a:pt x="1201" y="817"/>
                </a:cubicBezTo>
                <a:cubicBezTo>
                  <a:pt x="1201" y="813"/>
                  <a:pt x="1205" y="811"/>
                  <a:pt x="1204" y="809"/>
                </a:cubicBezTo>
                <a:cubicBezTo>
                  <a:pt x="1207" y="809"/>
                  <a:pt x="1207" y="812"/>
                  <a:pt x="1208" y="813"/>
                </a:cubicBezTo>
                <a:cubicBezTo>
                  <a:pt x="1212" y="812"/>
                  <a:pt x="1213" y="808"/>
                  <a:pt x="1218" y="808"/>
                </a:cubicBezTo>
                <a:cubicBezTo>
                  <a:pt x="1217" y="803"/>
                  <a:pt x="1218" y="802"/>
                  <a:pt x="1220" y="798"/>
                </a:cubicBezTo>
                <a:cubicBezTo>
                  <a:pt x="1208" y="801"/>
                  <a:pt x="1205" y="811"/>
                  <a:pt x="1191" y="812"/>
                </a:cubicBezTo>
                <a:close/>
                <a:moveTo>
                  <a:pt x="1157" y="815"/>
                </a:moveTo>
                <a:cubicBezTo>
                  <a:pt x="1158" y="815"/>
                  <a:pt x="1159" y="816"/>
                  <a:pt x="1160" y="816"/>
                </a:cubicBezTo>
                <a:cubicBezTo>
                  <a:pt x="1161" y="813"/>
                  <a:pt x="1164" y="813"/>
                  <a:pt x="1164" y="810"/>
                </a:cubicBezTo>
                <a:cubicBezTo>
                  <a:pt x="1163" y="810"/>
                  <a:pt x="1162" y="810"/>
                  <a:pt x="1161" y="809"/>
                </a:cubicBezTo>
                <a:cubicBezTo>
                  <a:pt x="1160" y="812"/>
                  <a:pt x="1157" y="812"/>
                  <a:pt x="1157" y="815"/>
                </a:cubicBezTo>
                <a:close/>
                <a:moveTo>
                  <a:pt x="963" y="823"/>
                </a:moveTo>
                <a:cubicBezTo>
                  <a:pt x="963" y="825"/>
                  <a:pt x="961" y="824"/>
                  <a:pt x="961" y="825"/>
                </a:cubicBezTo>
                <a:cubicBezTo>
                  <a:pt x="961" y="827"/>
                  <a:pt x="961" y="830"/>
                  <a:pt x="962" y="831"/>
                </a:cubicBezTo>
                <a:cubicBezTo>
                  <a:pt x="963" y="829"/>
                  <a:pt x="966" y="829"/>
                  <a:pt x="967" y="828"/>
                </a:cubicBezTo>
                <a:cubicBezTo>
                  <a:pt x="966" y="826"/>
                  <a:pt x="966" y="824"/>
                  <a:pt x="963" y="823"/>
                </a:cubicBezTo>
                <a:close/>
                <a:moveTo>
                  <a:pt x="928" y="831"/>
                </a:moveTo>
                <a:cubicBezTo>
                  <a:pt x="928" y="834"/>
                  <a:pt x="922" y="838"/>
                  <a:pt x="927" y="840"/>
                </a:cubicBezTo>
                <a:cubicBezTo>
                  <a:pt x="927" y="838"/>
                  <a:pt x="931" y="833"/>
                  <a:pt x="928" y="831"/>
                </a:cubicBezTo>
                <a:close/>
                <a:moveTo>
                  <a:pt x="991" y="831"/>
                </a:moveTo>
                <a:cubicBezTo>
                  <a:pt x="991" y="833"/>
                  <a:pt x="988" y="832"/>
                  <a:pt x="989" y="834"/>
                </a:cubicBezTo>
                <a:cubicBezTo>
                  <a:pt x="991" y="834"/>
                  <a:pt x="991" y="836"/>
                  <a:pt x="992" y="836"/>
                </a:cubicBezTo>
                <a:cubicBezTo>
                  <a:pt x="991" y="835"/>
                  <a:pt x="993" y="831"/>
                  <a:pt x="991" y="831"/>
                </a:cubicBezTo>
                <a:close/>
                <a:moveTo>
                  <a:pt x="1016" y="833"/>
                </a:moveTo>
                <a:cubicBezTo>
                  <a:pt x="1013" y="830"/>
                  <a:pt x="1010" y="834"/>
                  <a:pt x="1010" y="837"/>
                </a:cubicBezTo>
                <a:cubicBezTo>
                  <a:pt x="1013" y="837"/>
                  <a:pt x="1016" y="837"/>
                  <a:pt x="1016" y="833"/>
                </a:cubicBezTo>
                <a:close/>
                <a:moveTo>
                  <a:pt x="1096" y="833"/>
                </a:moveTo>
                <a:cubicBezTo>
                  <a:pt x="1096" y="834"/>
                  <a:pt x="1096" y="834"/>
                  <a:pt x="1096" y="834"/>
                </a:cubicBezTo>
                <a:cubicBezTo>
                  <a:pt x="1095" y="835"/>
                  <a:pt x="1093" y="834"/>
                  <a:pt x="1092" y="835"/>
                </a:cubicBezTo>
                <a:cubicBezTo>
                  <a:pt x="1094" y="836"/>
                  <a:pt x="1094" y="837"/>
                  <a:pt x="1096" y="836"/>
                </a:cubicBezTo>
                <a:cubicBezTo>
                  <a:pt x="1096" y="836"/>
                  <a:pt x="1098" y="833"/>
                  <a:pt x="1096" y="833"/>
                </a:cubicBezTo>
                <a:close/>
                <a:moveTo>
                  <a:pt x="1012" y="845"/>
                </a:moveTo>
                <a:cubicBezTo>
                  <a:pt x="1012" y="840"/>
                  <a:pt x="1017" y="846"/>
                  <a:pt x="1019" y="840"/>
                </a:cubicBezTo>
                <a:cubicBezTo>
                  <a:pt x="1015" y="841"/>
                  <a:pt x="1019" y="838"/>
                  <a:pt x="1019" y="836"/>
                </a:cubicBezTo>
                <a:cubicBezTo>
                  <a:pt x="1016" y="838"/>
                  <a:pt x="1009" y="840"/>
                  <a:pt x="1012" y="845"/>
                </a:cubicBezTo>
                <a:close/>
                <a:moveTo>
                  <a:pt x="111" y="855"/>
                </a:moveTo>
                <a:cubicBezTo>
                  <a:pt x="108" y="856"/>
                  <a:pt x="107" y="858"/>
                  <a:pt x="105" y="860"/>
                </a:cubicBezTo>
                <a:cubicBezTo>
                  <a:pt x="108" y="861"/>
                  <a:pt x="113" y="857"/>
                  <a:pt x="111" y="855"/>
                </a:cubicBezTo>
                <a:close/>
                <a:moveTo>
                  <a:pt x="967" y="855"/>
                </a:moveTo>
                <a:cubicBezTo>
                  <a:pt x="968" y="860"/>
                  <a:pt x="965" y="856"/>
                  <a:pt x="962" y="857"/>
                </a:cubicBezTo>
                <a:cubicBezTo>
                  <a:pt x="962" y="859"/>
                  <a:pt x="963" y="861"/>
                  <a:pt x="964" y="861"/>
                </a:cubicBezTo>
                <a:cubicBezTo>
                  <a:pt x="965" y="859"/>
                  <a:pt x="969" y="860"/>
                  <a:pt x="970" y="857"/>
                </a:cubicBezTo>
                <a:cubicBezTo>
                  <a:pt x="968" y="857"/>
                  <a:pt x="969" y="854"/>
                  <a:pt x="967" y="855"/>
                </a:cubicBezTo>
                <a:close/>
                <a:moveTo>
                  <a:pt x="100" y="870"/>
                </a:moveTo>
                <a:cubicBezTo>
                  <a:pt x="102" y="869"/>
                  <a:pt x="105" y="869"/>
                  <a:pt x="105" y="866"/>
                </a:cubicBezTo>
                <a:cubicBezTo>
                  <a:pt x="102" y="866"/>
                  <a:pt x="102" y="866"/>
                  <a:pt x="102" y="866"/>
                </a:cubicBezTo>
                <a:cubicBezTo>
                  <a:pt x="103" y="869"/>
                  <a:pt x="100" y="868"/>
                  <a:pt x="100" y="870"/>
                </a:cubicBezTo>
                <a:close/>
                <a:moveTo>
                  <a:pt x="177" y="879"/>
                </a:moveTo>
                <a:cubicBezTo>
                  <a:pt x="172" y="873"/>
                  <a:pt x="164" y="880"/>
                  <a:pt x="161" y="885"/>
                </a:cubicBezTo>
                <a:cubicBezTo>
                  <a:pt x="166" y="888"/>
                  <a:pt x="174" y="884"/>
                  <a:pt x="177" y="879"/>
                </a:cubicBezTo>
                <a:close/>
                <a:moveTo>
                  <a:pt x="1111" y="885"/>
                </a:moveTo>
                <a:cubicBezTo>
                  <a:pt x="1109" y="888"/>
                  <a:pt x="1105" y="888"/>
                  <a:pt x="1104" y="892"/>
                </a:cubicBezTo>
                <a:cubicBezTo>
                  <a:pt x="1112" y="898"/>
                  <a:pt x="1111" y="900"/>
                  <a:pt x="1112" y="909"/>
                </a:cubicBezTo>
                <a:cubicBezTo>
                  <a:pt x="1116" y="907"/>
                  <a:pt x="1118" y="904"/>
                  <a:pt x="1120" y="899"/>
                </a:cubicBezTo>
                <a:cubicBezTo>
                  <a:pt x="1114" y="899"/>
                  <a:pt x="1113" y="889"/>
                  <a:pt x="1111" y="885"/>
                </a:cubicBezTo>
                <a:close/>
                <a:moveTo>
                  <a:pt x="146" y="887"/>
                </a:moveTo>
                <a:cubicBezTo>
                  <a:pt x="139" y="888"/>
                  <a:pt x="134" y="892"/>
                  <a:pt x="132" y="898"/>
                </a:cubicBezTo>
                <a:cubicBezTo>
                  <a:pt x="137" y="895"/>
                  <a:pt x="152" y="890"/>
                  <a:pt x="145" y="887"/>
                </a:cubicBezTo>
                <a:cubicBezTo>
                  <a:pt x="146" y="887"/>
                  <a:pt x="146" y="887"/>
                  <a:pt x="146" y="887"/>
                </a:cubicBezTo>
                <a:close/>
                <a:moveTo>
                  <a:pt x="152" y="894"/>
                </a:moveTo>
                <a:cubicBezTo>
                  <a:pt x="155" y="894"/>
                  <a:pt x="155" y="894"/>
                  <a:pt x="155" y="894"/>
                </a:cubicBezTo>
                <a:cubicBezTo>
                  <a:pt x="156" y="891"/>
                  <a:pt x="154" y="891"/>
                  <a:pt x="152" y="890"/>
                </a:cubicBezTo>
                <a:cubicBezTo>
                  <a:pt x="152" y="891"/>
                  <a:pt x="151" y="892"/>
                  <a:pt x="152" y="894"/>
                </a:cubicBezTo>
                <a:close/>
                <a:moveTo>
                  <a:pt x="1199" y="891"/>
                </a:moveTo>
                <a:cubicBezTo>
                  <a:pt x="1195" y="894"/>
                  <a:pt x="1193" y="894"/>
                  <a:pt x="1192" y="900"/>
                </a:cubicBezTo>
                <a:cubicBezTo>
                  <a:pt x="1195" y="898"/>
                  <a:pt x="1199" y="899"/>
                  <a:pt x="1201" y="896"/>
                </a:cubicBezTo>
                <a:cubicBezTo>
                  <a:pt x="1198" y="895"/>
                  <a:pt x="1203" y="891"/>
                  <a:pt x="1199" y="891"/>
                </a:cubicBezTo>
                <a:close/>
                <a:moveTo>
                  <a:pt x="1133" y="913"/>
                </a:moveTo>
                <a:cubicBezTo>
                  <a:pt x="1134" y="916"/>
                  <a:pt x="1142" y="909"/>
                  <a:pt x="1141" y="915"/>
                </a:cubicBezTo>
                <a:cubicBezTo>
                  <a:pt x="1149" y="915"/>
                  <a:pt x="1144" y="910"/>
                  <a:pt x="1147" y="906"/>
                </a:cubicBezTo>
                <a:cubicBezTo>
                  <a:pt x="1141" y="905"/>
                  <a:pt x="1136" y="909"/>
                  <a:pt x="1133" y="913"/>
                </a:cubicBezTo>
                <a:close/>
                <a:moveTo>
                  <a:pt x="118" y="907"/>
                </a:moveTo>
                <a:cubicBezTo>
                  <a:pt x="117" y="911"/>
                  <a:pt x="113" y="910"/>
                  <a:pt x="111" y="913"/>
                </a:cubicBezTo>
                <a:cubicBezTo>
                  <a:pt x="116" y="915"/>
                  <a:pt x="116" y="912"/>
                  <a:pt x="120" y="913"/>
                </a:cubicBezTo>
                <a:cubicBezTo>
                  <a:pt x="120" y="910"/>
                  <a:pt x="121" y="906"/>
                  <a:pt x="118" y="907"/>
                </a:cubicBezTo>
                <a:close/>
                <a:moveTo>
                  <a:pt x="1122" y="910"/>
                </a:moveTo>
                <a:cubicBezTo>
                  <a:pt x="1121" y="910"/>
                  <a:pt x="1121" y="908"/>
                  <a:pt x="1121" y="907"/>
                </a:cubicBezTo>
                <a:cubicBezTo>
                  <a:pt x="1118" y="907"/>
                  <a:pt x="1118" y="907"/>
                  <a:pt x="1118" y="907"/>
                </a:cubicBezTo>
                <a:cubicBezTo>
                  <a:pt x="1118" y="909"/>
                  <a:pt x="1117" y="909"/>
                  <a:pt x="1117" y="911"/>
                </a:cubicBezTo>
                <a:cubicBezTo>
                  <a:pt x="1119" y="910"/>
                  <a:pt x="1122" y="912"/>
                  <a:pt x="1122" y="910"/>
                </a:cubicBezTo>
                <a:close/>
                <a:moveTo>
                  <a:pt x="47" y="910"/>
                </a:moveTo>
                <a:cubicBezTo>
                  <a:pt x="44" y="907"/>
                  <a:pt x="38" y="912"/>
                  <a:pt x="41" y="914"/>
                </a:cubicBezTo>
                <a:cubicBezTo>
                  <a:pt x="42" y="912"/>
                  <a:pt x="46" y="913"/>
                  <a:pt x="47" y="910"/>
                </a:cubicBezTo>
                <a:close/>
                <a:moveTo>
                  <a:pt x="1167" y="913"/>
                </a:moveTo>
                <a:cubicBezTo>
                  <a:pt x="1168" y="914"/>
                  <a:pt x="1168" y="915"/>
                  <a:pt x="1170" y="914"/>
                </a:cubicBezTo>
                <a:cubicBezTo>
                  <a:pt x="1170" y="912"/>
                  <a:pt x="1171" y="911"/>
                  <a:pt x="1171" y="909"/>
                </a:cubicBezTo>
                <a:cubicBezTo>
                  <a:pt x="1169" y="909"/>
                  <a:pt x="1167" y="911"/>
                  <a:pt x="1167" y="913"/>
                </a:cubicBezTo>
                <a:close/>
                <a:moveTo>
                  <a:pt x="1158" y="911"/>
                </a:moveTo>
                <a:cubicBezTo>
                  <a:pt x="1157" y="914"/>
                  <a:pt x="1153" y="913"/>
                  <a:pt x="1151" y="913"/>
                </a:cubicBezTo>
                <a:cubicBezTo>
                  <a:pt x="1151" y="915"/>
                  <a:pt x="1148" y="916"/>
                  <a:pt x="1146" y="917"/>
                </a:cubicBezTo>
                <a:cubicBezTo>
                  <a:pt x="1145" y="922"/>
                  <a:pt x="1145" y="922"/>
                  <a:pt x="1146" y="926"/>
                </a:cubicBezTo>
                <a:cubicBezTo>
                  <a:pt x="1149" y="926"/>
                  <a:pt x="1152" y="923"/>
                  <a:pt x="1155" y="925"/>
                </a:cubicBezTo>
                <a:cubicBezTo>
                  <a:pt x="1154" y="926"/>
                  <a:pt x="1153" y="927"/>
                  <a:pt x="1153" y="928"/>
                </a:cubicBezTo>
                <a:cubicBezTo>
                  <a:pt x="1157" y="926"/>
                  <a:pt x="1161" y="925"/>
                  <a:pt x="1158" y="921"/>
                </a:cubicBezTo>
                <a:cubicBezTo>
                  <a:pt x="1161" y="921"/>
                  <a:pt x="1161" y="921"/>
                  <a:pt x="1161" y="921"/>
                </a:cubicBezTo>
                <a:cubicBezTo>
                  <a:pt x="1161" y="923"/>
                  <a:pt x="1160" y="924"/>
                  <a:pt x="1162" y="926"/>
                </a:cubicBezTo>
                <a:cubicBezTo>
                  <a:pt x="1163" y="921"/>
                  <a:pt x="1166" y="919"/>
                  <a:pt x="1165" y="914"/>
                </a:cubicBezTo>
                <a:cubicBezTo>
                  <a:pt x="1159" y="916"/>
                  <a:pt x="1160" y="911"/>
                  <a:pt x="1158" y="911"/>
                </a:cubicBezTo>
                <a:close/>
                <a:moveTo>
                  <a:pt x="1147" y="923"/>
                </a:moveTo>
                <a:cubicBezTo>
                  <a:pt x="1146" y="920"/>
                  <a:pt x="1149" y="921"/>
                  <a:pt x="1148" y="917"/>
                </a:cubicBezTo>
                <a:cubicBezTo>
                  <a:pt x="1149" y="918"/>
                  <a:pt x="1150" y="918"/>
                  <a:pt x="1151" y="918"/>
                </a:cubicBezTo>
                <a:cubicBezTo>
                  <a:pt x="1151" y="921"/>
                  <a:pt x="1150" y="923"/>
                  <a:pt x="1147" y="923"/>
                </a:cubicBezTo>
                <a:close/>
                <a:moveTo>
                  <a:pt x="88" y="926"/>
                </a:moveTo>
                <a:cubicBezTo>
                  <a:pt x="92" y="922"/>
                  <a:pt x="97" y="920"/>
                  <a:pt x="101" y="916"/>
                </a:cubicBezTo>
                <a:cubicBezTo>
                  <a:pt x="95" y="911"/>
                  <a:pt x="91" y="920"/>
                  <a:pt x="87" y="923"/>
                </a:cubicBezTo>
                <a:cubicBezTo>
                  <a:pt x="88" y="923"/>
                  <a:pt x="87" y="925"/>
                  <a:pt x="88" y="926"/>
                </a:cubicBezTo>
                <a:close/>
                <a:moveTo>
                  <a:pt x="994" y="937"/>
                </a:moveTo>
                <a:cubicBezTo>
                  <a:pt x="1001" y="937"/>
                  <a:pt x="1006" y="930"/>
                  <a:pt x="1012" y="931"/>
                </a:cubicBezTo>
                <a:cubicBezTo>
                  <a:pt x="1013" y="927"/>
                  <a:pt x="1012" y="927"/>
                  <a:pt x="1012" y="922"/>
                </a:cubicBezTo>
                <a:cubicBezTo>
                  <a:pt x="1002" y="920"/>
                  <a:pt x="1004" y="933"/>
                  <a:pt x="996" y="931"/>
                </a:cubicBezTo>
                <a:cubicBezTo>
                  <a:pt x="998" y="927"/>
                  <a:pt x="1001" y="926"/>
                  <a:pt x="1005" y="924"/>
                </a:cubicBezTo>
                <a:cubicBezTo>
                  <a:pt x="1001" y="923"/>
                  <a:pt x="997" y="922"/>
                  <a:pt x="994" y="925"/>
                </a:cubicBezTo>
                <a:cubicBezTo>
                  <a:pt x="997" y="930"/>
                  <a:pt x="993" y="931"/>
                  <a:pt x="994" y="937"/>
                </a:cubicBezTo>
                <a:close/>
                <a:moveTo>
                  <a:pt x="178" y="931"/>
                </a:moveTo>
                <a:cubicBezTo>
                  <a:pt x="175" y="931"/>
                  <a:pt x="176" y="933"/>
                  <a:pt x="174" y="935"/>
                </a:cubicBezTo>
                <a:cubicBezTo>
                  <a:pt x="178" y="935"/>
                  <a:pt x="178" y="933"/>
                  <a:pt x="178" y="931"/>
                </a:cubicBezTo>
                <a:close/>
                <a:moveTo>
                  <a:pt x="1184" y="948"/>
                </a:moveTo>
                <a:cubicBezTo>
                  <a:pt x="1186" y="945"/>
                  <a:pt x="1188" y="942"/>
                  <a:pt x="1189" y="939"/>
                </a:cubicBezTo>
                <a:cubicBezTo>
                  <a:pt x="1184" y="941"/>
                  <a:pt x="1188" y="934"/>
                  <a:pt x="1184" y="935"/>
                </a:cubicBezTo>
                <a:cubicBezTo>
                  <a:pt x="1177" y="945"/>
                  <a:pt x="1160" y="942"/>
                  <a:pt x="1160" y="956"/>
                </a:cubicBezTo>
                <a:cubicBezTo>
                  <a:pt x="1159" y="954"/>
                  <a:pt x="1158" y="957"/>
                  <a:pt x="1158" y="955"/>
                </a:cubicBezTo>
                <a:cubicBezTo>
                  <a:pt x="1158" y="954"/>
                  <a:pt x="1159" y="953"/>
                  <a:pt x="1158" y="952"/>
                </a:cubicBezTo>
                <a:cubicBezTo>
                  <a:pt x="1156" y="954"/>
                  <a:pt x="1155" y="956"/>
                  <a:pt x="1154" y="958"/>
                </a:cubicBezTo>
                <a:cubicBezTo>
                  <a:pt x="1149" y="959"/>
                  <a:pt x="1153" y="956"/>
                  <a:pt x="1149" y="955"/>
                </a:cubicBezTo>
                <a:cubicBezTo>
                  <a:pt x="1150" y="963"/>
                  <a:pt x="1143" y="964"/>
                  <a:pt x="1135" y="964"/>
                </a:cubicBezTo>
                <a:cubicBezTo>
                  <a:pt x="1132" y="973"/>
                  <a:pt x="1125" y="977"/>
                  <a:pt x="1117" y="980"/>
                </a:cubicBezTo>
                <a:cubicBezTo>
                  <a:pt x="1114" y="975"/>
                  <a:pt x="1120" y="972"/>
                  <a:pt x="1122" y="969"/>
                </a:cubicBezTo>
                <a:cubicBezTo>
                  <a:pt x="1117" y="969"/>
                  <a:pt x="1126" y="967"/>
                  <a:pt x="1122" y="965"/>
                </a:cubicBezTo>
                <a:cubicBezTo>
                  <a:pt x="1121" y="968"/>
                  <a:pt x="1119" y="965"/>
                  <a:pt x="1118" y="965"/>
                </a:cubicBezTo>
                <a:cubicBezTo>
                  <a:pt x="1116" y="966"/>
                  <a:pt x="1115" y="969"/>
                  <a:pt x="1114" y="972"/>
                </a:cubicBezTo>
                <a:cubicBezTo>
                  <a:pt x="1109" y="971"/>
                  <a:pt x="1108" y="974"/>
                  <a:pt x="1106" y="977"/>
                </a:cubicBezTo>
                <a:cubicBezTo>
                  <a:pt x="1110" y="976"/>
                  <a:pt x="1110" y="973"/>
                  <a:pt x="1114" y="974"/>
                </a:cubicBezTo>
                <a:cubicBezTo>
                  <a:pt x="1118" y="982"/>
                  <a:pt x="1110" y="982"/>
                  <a:pt x="1107" y="987"/>
                </a:cubicBezTo>
                <a:cubicBezTo>
                  <a:pt x="1115" y="986"/>
                  <a:pt x="1119" y="980"/>
                  <a:pt x="1127" y="978"/>
                </a:cubicBezTo>
                <a:cubicBezTo>
                  <a:pt x="1128" y="981"/>
                  <a:pt x="1129" y="983"/>
                  <a:pt x="1130" y="984"/>
                </a:cubicBezTo>
                <a:cubicBezTo>
                  <a:pt x="1134" y="981"/>
                  <a:pt x="1140" y="978"/>
                  <a:pt x="1143" y="973"/>
                </a:cubicBezTo>
                <a:cubicBezTo>
                  <a:pt x="1153" y="977"/>
                  <a:pt x="1151" y="960"/>
                  <a:pt x="1158" y="958"/>
                </a:cubicBezTo>
                <a:cubicBezTo>
                  <a:pt x="1161" y="958"/>
                  <a:pt x="1161" y="961"/>
                  <a:pt x="1164" y="960"/>
                </a:cubicBezTo>
                <a:cubicBezTo>
                  <a:pt x="1171" y="957"/>
                  <a:pt x="1174" y="946"/>
                  <a:pt x="1184" y="948"/>
                </a:cubicBezTo>
                <a:close/>
                <a:moveTo>
                  <a:pt x="215" y="940"/>
                </a:moveTo>
                <a:cubicBezTo>
                  <a:pt x="216" y="940"/>
                  <a:pt x="218" y="940"/>
                  <a:pt x="218" y="942"/>
                </a:cubicBezTo>
                <a:cubicBezTo>
                  <a:pt x="219" y="942"/>
                  <a:pt x="221" y="942"/>
                  <a:pt x="221" y="940"/>
                </a:cubicBezTo>
                <a:cubicBezTo>
                  <a:pt x="220" y="940"/>
                  <a:pt x="220" y="940"/>
                  <a:pt x="220" y="939"/>
                </a:cubicBezTo>
                <a:cubicBezTo>
                  <a:pt x="218" y="939"/>
                  <a:pt x="215" y="938"/>
                  <a:pt x="215" y="940"/>
                </a:cubicBezTo>
                <a:close/>
                <a:moveTo>
                  <a:pt x="1064" y="943"/>
                </a:moveTo>
                <a:cubicBezTo>
                  <a:pt x="1065" y="946"/>
                  <a:pt x="1063" y="946"/>
                  <a:pt x="1062" y="948"/>
                </a:cubicBezTo>
                <a:cubicBezTo>
                  <a:pt x="1066" y="947"/>
                  <a:pt x="1065" y="950"/>
                  <a:pt x="1068" y="950"/>
                </a:cubicBezTo>
                <a:cubicBezTo>
                  <a:pt x="1069" y="948"/>
                  <a:pt x="1073" y="948"/>
                  <a:pt x="1072" y="944"/>
                </a:cubicBezTo>
                <a:cubicBezTo>
                  <a:pt x="1070" y="943"/>
                  <a:pt x="1069" y="948"/>
                  <a:pt x="1069" y="945"/>
                </a:cubicBezTo>
                <a:cubicBezTo>
                  <a:pt x="1069" y="944"/>
                  <a:pt x="1070" y="943"/>
                  <a:pt x="1070" y="942"/>
                </a:cubicBezTo>
                <a:cubicBezTo>
                  <a:pt x="1068" y="942"/>
                  <a:pt x="1067" y="940"/>
                  <a:pt x="1064" y="939"/>
                </a:cubicBezTo>
                <a:cubicBezTo>
                  <a:pt x="1063" y="944"/>
                  <a:pt x="1057" y="942"/>
                  <a:pt x="1058" y="948"/>
                </a:cubicBezTo>
                <a:cubicBezTo>
                  <a:pt x="1063" y="949"/>
                  <a:pt x="1061" y="944"/>
                  <a:pt x="1064" y="943"/>
                </a:cubicBezTo>
                <a:close/>
                <a:moveTo>
                  <a:pt x="942" y="948"/>
                </a:moveTo>
                <a:cubicBezTo>
                  <a:pt x="942" y="944"/>
                  <a:pt x="942" y="944"/>
                  <a:pt x="942" y="944"/>
                </a:cubicBezTo>
                <a:cubicBezTo>
                  <a:pt x="939" y="943"/>
                  <a:pt x="939" y="949"/>
                  <a:pt x="942" y="948"/>
                </a:cubicBezTo>
                <a:close/>
                <a:moveTo>
                  <a:pt x="1171" y="961"/>
                </a:moveTo>
                <a:cubicBezTo>
                  <a:pt x="1171" y="966"/>
                  <a:pt x="1164" y="965"/>
                  <a:pt x="1164" y="970"/>
                </a:cubicBezTo>
                <a:cubicBezTo>
                  <a:pt x="1176" y="963"/>
                  <a:pt x="1186" y="960"/>
                  <a:pt x="1195" y="950"/>
                </a:cubicBezTo>
                <a:cubicBezTo>
                  <a:pt x="1185" y="945"/>
                  <a:pt x="1181" y="960"/>
                  <a:pt x="1171" y="961"/>
                </a:cubicBezTo>
                <a:close/>
                <a:moveTo>
                  <a:pt x="199" y="950"/>
                </a:moveTo>
                <a:cubicBezTo>
                  <a:pt x="197" y="950"/>
                  <a:pt x="194" y="950"/>
                  <a:pt x="195" y="952"/>
                </a:cubicBezTo>
                <a:cubicBezTo>
                  <a:pt x="197" y="952"/>
                  <a:pt x="199" y="952"/>
                  <a:pt x="199" y="950"/>
                </a:cubicBezTo>
                <a:close/>
                <a:moveTo>
                  <a:pt x="72" y="952"/>
                </a:moveTo>
                <a:cubicBezTo>
                  <a:pt x="70" y="949"/>
                  <a:pt x="65" y="951"/>
                  <a:pt x="64" y="954"/>
                </a:cubicBezTo>
                <a:cubicBezTo>
                  <a:pt x="67" y="954"/>
                  <a:pt x="71" y="955"/>
                  <a:pt x="72" y="952"/>
                </a:cubicBezTo>
                <a:close/>
                <a:moveTo>
                  <a:pt x="1136" y="954"/>
                </a:moveTo>
                <a:cubicBezTo>
                  <a:pt x="1139" y="955"/>
                  <a:pt x="1141" y="954"/>
                  <a:pt x="1140" y="951"/>
                </a:cubicBezTo>
                <a:cubicBezTo>
                  <a:pt x="1137" y="951"/>
                  <a:pt x="1137" y="951"/>
                  <a:pt x="1137" y="951"/>
                </a:cubicBezTo>
                <a:cubicBezTo>
                  <a:pt x="1138" y="952"/>
                  <a:pt x="1136" y="953"/>
                  <a:pt x="1136" y="954"/>
                </a:cubicBezTo>
                <a:close/>
                <a:moveTo>
                  <a:pt x="90" y="958"/>
                </a:moveTo>
                <a:cubicBezTo>
                  <a:pt x="89" y="960"/>
                  <a:pt x="87" y="960"/>
                  <a:pt x="87" y="962"/>
                </a:cubicBezTo>
                <a:cubicBezTo>
                  <a:pt x="91" y="962"/>
                  <a:pt x="91" y="962"/>
                  <a:pt x="91" y="962"/>
                </a:cubicBezTo>
                <a:cubicBezTo>
                  <a:pt x="91" y="960"/>
                  <a:pt x="91" y="958"/>
                  <a:pt x="90" y="958"/>
                </a:cubicBezTo>
                <a:close/>
                <a:moveTo>
                  <a:pt x="130" y="964"/>
                </a:moveTo>
                <a:cubicBezTo>
                  <a:pt x="134" y="965"/>
                  <a:pt x="135" y="959"/>
                  <a:pt x="133" y="958"/>
                </a:cubicBezTo>
                <a:cubicBezTo>
                  <a:pt x="132" y="959"/>
                  <a:pt x="128" y="961"/>
                  <a:pt x="130" y="964"/>
                </a:cubicBezTo>
                <a:close/>
                <a:moveTo>
                  <a:pt x="236" y="965"/>
                </a:moveTo>
                <a:cubicBezTo>
                  <a:pt x="236" y="967"/>
                  <a:pt x="236" y="968"/>
                  <a:pt x="237" y="969"/>
                </a:cubicBezTo>
                <a:cubicBezTo>
                  <a:pt x="243" y="967"/>
                  <a:pt x="247" y="971"/>
                  <a:pt x="248" y="975"/>
                </a:cubicBezTo>
                <a:cubicBezTo>
                  <a:pt x="248" y="967"/>
                  <a:pt x="247" y="967"/>
                  <a:pt x="247" y="960"/>
                </a:cubicBezTo>
                <a:cubicBezTo>
                  <a:pt x="242" y="960"/>
                  <a:pt x="240" y="963"/>
                  <a:pt x="236" y="965"/>
                </a:cubicBezTo>
                <a:close/>
                <a:moveTo>
                  <a:pt x="171" y="965"/>
                </a:moveTo>
                <a:cubicBezTo>
                  <a:pt x="167" y="965"/>
                  <a:pt x="167" y="968"/>
                  <a:pt x="164" y="969"/>
                </a:cubicBezTo>
                <a:cubicBezTo>
                  <a:pt x="168" y="969"/>
                  <a:pt x="170" y="968"/>
                  <a:pt x="171" y="965"/>
                </a:cubicBezTo>
                <a:close/>
                <a:moveTo>
                  <a:pt x="1060" y="970"/>
                </a:moveTo>
                <a:cubicBezTo>
                  <a:pt x="1064" y="970"/>
                  <a:pt x="1066" y="969"/>
                  <a:pt x="1067" y="966"/>
                </a:cubicBezTo>
                <a:cubicBezTo>
                  <a:pt x="1064" y="967"/>
                  <a:pt x="1061" y="967"/>
                  <a:pt x="1060" y="970"/>
                </a:cubicBezTo>
                <a:close/>
                <a:moveTo>
                  <a:pt x="187" y="977"/>
                </a:moveTo>
                <a:cubicBezTo>
                  <a:pt x="187" y="978"/>
                  <a:pt x="188" y="981"/>
                  <a:pt x="186" y="981"/>
                </a:cubicBezTo>
                <a:cubicBezTo>
                  <a:pt x="182" y="981"/>
                  <a:pt x="178" y="982"/>
                  <a:pt x="176" y="985"/>
                </a:cubicBezTo>
                <a:cubicBezTo>
                  <a:pt x="173" y="986"/>
                  <a:pt x="175" y="982"/>
                  <a:pt x="172" y="983"/>
                </a:cubicBezTo>
                <a:cubicBezTo>
                  <a:pt x="166" y="985"/>
                  <a:pt x="164" y="989"/>
                  <a:pt x="161" y="992"/>
                </a:cubicBezTo>
                <a:cubicBezTo>
                  <a:pt x="156" y="997"/>
                  <a:pt x="149" y="999"/>
                  <a:pt x="145" y="1001"/>
                </a:cubicBezTo>
                <a:cubicBezTo>
                  <a:pt x="159" y="1005"/>
                  <a:pt x="173" y="992"/>
                  <a:pt x="179" y="985"/>
                </a:cubicBezTo>
                <a:cubicBezTo>
                  <a:pt x="191" y="984"/>
                  <a:pt x="196" y="977"/>
                  <a:pt x="204" y="972"/>
                </a:cubicBezTo>
                <a:cubicBezTo>
                  <a:pt x="196" y="971"/>
                  <a:pt x="193" y="975"/>
                  <a:pt x="187" y="977"/>
                </a:cubicBezTo>
                <a:close/>
                <a:moveTo>
                  <a:pt x="1174" y="972"/>
                </a:moveTo>
                <a:cubicBezTo>
                  <a:pt x="1175" y="975"/>
                  <a:pt x="1171" y="974"/>
                  <a:pt x="1172" y="977"/>
                </a:cubicBezTo>
                <a:cubicBezTo>
                  <a:pt x="1175" y="977"/>
                  <a:pt x="1177" y="973"/>
                  <a:pt x="1174" y="972"/>
                </a:cubicBezTo>
                <a:close/>
                <a:moveTo>
                  <a:pt x="1190" y="976"/>
                </a:moveTo>
                <a:cubicBezTo>
                  <a:pt x="1185" y="977"/>
                  <a:pt x="1178" y="975"/>
                  <a:pt x="1177" y="980"/>
                </a:cubicBezTo>
                <a:cubicBezTo>
                  <a:pt x="1183" y="977"/>
                  <a:pt x="1187" y="984"/>
                  <a:pt x="1190" y="980"/>
                </a:cubicBezTo>
                <a:cubicBezTo>
                  <a:pt x="1185" y="980"/>
                  <a:pt x="1188" y="977"/>
                  <a:pt x="1190" y="976"/>
                </a:cubicBezTo>
                <a:close/>
                <a:moveTo>
                  <a:pt x="989" y="985"/>
                </a:moveTo>
                <a:cubicBezTo>
                  <a:pt x="991" y="985"/>
                  <a:pt x="991" y="986"/>
                  <a:pt x="991" y="988"/>
                </a:cubicBezTo>
                <a:cubicBezTo>
                  <a:pt x="995" y="986"/>
                  <a:pt x="997" y="983"/>
                  <a:pt x="999" y="979"/>
                </a:cubicBezTo>
                <a:cubicBezTo>
                  <a:pt x="994" y="980"/>
                  <a:pt x="991" y="982"/>
                  <a:pt x="989" y="985"/>
                </a:cubicBezTo>
                <a:close/>
                <a:moveTo>
                  <a:pt x="207" y="982"/>
                </a:moveTo>
                <a:cubicBezTo>
                  <a:pt x="210" y="985"/>
                  <a:pt x="216" y="983"/>
                  <a:pt x="219" y="982"/>
                </a:cubicBezTo>
                <a:cubicBezTo>
                  <a:pt x="217" y="981"/>
                  <a:pt x="211" y="979"/>
                  <a:pt x="207" y="982"/>
                </a:cubicBezTo>
                <a:close/>
                <a:moveTo>
                  <a:pt x="4" y="982"/>
                </a:moveTo>
                <a:cubicBezTo>
                  <a:pt x="2" y="983"/>
                  <a:pt x="1" y="985"/>
                  <a:pt x="0" y="988"/>
                </a:cubicBezTo>
                <a:cubicBezTo>
                  <a:pt x="4" y="987"/>
                  <a:pt x="6" y="990"/>
                  <a:pt x="9" y="991"/>
                </a:cubicBezTo>
                <a:cubicBezTo>
                  <a:pt x="9" y="987"/>
                  <a:pt x="15" y="989"/>
                  <a:pt x="14" y="985"/>
                </a:cubicBezTo>
                <a:cubicBezTo>
                  <a:pt x="9" y="987"/>
                  <a:pt x="8" y="984"/>
                  <a:pt x="4" y="982"/>
                </a:cubicBezTo>
                <a:close/>
                <a:moveTo>
                  <a:pt x="1088" y="991"/>
                </a:moveTo>
                <a:cubicBezTo>
                  <a:pt x="1090" y="987"/>
                  <a:pt x="1095" y="986"/>
                  <a:pt x="1099" y="986"/>
                </a:cubicBezTo>
                <a:cubicBezTo>
                  <a:pt x="1098" y="977"/>
                  <a:pt x="1086" y="988"/>
                  <a:pt x="1088" y="991"/>
                </a:cubicBezTo>
                <a:close/>
                <a:moveTo>
                  <a:pt x="1136" y="986"/>
                </a:moveTo>
                <a:cubicBezTo>
                  <a:pt x="1138" y="986"/>
                  <a:pt x="1138" y="987"/>
                  <a:pt x="1139" y="988"/>
                </a:cubicBezTo>
                <a:cubicBezTo>
                  <a:pt x="1138" y="985"/>
                  <a:pt x="1142" y="987"/>
                  <a:pt x="1141" y="984"/>
                </a:cubicBezTo>
                <a:cubicBezTo>
                  <a:pt x="1139" y="984"/>
                  <a:pt x="1137" y="985"/>
                  <a:pt x="1136" y="986"/>
                </a:cubicBezTo>
                <a:close/>
                <a:moveTo>
                  <a:pt x="1151" y="990"/>
                </a:moveTo>
                <a:cubicBezTo>
                  <a:pt x="1152" y="990"/>
                  <a:pt x="1153" y="991"/>
                  <a:pt x="1154" y="991"/>
                </a:cubicBezTo>
                <a:cubicBezTo>
                  <a:pt x="1153" y="998"/>
                  <a:pt x="1147" y="992"/>
                  <a:pt x="1146" y="995"/>
                </a:cubicBezTo>
                <a:cubicBezTo>
                  <a:pt x="1150" y="996"/>
                  <a:pt x="1151" y="999"/>
                  <a:pt x="1154" y="1000"/>
                </a:cubicBezTo>
                <a:cubicBezTo>
                  <a:pt x="1152" y="997"/>
                  <a:pt x="1153" y="993"/>
                  <a:pt x="1157" y="992"/>
                </a:cubicBezTo>
                <a:cubicBezTo>
                  <a:pt x="1156" y="991"/>
                  <a:pt x="1156" y="989"/>
                  <a:pt x="1155" y="988"/>
                </a:cubicBezTo>
                <a:cubicBezTo>
                  <a:pt x="1155" y="990"/>
                  <a:pt x="1150" y="987"/>
                  <a:pt x="1151" y="990"/>
                </a:cubicBezTo>
                <a:close/>
                <a:moveTo>
                  <a:pt x="845" y="991"/>
                </a:moveTo>
                <a:cubicBezTo>
                  <a:pt x="842" y="993"/>
                  <a:pt x="834" y="994"/>
                  <a:pt x="836" y="998"/>
                </a:cubicBezTo>
                <a:cubicBezTo>
                  <a:pt x="839" y="996"/>
                  <a:pt x="843" y="995"/>
                  <a:pt x="845" y="991"/>
                </a:cubicBezTo>
                <a:close/>
                <a:moveTo>
                  <a:pt x="996" y="992"/>
                </a:moveTo>
                <a:cubicBezTo>
                  <a:pt x="994" y="993"/>
                  <a:pt x="992" y="994"/>
                  <a:pt x="991" y="995"/>
                </a:cubicBezTo>
                <a:cubicBezTo>
                  <a:pt x="994" y="995"/>
                  <a:pt x="996" y="995"/>
                  <a:pt x="996" y="992"/>
                </a:cubicBezTo>
                <a:close/>
                <a:moveTo>
                  <a:pt x="1031" y="997"/>
                </a:moveTo>
                <a:cubicBezTo>
                  <a:pt x="1031" y="995"/>
                  <a:pt x="1034" y="996"/>
                  <a:pt x="1035" y="994"/>
                </a:cubicBezTo>
                <a:cubicBezTo>
                  <a:pt x="1033" y="992"/>
                  <a:pt x="1028" y="996"/>
                  <a:pt x="1031" y="997"/>
                </a:cubicBezTo>
                <a:close/>
                <a:moveTo>
                  <a:pt x="856" y="1002"/>
                </a:moveTo>
                <a:cubicBezTo>
                  <a:pt x="861" y="1004"/>
                  <a:pt x="865" y="997"/>
                  <a:pt x="869" y="995"/>
                </a:cubicBezTo>
                <a:cubicBezTo>
                  <a:pt x="865" y="998"/>
                  <a:pt x="858" y="994"/>
                  <a:pt x="854" y="1000"/>
                </a:cubicBezTo>
                <a:cubicBezTo>
                  <a:pt x="856" y="1001"/>
                  <a:pt x="858" y="997"/>
                  <a:pt x="859" y="999"/>
                </a:cubicBezTo>
                <a:cubicBezTo>
                  <a:pt x="858" y="999"/>
                  <a:pt x="857" y="1000"/>
                  <a:pt x="856" y="1002"/>
                </a:cubicBezTo>
                <a:close/>
                <a:moveTo>
                  <a:pt x="882" y="994"/>
                </a:moveTo>
                <a:cubicBezTo>
                  <a:pt x="880" y="996"/>
                  <a:pt x="873" y="997"/>
                  <a:pt x="876" y="1001"/>
                </a:cubicBezTo>
                <a:cubicBezTo>
                  <a:pt x="880" y="1001"/>
                  <a:pt x="884" y="997"/>
                  <a:pt x="882" y="994"/>
                </a:cubicBezTo>
                <a:close/>
                <a:moveTo>
                  <a:pt x="327" y="1005"/>
                </a:moveTo>
                <a:cubicBezTo>
                  <a:pt x="328" y="1004"/>
                  <a:pt x="332" y="1005"/>
                  <a:pt x="331" y="1002"/>
                </a:cubicBezTo>
                <a:cubicBezTo>
                  <a:pt x="329" y="1002"/>
                  <a:pt x="325" y="1004"/>
                  <a:pt x="327" y="1005"/>
                </a:cubicBezTo>
                <a:close/>
                <a:moveTo>
                  <a:pt x="126" y="1017"/>
                </a:moveTo>
                <a:cubicBezTo>
                  <a:pt x="133" y="1015"/>
                  <a:pt x="141" y="1013"/>
                  <a:pt x="143" y="1006"/>
                </a:cubicBezTo>
                <a:cubicBezTo>
                  <a:pt x="136" y="1000"/>
                  <a:pt x="127" y="1008"/>
                  <a:pt x="126" y="1017"/>
                </a:cubicBezTo>
                <a:close/>
                <a:moveTo>
                  <a:pt x="825" y="1024"/>
                </a:moveTo>
                <a:cubicBezTo>
                  <a:pt x="837" y="1021"/>
                  <a:pt x="845" y="1013"/>
                  <a:pt x="852" y="1005"/>
                </a:cubicBezTo>
                <a:cubicBezTo>
                  <a:pt x="840" y="1006"/>
                  <a:pt x="834" y="1017"/>
                  <a:pt x="825" y="1018"/>
                </a:cubicBezTo>
                <a:cubicBezTo>
                  <a:pt x="827" y="1021"/>
                  <a:pt x="822" y="1022"/>
                  <a:pt x="825" y="1024"/>
                </a:cubicBezTo>
                <a:close/>
                <a:moveTo>
                  <a:pt x="834" y="1010"/>
                </a:moveTo>
                <a:cubicBezTo>
                  <a:pt x="836" y="1007"/>
                  <a:pt x="840" y="1009"/>
                  <a:pt x="840" y="1006"/>
                </a:cubicBezTo>
                <a:cubicBezTo>
                  <a:pt x="838" y="1004"/>
                  <a:pt x="830" y="1007"/>
                  <a:pt x="834" y="1010"/>
                </a:cubicBezTo>
                <a:close/>
                <a:moveTo>
                  <a:pt x="828" y="1006"/>
                </a:moveTo>
                <a:cubicBezTo>
                  <a:pt x="828" y="1009"/>
                  <a:pt x="824" y="1008"/>
                  <a:pt x="824" y="1011"/>
                </a:cubicBezTo>
                <a:cubicBezTo>
                  <a:pt x="827" y="1012"/>
                  <a:pt x="830" y="1012"/>
                  <a:pt x="832" y="1011"/>
                </a:cubicBezTo>
                <a:cubicBezTo>
                  <a:pt x="831" y="1009"/>
                  <a:pt x="830" y="1007"/>
                  <a:pt x="828" y="1006"/>
                </a:cubicBezTo>
                <a:close/>
                <a:moveTo>
                  <a:pt x="985" y="1009"/>
                </a:moveTo>
                <a:cubicBezTo>
                  <a:pt x="977" y="1010"/>
                  <a:pt x="972" y="1015"/>
                  <a:pt x="967" y="1019"/>
                </a:cubicBezTo>
                <a:cubicBezTo>
                  <a:pt x="976" y="1019"/>
                  <a:pt x="982" y="1015"/>
                  <a:pt x="985" y="1009"/>
                </a:cubicBezTo>
                <a:close/>
                <a:moveTo>
                  <a:pt x="1131" y="1012"/>
                </a:moveTo>
                <a:cubicBezTo>
                  <a:pt x="1133" y="1012"/>
                  <a:pt x="1135" y="1011"/>
                  <a:pt x="1136" y="1009"/>
                </a:cubicBezTo>
                <a:cubicBezTo>
                  <a:pt x="1133" y="1009"/>
                  <a:pt x="1131" y="1009"/>
                  <a:pt x="1131" y="1012"/>
                </a:cubicBezTo>
                <a:close/>
                <a:moveTo>
                  <a:pt x="816" y="1013"/>
                </a:moveTo>
                <a:cubicBezTo>
                  <a:pt x="813" y="1013"/>
                  <a:pt x="810" y="1014"/>
                  <a:pt x="808" y="1016"/>
                </a:cubicBezTo>
                <a:cubicBezTo>
                  <a:pt x="811" y="1015"/>
                  <a:pt x="815" y="1015"/>
                  <a:pt x="816" y="1013"/>
                </a:cubicBezTo>
                <a:close/>
                <a:moveTo>
                  <a:pt x="937" y="1026"/>
                </a:moveTo>
                <a:cubicBezTo>
                  <a:pt x="942" y="1026"/>
                  <a:pt x="945" y="1024"/>
                  <a:pt x="948" y="1021"/>
                </a:cubicBezTo>
                <a:cubicBezTo>
                  <a:pt x="947" y="1020"/>
                  <a:pt x="947" y="1017"/>
                  <a:pt x="946" y="1017"/>
                </a:cubicBezTo>
                <a:cubicBezTo>
                  <a:pt x="945" y="1018"/>
                  <a:pt x="942" y="1019"/>
                  <a:pt x="943" y="1016"/>
                </a:cubicBezTo>
                <a:cubicBezTo>
                  <a:pt x="938" y="1018"/>
                  <a:pt x="940" y="1022"/>
                  <a:pt x="937" y="1026"/>
                </a:cubicBezTo>
                <a:close/>
                <a:moveTo>
                  <a:pt x="239" y="1024"/>
                </a:moveTo>
                <a:cubicBezTo>
                  <a:pt x="239" y="1023"/>
                  <a:pt x="244" y="1021"/>
                  <a:pt x="241" y="1019"/>
                </a:cubicBezTo>
                <a:cubicBezTo>
                  <a:pt x="241" y="1021"/>
                  <a:pt x="235" y="1022"/>
                  <a:pt x="239" y="1024"/>
                </a:cubicBezTo>
                <a:close/>
                <a:moveTo>
                  <a:pt x="976" y="1035"/>
                </a:moveTo>
                <a:cubicBezTo>
                  <a:pt x="977" y="1036"/>
                  <a:pt x="983" y="1034"/>
                  <a:pt x="983" y="1030"/>
                </a:cubicBezTo>
                <a:cubicBezTo>
                  <a:pt x="976" y="1034"/>
                  <a:pt x="962" y="1038"/>
                  <a:pt x="956" y="1044"/>
                </a:cubicBezTo>
                <a:cubicBezTo>
                  <a:pt x="965" y="1044"/>
                  <a:pt x="970" y="1039"/>
                  <a:pt x="976" y="1035"/>
                </a:cubicBezTo>
                <a:close/>
                <a:moveTo>
                  <a:pt x="978" y="1043"/>
                </a:moveTo>
                <a:cubicBezTo>
                  <a:pt x="975" y="1043"/>
                  <a:pt x="973" y="1045"/>
                  <a:pt x="972" y="1046"/>
                </a:cubicBezTo>
                <a:cubicBezTo>
                  <a:pt x="974" y="1046"/>
                  <a:pt x="978" y="1046"/>
                  <a:pt x="978" y="1043"/>
                </a:cubicBezTo>
                <a:close/>
                <a:moveTo>
                  <a:pt x="245" y="1049"/>
                </a:moveTo>
                <a:cubicBezTo>
                  <a:pt x="243" y="1053"/>
                  <a:pt x="242" y="1059"/>
                  <a:pt x="240" y="1062"/>
                </a:cubicBezTo>
                <a:cubicBezTo>
                  <a:pt x="248" y="1060"/>
                  <a:pt x="255" y="1056"/>
                  <a:pt x="258" y="1048"/>
                </a:cubicBezTo>
                <a:cubicBezTo>
                  <a:pt x="254" y="1051"/>
                  <a:pt x="250" y="1050"/>
                  <a:pt x="245" y="1049"/>
                </a:cubicBezTo>
                <a:close/>
                <a:moveTo>
                  <a:pt x="921" y="1054"/>
                </a:moveTo>
                <a:cubicBezTo>
                  <a:pt x="923" y="1053"/>
                  <a:pt x="932" y="1052"/>
                  <a:pt x="933" y="1048"/>
                </a:cubicBezTo>
                <a:cubicBezTo>
                  <a:pt x="930" y="1050"/>
                  <a:pt x="923" y="1050"/>
                  <a:pt x="921" y="1054"/>
                </a:cubicBezTo>
                <a:close/>
                <a:moveTo>
                  <a:pt x="926" y="1062"/>
                </a:moveTo>
                <a:cubicBezTo>
                  <a:pt x="928" y="1057"/>
                  <a:pt x="934" y="1057"/>
                  <a:pt x="938" y="1054"/>
                </a:cubicBezTo>
                <a:cubicBezTo>
                  <a:pt x="931" y="1054"/>
                  <a:pt x="925" y="1057"/>
                  <a:pt x="921" y="1060"/>
                </a:cubicBezTo>
                <a:cubicBezTo>
                  <a:pt x="922" y="1061"/>
                  <a:pt x="925" y="1061"/>
                  <a:pt x="926" y="1062"/>
                </a:cubicBezTo>
                <a:close/>
                <a:moveTo>
                  <a:pt x="768" y="1057"/>
                </a:moveTo>
                <a:cubicBezTo>
                  <a:pt x="762" y="1054"/>
                  <a:pt x="760" y="1062"/>
                  <a:pt x="755" y="1060"/>
                </a:cubicBezTo>
                <a:cubicBezTo>
                  <a:pt x="755" y="1063"/>
                  <a:pt x="757" y="1063"/>
                  <a:pt x="758" y="1064"/>
                </a:cubicBezTo>
                <a:cubicBezTo>
                  <a:pt x="761" y="1060"/>
                  <a:pt x="766" y="1061"/>
                  <a:pt x="768" y="1057"/>
                </a:cubicBezTo>
                <a:close/>
                <a:moveTo>
                  <a:pt x="718" y="1059"/>
                </a:moveTo>
                <a:cubicBezTo>
                  <a:pt x="715" y="1059"/>
                  <a:pt x="713" y="1060"/>
                  <a:pt x="712" y="1062"/>
                </a:cubicBezTo>
                <a:cubicBezTo>
                  <a:pt x="713" y="1062"/>
                  <a:pt x="713" y="1063"/>
                  <a:pt x="712" y="1064"/>
                </a:cubicBezTo>
                <a:cubicBezTo>
                  <a:pt x="715" y="1063"/>
                  <a:pt x="718" y="1062"/>
                  <a:pt x="718" y="1059"/>
                </a:cubicBezTo>
                <a:close/>
                <a:moveTo>
                  <a:pt x="906" y="1070"/>
                </a:moveTo>
                <a:cubicBezTo>
                  <a:pt x="911" y="1069"/>
                  <a:pt x="915" y="1067"/>
                  <a:pt x="919" y="1064"/>
                </a:cubicBezTo>
                <a:cubicBezTo>
                  <a:pt x="919" y="1064"/>
                  <a:pt x="918" y="1063"/>
                  <a:pt x="918" y="1062"/>
                </a:cubicBezTo>
                <a:cubicBezTo>
                  <a:pt x="914" y="1065"/>
                  <a:pt x="906" y="1064"/>
                  <a:pt x="906" y="1070"/>
                </a:cubicBezTo>
                <a:close/>
                <a:moveTo>
                  <a:pt x="524" y="1069"/>
                </a:moveTo>
                <a:cubicBezTo>
                  <a:pt x="524" y="1066"/>
                  <a:pt x="526" y="1066"/>
                  <a:pt x="526" y="1063"/>
                </a:cubicBezTo>
                <a:cubicBezTo>
                  <a:pt x="523" y="1062"/>
                  <a:pt x="523" y="1065"/>
                  <a:pt x="522" y="1063"/>
                </a:cubicBezTo>
                <a:cubicBezTo>
                  <a:pt x="522" y="1069"/>
                  <a:pt x="515" y="1064"/>
                  <a:pt x="515" y="1068"/>
                </a:cubicBezTo>
                <a:cubicBezTo>
                  <a:pt x="516" y="1070"/>
                  <a:pt x="521" y="1068"/>
                  <a:pt x="524" y="1069"/>
                </a:cubicBezTo>
                <a:close/>
                <a:moveTo>
                  <a:pt x="678" y="1074"/>
                </a:moveTo>
                <a:cubicBezTo>
                  <a:pt x="691" y="1077"/>
                  <a:pt x="702" y="1069"/>
                  <a:pt x="710" y="1063"/>
                </a:cubicBezTo>
                <a:cubicBezTo>
                  <a:pt x="699" y="1065"/>
                  <a:pt x="688" y="1067"/>
                  <a:pt x="682" y="1073"/>
                </a:cubicBezTo>
                <a:cubicBezTo>
                  <a:pt x="682" y="1072"/>
                  <a:pt x="682" y="1071"/>
                  <a:pt x="681" y="1070"/>
                </a:cubicBezTo>
                <a:cubicBezTo>
                  <a:pt x="682" y="1074"/>
                  <a:pt x="677" y="1071"/>
                  <a:pt x="678" y="1074"/>
                </a:cubicBezTo>
                <a:close/>
                <a:moveTo>
                  <a:pt x="747" y="1066"/>
                </a:moveTo>
                <a:cubicBezTo>
                  <a:pt x="736" y="1067"/>
                  <a:pt x="724" y="1073"/>
                  <a:pt x="716" y="1078"/>
                </a:cubicBezTo>
                <a:cubicBezTo>
                  <a:pt x="727" y="1080"/>
                  <a:pt x="733" y="1070"/>
                  <a:pt x="744" y="1070"/>
                </a:cubicBezTo>
                <a:cubicBezTo>
                  <a:pt x="743" y="1067"/>
                  <a:pt x="746" y="1067"/>
                  <a:pt x="747" y="1066"/>
                </a:cubicBezTo>
                <a:close/>
                <a:moveTo>
                  <a:pt x="1029" y="1088"/>
                </a:moveTo>
                <a:cubicBezTo>
                  <a:pt x="1035" y="1088"/>
                  <a:pt x="1051" y="1081"/>
                  <a:pt x="1048" y="1075"/>
                </a:cubicBezTo>
                <a:cubicBezTo>
                  <a:pt x="1043" y="1080"/>
                  <a:pt x="1034" y="1083"/>
                  <a:pt x="1029" y="1088"/>
                </a:cubicBezTo>
                <a:close/>
                <a:moveTo>
                  <a:pt x="402" y="1084"/>
                </a:moveTo>
                <a:cubicBezTo>
                  <a:pt x="402" y="1086"/>
                  <a:pt x="399" y="1085"/>
                  <a:pt x="399" y="1086"/>
                </a:cubicBezTo>
                <a:cubicBezTo>
                  <a:pt x="402" y="1085"/>
                  <a:pt x="399" y="1089"/>
                  <a:pt x="402" y="1089"/>
                </a:cubicBezTo>
                <a:cubicBezTo>
                  <a:pt x="403" y="1088"/>
                  <a:pt x="405" y="1085"/>
                  <a:pt x="402" y="1084"/>
                </a:cubicBezTo>
                <a:close/>
                <a:moveTo>
                  <a:pt x="710" y="1088"/>
                </a:moveTo>
                <a:cubicBezTo>
                  <a:pt x="708" y="1090"/>
                  <a:pt x="702" y="1089"/>
                  <a:pt x="702" y="1093"/>
                </a:cubicBezTo>
                <a:cubicBezTo>
                  <a:pt x="704" y="1094"/>
                  <a:pt x="707" y="1094"/>
                  <a:pt x="711" y="1094"/>
                </a:cubicBezTo>
                <a:cubicBezTo>
                  <a:pt x="712" y="1092"/>
                  <a:pt x="713" y="1089"/>
                  <a:pt x="710" y="1088"/>
                </a:cubicBezTo>
                <a:close/>
                <a:moveTo>
                  <a:pt x="710" y="1097"/>
                </a:moveTo>
                <a:cubicBezTo>
                  <a:pt x="712" y="1098"/>
                  <a:pt x="715" y="1096"/>
                  <a:pt x="714" y="1099"/>
                </a:cubicBezTo>
                <a:cubicBezTo>
                  <a:pt x="709" y="1100"/>
                  <a:pt x="709" y="1101"/>
                  <a:pt x="709" y="1105"/>
                </a:cubicBezTo>
                <a:cubicBezTo>
                  <a:pt x="711" y="1105"/>
                  <a:pt x="713" y="1105"/>
                  <a:pt x="714" y="1107"/>
                </a:cubicBezTo>
                <a:cubicBezTo>
                  <a:pt x="711" y="1108"/>
                  <a:pt x="710" y="1107"/>
                  <a:pt x="710" y="1109"/>
                </a:cubicBezTo>
                <a:cubicBezTo>
                  <a:pt x="715" y="1109"/>
                  <a:pt x="718" y="1106"/>
                  <a:pt x="721" y="1104"/>
                </a:cubicBezTo>
                <a:cubicBezTo>
                  <a:pt x="718" y="1103"/>
                  <a:pt x="716" y="1107"/>
                  <a:pt x="714" y="1104"/>
                </a:cubicBezTo>
                <a:cubicBezTo>
                  <a:pt x="717" y="1103"/>
                  <a:pt x="722" y="1099"/>
                  <a:pt x="725" y="1101"/>
                </a:cubicBezTo>
                <a:cubicBezTo>
                  <a:pt x="725" y="1103"/>
                  <a:pt x="722" y="1102"/>
                  <a:pt x="722" y="1104"/>
                </a:cubicBezTo>
                <a:cubicBezTo>
                  <a:pt x="725" y="1106"/>
                  <a:pt x="729" y="1104"/>
                  <a:pt x="731" y="1102"/>
                </a:cubicBezTo>
                <a:cubicBezTo>
                  <a:pt x="728" y="1102"/>
                  <a:pt x="726" y="1099"/>
                  <a:pt x="728" y="1097"/>
                </a:cubicBezTo>
                <a:cubicBezTo>
                  <a:pt x="726" y="1097"/>
                  <a:pt x="724" y="1098"/>
                  <a:pt x="724" y="1096"/>
                </a:cubicBezTo>
                <a:cubicBezTo>
                  <a:pt x="724" y="1094"/>
                  <a:pt x="727" y="1095"/>
                  <a:pt x="727" y="1094"/>
                </a:cubicBezTo>
                <a:cubicBezTo>
                  <a:pt x="725" y="1092"/>
                  <a:pt x="723" y="1090"/>
                  <a:pt x="721" y="1089"/>
                </a:cubicBezTo>
                <a:cubicBezTo>
                  <a:pt x="720" y="1095"/>
                  <a:pt x="712" y="1092"/>
                  <a:pt x="710" y="1097"/>
                </a:cubicBezTo>
                <a:close/>
                <a:moveTo>
                  <a:pt x="939" y="1102"/>
                </a:moveTo>
                <a:cubicBezTo>
                  <a:pt x="932" y="1106"/>
                  <a:pt x="924" y="1109"/>
                  <a:pt x="917" y="1113"/>
                </a:cubicBezTo>
                <a:cubicBezTo>
                  <a:pt x="928" y="1113"/>
                  <a:pt x="933" y="1105"/>
                  <a:pt x="940" y="1105"/>
                </a:cubicBezTo>
                <a:cubicBezTo>
                  <a:pt x="940" y="1104"/>
                  <a:pt x="941" y="1102"/>
                  <a:pt x="939" y="1102"/>
                </a:cubicBezTo>
                <a:close/>
                <a:moveTo>
                  <a:pt x="625" y="1108"/>
                </a:moveTo>
                <a:cubicBezTo>
                  <a:pt x="629" y="1107"/>
                  <a:pt x="634" y="1107"/>
                  <a:pt x="635" y="1104"/>
                </a:cubicBezTo>
                <a:cubicBezTo>
                  <a:pt x="631" y="1105"/>
                  <a:pt x="628" y="1105"/>
                  <a:pt x="625" y="1108"/>
                </a:cubicBezTo>
                <a:close/>
                <a:moveTo>
                  <a:pt x="682" y="1117"/>
                </a:moveTo>
                <a:cubicBezTo>
                  <a:pt x="685" y="1117"/>
                  <a:pt x="695" y="1117"/>
                  <a:pt x="697" y="1113"/>
                </a:cubicBezTo>
                <a:cubicBezTo>
                  <a:pt x="693" y="1112"/>
                  <a:pt x="692" y="1113"/>
                  <a:pt x="688" y="1113"/>
                </a:cubicBezTo>
                <a:cubicBezTo>
                  <a:pt x="684" y="1110"/>
                  <a:pt x="689" y="1110"/>
                  <a:pt x="689" y="1108"/>
                </a:cubicBezTo>
                <a:cubicBezTo>
                  <a:pt x="682" y="1108"/>
                  <a:pt x="687" y="1111"/>
                  <a:pt x="682" y="1113"/>
                </a:cubicBezTo>
                <a:cubicBezTo>
                  <a:pt x="686" y="1115"/>
                  <a:pt x="683" y="1115"/>
                  <a:pt x="682" y="1117"/>
                </a:cubicBezTo>
                <a:close/>
                <a:moveTo>
                  <a:pt x="561" y="1110"/>
                </a:moveTo>
                <a:cubicBezTo>
                  <a:pt x="558" y="1112"/>
                  <a:pt x="550" y="1108"/>
                  <a:pt x="547" y="1112"/>
                </a:cubicBezTo>
                <a:cubicBezTo>
                  <a:pt x="551" y="1114"/>
                  <a:pt x="560" y="1114"/>
                  <a:pt x="561" y="1110"/>
                </a:cubicBezTo>
                <a:close/>
                <a:moveTo>
                  <a:pt x="870" y="1113"/>
                </a:moveTo>
                <a:cubicBezTo>
                  <a:pt x="867" y="1113"/>
                  <a:pt x="866" y="1115"/>
                  <a:pt x="863" y="1115"/>
                </a:cubicBezTo>
                <a:cubicBezTo>
                  <a:pt x="865" y="1119"/>
                  <a:pt x="863" y="1120"/>
                  <a:pt x="862" y="1122"/>
                </a:cubicBezTo>
                <a:cubicBezTo>
                  <a:pt x="871" y="1122"/>
                  <a:pt x="869" y="1120"/>
                  <a:pt x="870" y="1113"/>
                </a:cubicBezTo>
                <a:close/>
                <a:moveTo>
                  <a:pt x="809" y="1121"/>
                </a:moveTo>
                <a:cubicBezTo>
                  <a:pt x="806" y="1121"/>
                  <a:pt x="802" y="1120"/>
                  <a:pt x="801" y="1123"/>
                </a:cubicBezTo>
                <a:cubicBezTo>
                  <a:pt x="804" y="1123"/>
                  <a:pt x="807" y="1122"/>
                  <a:pt x="809" y="1121"/>
                </a:cubicBezTo>
                <a:close/>
                <a:moveTo>
                  <a:pt x="742" y="1145"/>
                </a:moveTo>
                <a:cubicBezTo>
                  <a:pt x="746" y="1144"/>
                  <a:pt x="748" y="1141"/>
                  <a:pt x="749" y="1137"/>
                </a:cubicBezTo>
                <a:cubicBezTo>
                  <a:pt x="745" y="1140"/>
                  <a:pt x="743" y="1140"/>
                  <a:pt x="742" y="1145"/>
                </a:cubicBezTo>
                <a:close/>
                <a:moveTo>
                  <a:pt x="571" y="1138"/>
                </a:moveTo>
                <a:cubicBezTo>
                  <a:pt x="568" y="1141"/>
                  <a:pt x="562" y="1142"/>
                  <a:pt x="559" y="1145"/>
                </a:cubicBezTo>
                <a:cubicBezTo>
                  <a:pt x="564" y="1147"/>
                  <a:pt x="569" y="1142"/>
                  <a:pt x="571" y="1138"/>
                </a:cubicBezTo>
                <a:close/>
                <a:moveTo>
                  <a:pt x="611" y="1147"/>
                </a:moveTo>
                <a:cubicBezTo>
                  <a:pt x="609" y="1143"/>
                  <a:pt x="603" y="1146"/>
                  <a:pt x="602" y="1148"/>
                </a:cubicBezTo>
                <a:cubicBezTo>
                  <a:pt x="606" y="1148"/>
                  <a:pt x="610" y="1149"/>
                  <a:pt x="611" y="1147"/>
                </a:cubicBezTo>
                <a:close/>
                <a:moveTo>
                  <a:pt x="634" y="1152"/>
                </a:moveTo>
                <a:cubicBezTo>
                  <a:pt x="638" y="1153"/>
                  <a:pt x="644" y="1149"/>
                  <a:pt x="649" y="1148"/>
                </a:cubicBezTo>
                <a:cubicBezTo>
                  <a:pt x="644" y="1148"/>
                  <a:pt x="637" y="1148"/>
                  <a:pt x="634" y="1152"/>
                </a:cubicBezTo>
                <a:close/>
                <a:moveTo>
                  <a:pt x="695" y="1156"/>
                </a:moveTo>
                <a:cubicBezTo>
                  <a:pt x="689" y="1154"/>
                  <a:pt x="686" y="1160"/>
                  <a:pt x="681" y="1161"/>
                </a:cubicBezTo>
                <a:cubicBezTo>
                  <a:pt x="681" y="1161"/>
                  <a:pt x="680" y="1159"/>
                  <a:pt x="678" y="1160"/>
                </a:cubicBezTo>
                <a:cubicBezTo>
                  <a:pt x="674" y="1160"/>
                  <a:pt x="669" y="1166"/>
                  <a:pt x="662" y="1165"/>
                </a:cubicBezTo>
                <a:cubicBezTo>
                  <a:pt x="667" y="1171"/>
                  <a:pt x="677" y="1165"/>
                  <a:pt x="686" y="1162"/>
                </a:cubicBezTo>
                <a:cubicBezTo>
                  <a:pt x="693" y="1160"/>
                  <a:pt x="701" y="1159"/>
                  <a:pt x="708" y="1157"/>
                </a:cubicBezTo>
                <a:cubicBezTo>
                  <a:pt x="706" y="1151"/>
                  <a:pt x="697" y="1151"/>
                  <a:pt x="695" y="1156"/>
                </a:cubicBezTo>
                <a:close/>
                <a:moveTo>
                  <a:pt x="557" y="1166"/>
                </a:moveTo>
                <a:cubicBezTo>
                  <a:pt x="557" y="1170"/>
                  <a:pt x="558" y="1171"/>
                  <a:pt x="559" y="1174"/>
                </a:cubicBezTo>
                <a:cubicBezTo>
                  <a:pt x="571" y="1173"/>
                  <a:pt x="577" y="1170"/>
                  <a:pt x="582" y="1160"/>
                </a:cubicBezTo>
                <a:cubicBezTo>
                  <a:pt x="572" y="1156"/>
                  <a:pt x="566" y="1165"/>
                  <a:pt x="557" y="1166"/>
                </a:cubicBezTo>
                <a:close/>
                <a:moveTo>
                  <a:pt x="605" y="1161"/>
                </a:moveTo>
                <a:cubicBezTo>
                  <a:pt x="607" y="1163"/>
                  <a:pt x="614" y="1162"/>
                  <a:pt x="615" y="1160"/>
                </a:cubicBezTo>
                <a:cubicBezTo>
                  <a:pt x="612" y="1161"/>
                  <a:pt x="605" y="1158"/>
                  <a:pt x="605" y="1161"/>
                </a:cubicBezTo>
                <a:close/>
                <a:moveTo>
                  <a:pt x="606" y="1170"/>
                </a:moveTo>
                <a:cubicBezTo>
                  <a:pt x="606" y="1168"/>
                  <a:pt x="604" y="1167"/>
                  <a:pt x="605" y="1164"/>
                </a:cubicBezTo>
                <a:cubicBezTo>
                  <a:pt x="601" y="1165"/>
                  <a:pt x="602" y="1162"/>
                  <a:pt x="599" y="1162"/>
                </a:cubicBezTo>
                <a:cubicBezTo>
                  <a:pt x="599" y="1164"/>
                  <a:pt x="599" y="1164"/>
                  <a:pt x="599" y="1164"/>
                </a:cubicBezTo>
                <a:cubicBezTo>
                  <a:pt x="598" y="1164"/>
                  <a:pt x="598" y="1164"/>
                  <a:pt x="598" y="1165"/>
                </a:cubicBezTo>
                <a:cubicBezTo>
                  <a:pt x="601" y="1165"/>
                  <a:pt x="604" y="1165"/>
                  <a:pt x="604" y="1168"/>
                </a:cubicBezTo>
                <a:cubicBezTo>
                  <a:pt x="601" y="1168"/>
                  <a:pt x="598" y="1169"/>
                  <a:pt x="595" y="1171"/>
                </a:cubicBezTo>
                <a:cubicBezTo>
                  <a:pt x="599" y="1174"/>
                  <a:pt x="602" y="1170"/>
                  <a:pt x="606" y="1170"/>
                </a:cubicBezTo>
                <a:close/>
                <a:moveTo>
                  <a:pt x="811" y="1194"/>
                </a:moveTo>
                <a:cubicBezTo>
                  <a:pt x="821" y="1191"/>
                  <a:pt x="837" y="1185"/>
                  <a:pt x="847" y="1179"/>
                </a:cubicBezTo>
                <a:cubicBezTo>
                  <a:pt x="838" y="1180"/>
                  <a:pt x="830" y="1185"/>
                  <a:pt x="822" y="1188"/>
                </a:cubicBezTo>
                <a:cubicBezTo>
                  <a:pt x="819" y="1189"/>
                  <a:pt x="811" y="1188"/>
                  <a:pt x="811" y="1194"/>
                </a:cubicBezTo>
                <a:close/>
                <a:moveTo>
                  <a:pt x="569" y="1181"/>
                </a:moveTo>
                <a:cubicBezTo>
                  <a:pt x="567" y="1182"/>
                  <a:pt x="563" y="1182"/>
                  <a:pt x="563" y="1185"/>
                </a:cubicBezTo>
                <a:cubicBezTo>
                  <a:pt x="566" y="1184"/>
                  <a:pt x="574" y="1187"/>
                  <a:pt x="577" y="1184"/>
                </a:cubicBezTo>
                <a:cubicBezTo>
                  <a:pt x="574" y="1183"/>
                  <a:pt x="568" y="1186"/>
                  <a:pt x="569" y="1181"/>
                </a:cubicBezTo>
                <a:close/>
                <a:moveTo>
                  <a:pt x="596" y="1188"/>
                </a:moveTo>
                <a:cubicBezTo>
                  <a:pt x="598" y="1188"/>
                  <a:pt x="599" y="1189"/>
                  <a:pt x="599" y="1191"/>
                </a:cubicBezTo>
                <a:cubicBezTo>
                  <a:pt x="604" y="1191"/>
                  <a:pt x="609" y="1191"/>
                  <a:pt x="612" y="1188"/>
                </a:cubicBezTo>
                <a:cubicBezTo>
                  <a:pt x="606" y="1188"/>
                  <a:pt x="602" y="1187"/>
                  <a:pt x="596" y="1188"/>
                </a:cubicBezTo>
                <a:close/>
                <a:moveTo>
                  <a:pt x="1057" y="131"/>
                </a:moveTo>
                <a:cubicBezTo>
                  <a:pt x="1067" y="127"/>
                  <a:pt x="1072" y="123"/>
                  <a:pt x="1082" y="118"/>
                </a:cubicBezTo>
                <a:cubicBezTo>
                  <a:pt x="1083" y="123"/>
                  <a:pt x="1077" y="128"/>
                  <a:pt x="1081" y="129"/>
                </a:cubicBezTo>
                <a:cubicBezTo>
                  <a:pt x="1086" y="124"/>
                  <a:pt x="1095" y="123"/>
                  <a:pt x="1102" y="116"/>
                </a:cubicBezTo>
                <a:cubicBezTo>
                  <a:pt x="1102" y="118"/>
                  <a:pt x="1103" y="117"/>
                  <a:pt x="1103" y="118"/>
                </a:cubicBezTo>
                <a:cubicBezTo>
                  <a:pt x="1104" y="130"/>
                  <a:pt x="1088" y="126"/>
                  <a:pt x="1085" y="135"/>
                </a:cubicBezTo>
                <a:cubicBezTo>
                  <a:pt x="1086" y="136"/>
                  <a:pt x="1089" y="136"/>
                  <a:pt x="1089" y="139"/>
                </a:cubicBezTo>
                <a:cubicBezTo>
                  <a:pt x="1103" y="136"/>
                  <a:pt x="1112" y="135"/>
                  <a:pt x="1125" y="131"/>
                </a:cubicBezTo>
                <a:cubicBezTo>
                  <a:pt x="1135" y="149"/>
                  <a:pt x="1100" y="141"/>
                  <a:pt x="1105" y="156"/>
                </a:cubicBezTo>
                <a:cubicBezTo>
                  <a:pt x="1108" y="158"/>
                  <a:pt x="1109" y="155"/>
                  <a:pt x="1111" y="157"/>
                </a:cubicBezTo>
                <a:cubicBezTo>
                  <a:pt x="1106" y="157"/>
                  <a:pt x="1109" y="161"/>
                  <a:pt x="1111" y="162"/>
                </a:cubicBezTo>
                <a:cubicBezTo>
                  <a:pt x="1108" y="165"/>
                  <a:pt x="1099" y="166"/>
                  <a:pt x="1100" y="169"/>
                </a:cubicBezTo>
                <a:cubicBezTo>
                  <a:pt x="1104" y="167"/>
                  <a:pt x="1110" y="164"/>
                  <a:pt x="1115" y="165"/>
                </a:cubicBezTo>
                <a:cubicBezTo>
                  <a:pt x="1115" y="161"/>
                  <a:pt x="1118" y="161"/>
                  <a:pt x="1118" y="158"/>
                </a:cubicBezTo>
                <a:cubicBezTo>
                  <a:pt x="1116" y="158"/>
                  <a:pt x="1115" y="157"/>
                  <a:pt x="1115" y="154"/>
                </a:cubicBezTo>
                <a:cubicBezTo>
                  <a:pt x="1118" y="152"/>
                  <a:pt x="1119" y="148"/>
                  <a:pt x="1123" y="146"/>
                </a:cubicBezTo>
                <a:cubicBezTo>
                  <a:pt x="1127" y="146"/>
                  <a:pt x="1129" y="150"/>
                  <a:pt x="1129" y="154"/>
                </a:cubicBezTo>
                <a:cubicBezTo>
                  <a:pt x="1143" y="157"/>
                  <a:pt x="1173" y="157"/>
                  <a:pt x="1180" y="143"/>
                </a:cubicBezTo>
                <a:cubicBezTo>
                  <a:pt x="1182" y="144"/>
                  <a:pt x="1184" y="144"/>
                  <a:pt x="1184" y="146"/>
                </a:cubicBezTo>
                <a:cubicBezTo>
                  <a:pt x="1184" y="154"/>
                  <a:pt x="1178" y="159"/>
                  <a:pt x="1185" y="163"/>
                </a:cubicBezTo>
                <a:cubicBezTo>
                  <a:pt x="1184" y="166"/>
                  <a:pt x="1181" y="166"/>
                  <a:pt x="1179" y="167"/>
                </a:cubicBezTo>
                <a:cubicBezTo>
                  <a:pt x="1189" y="181"/>
                  <a:pt x="1172" y="189"/>
                  <a:pt x="1167" y="197"/>
                </a:cubicBezTo>
                <a:cubicBezTo>
                  <a:pt x="1178" y="197"/>
                  <a:pt x="1189" y="194"/>
                  <a:pt x="1195" y="190"/>
                </a:cubicBezTo>
                <a:cubicBezTo>
                  <a:pt x="1191" y="185"/>
                  <a:pt x="1196" y="177"/>
                  <a:pt x="1201" y="176"/>
                </a:cubicBezTo>
                <a:cubicBezTo>
                  <a:pt x="1201" y="177"/>
                  <a:pt x="1202" y="178"/>
                  <a:pt x="1201" y="180"/>
                </a:cubicBezTo>
                <a:cubicBezTo>
                  <a:pt x="1205" y="178"/>
                  <a:pt x="1208" y="175"/>
                  <a:pt x="1213" y="175"/>
                </a:cubicBezTo>
                <a:cubicBezTo>
                  <a:pt x="1213" y="173"/>
                  <a:pt x="1212" y="172"/>
                  <a:pt x="1214" y="170"/>
                </a:cubicBezTo>
                <a:cubicBezTo>
                  <a:pt x="1217" y="170"/>
                  <a:pt x="1214" y="175"/>
                  <a:pt x="1216" y="174"/>
                </a:cubicBezTo>
                <a:cubicBezTo>
                  <a:pt x="1218" y="172"/>
                  <a:pt x="1221" y="172"/>
                  <a:pt x="1221" y="168"/>
                </a:cubicBezTo>
                <a:cubicBezTo>
                  <a:pt x="1216" y="171"/>
                  <a:pt x="1214" y="167"/>
                  <a:pt x="1212" y="164"/>
                </a:cubicBezTo>
                <a:cubicBezTo>
                  <a:pt x="1214" y="162"/>
                  <a:pt x="1218" y="163"/>
                  <a:pt x="1220" y="161"/>
                </a:cubicBezTo>
                <a:cubicBezTo>
                  <a:pt x="1217" y="153"/>
                  <a:pt x="1223" y="145"/>
                  <a:pt x="1223" y="138"/>
                </a:cubicBezTo>
                <a:cubicBezTo>
                  <a:pt x="1229" y="135"/>
                  <a:pt x="1233" y="128"/>
                  <a:pt x="1236" y="122"/>
                </a:cubicBezTo>
                <a:cubicBezTo>
                  <a:pt x="1228" y="125"/>
                  <a:pt x="1216" y="140"/>
                  <a:pt x="1208" y="128"/>
                </a:cubicBezTo>
                <a:cubicBezTo>
                  <a:pt x="1211" y="116"/>
                  <a:pt x="1226" y="108"/>
                  <a:pt x="1230" y="97"/>
                </a:cubicBezTo>
                <a:cubicBezTo>
                  <a:pt x="1225" y="99"/>
                  <a:pt x="1221" y="103"/>
                  <a:pt x="1214" y="102"/>
                </a:cubicBezTo>
                <a:cubicBezTo>
                  <a:pt x="1215" y="98"/>
                  <a:pt x="1211" y="94"/>
                  <a:pt x="1210" y="89"/>
                </a:cubicBezTo>
                <a:cubicBezTo>
                  <a:pt x="1211" y="84"/>
                  <a:pt x="1215" y="81"/>
                  <a:pt x="1219" y="78"/>
                </a:cubicBezTo>
                <a:cubicBezTo>
                  <a:pt x="1206" y="82"/>
                  <a:pt x="1196" y="91"/>
                  <a:pt x="1182" y="89"/>
                </a:cubicBezTo>
                <a:cubicBezTo>
                  <a:pt x="1182" y="86"/>
                  <a:pt x="1184" y="85"/>
                  <a:pt x="1186" y="85"/>
                </a:cubicBezTo>
                <a:cubicBezTo>
                  <a:pt x="1187" y="85"/>
                  <a:pt x="1187" y="88"/>
                  <a:pt x="1190" y="87"/>
                </a:cubicBezTo>
                <a:cubicBezTo>
                  <a:pt x="1192" y="86"/>
                  <a:pt x="1191" y="83"/>
                  <a:pt x="1193" y="82"/>
                </a:cubicBezTo>
                <a:cubicBezTo>
                  <a:pt x="1197" y="82"/>
                  <a:pt x="1199" y="79"/>
                  <a:pt x="1202" y="76"/>
                </a:cubicBezTo>
                <a:cubicBezTo>
                  <a:pt x="1208" y="74"/>
                  <a:pt x="1214" y="73"/>
                  <a:pt x="1213" y="65"/>
                </a:cubicBezTo>
                <a:cubicBezTo>
                  <a:pt x="1211" y="63"/>
                  <a:pt x="1211" y="66"/>
                  <a:pt x="1208" y="65"/>
                </a:cubicBezTo>
                <a:cubicBezTo>
                  <a:pt x="1209" y="63"/>
                  <a:pt x="1207" y="63"/>
                  <a:pt x="1207" y="61"/>
                </a:cubicBezTo>
                <a:cubicBezTo>
                  <a:pt x="1211" y="57"/>
                  <a:pt x="1216" y="53"/>
                  <a:pt x="1220" y="49"/>
                </a:cubicBezTo>
                <a:cubicBezTo>
                  <a:pt x="1211" y="49"/>
                  <a:pt x="1207" y="54"/>
                  <a:pt x="1197" y="53"/>
                </a:cubicBezTo>
                <a:cubicBezTo>
                  <a:pt x="1201" y="47"/>
                  <a:pt x="1207" y="43"/>
                  <a:pt x="1211" y="37"/>
                </a:cubicBezTo>
                <a:cubicBezTo>
                  <a:pt x="1204" y="37"/>
                  <a:pt x="1197" y="45"/>
                  <a:pt x="1191" y="40"/>
                </a:cubicBezTo>
                <a:cubicBezTo>
                  <a:pt x="1187" y="33"/>
                  <a:pt x="1196" y="30"/>
                  <a:pt x="1195" y="27"/>
                </a:cubicBezTo>
                <a:cubicBezTo>
                  <a:pt x="1195" y="29"/>
                  <a:pt x="1190" y="29"/>
                  <a:pt x="1191" y="27"/>
                </a:cubicBezTo>
                <a:cubicBezTo>
                  <a:pt x="1191" y="24"/>
                  <a:pt x="1191" y="24"/>
                  <a:pt x="1193" y="21"/>
                </a:cubicBezTo>
                <a:cubicBezTo>
                  <a:pt x="1188" y="22"/>
                  <a:pt x="1187" y="19"/>
                  <a:pt x="1185" y="17"/>
                </a:cubicBezTo>
                <a:cubicBezTo>
                  <a:pt x="1186" y="13"/>
                  <a:pt x="1192" y="14"/>
                  <a:pt x="1191" y="9"/>
                </a:cubicBezTo>
                <a:cubicBezTo>
                  <a:pt x="1169" y="0"/>
                  <a:pt x="1158" y="26"/>
                  <a:pt x="1138" y="26"/>
                </a:cubicBezTo>
                <a:cubicBezTo>
                  <a:pt x="1138" y="30"/>
                  <a:pt x="1137" y="33"/>
                  <a:pt x="1135" y="37"/>
                </a:cubicBezTo>
                <a:cubicBezTo>
                  <a:pt x="1139" y="37"/>
                  <a:pt x="1144" y="31"/>
                  <a:pt x="1146" y="36"/>
                </a:cubicBezTo>
                <a:cubicBezTo>
                  <a:pt x="1134" y="51"/>
                  <a:pt x="1109" y="51"/>
                  <a:pt x="1093" y="63"/>
                </a:cubicBezTo>
                <a:cubicBezTo>
                  <a:pt x="1096" y="62"/>
                  <a:pt x="1095" y="64"/>
                  <a:pt x="1094" y="65"/>
                </a:cubicBezTo>
                <a:cubicBezTo>
                  <a:pt x="1098" y="66"/>
                  <a:pt x="1101" y="68"/>
                  <a:pt x="1103" y="70"/>
                </a:cubicBezTo>
                <a:cubicBezTo>
                  <a:pt x="1104" y="74"/>
                  <a:pt x="1100" y="74"/>
                  <a:pt x="1101" y="78"/>
                </a:cubicBezTo>
                <a:cubicBezTo>
                  <a:pt x="1108" y="90"/>
                  <a:pt x="1107" y="106"/>
                  <a:pt x="1094" y="112"/>
                </a:cubicBezTo>
                <a:cubicBezTo>
                  <a:pt x="1090" y="108"/>
                  <a:pt x="1082" y="112"/>
                  <a:pt x="1079" y="109"/>
                </a:cubicBezTo>
                <a:cubicBezTo>
                  <a:pt x="1080" y="106"/>
                  <a:pt x="1082" y="105"/>
                  <a:pt x="1084" y="104"/>
                </a:cubicBezTo>
                <a:cubicBezTo>
                  <a:pt x="1085" y="106"/>
                  <a:pt x="1086" y="106"/>
                  <a:pt x="1085" y="108"/>
                </a:cubicBezTo>
                <a:cubicBezTo>
                  <a:pt x="1094" y="106"/>
                  <a:pt x="1099" y="95"/>
                  <a:pt x="1098" y="86"/>
                </a:cubicBezTo>
                <a:cubicBezTo>
                  <a:pt x="1096" y="85"/>
                  <a:pt x="1094" y="88"/>
                  <a:pt x="1093" y="86"/>
                </a:cubicBezTo>
                <a:cubicBezTo>
                  <a:pt x="1095" y="83"/>
                  <a:pt x="1094" y="83"/>
                  <a:pt x="1093" y="79"/>
                </a:cubicBezTo>
                <a:cubicBezTo>
                  <a:pt x="1083" y="79"/>
                  <a:pt x="1080" y="86"/>
                  <a:pt x="1074" y="90"/>
                </a:cubicBezTo>
                <a:cubicBezTo>
                  <a:pt x="1076" y="96"/>
                  <a:pt x="1078" y="103"/>
                  <a:pt x="1074" y="108"/>
                </a:cubicBezTo>
                <a:cubicBezTo>
                  <a:pt x="1065" y="111"/>
                  <a:pt x="1061" y="120"/>
                  <a:pt x="1055" y="127"/>
                </a:cubicBezTo>
                <a:cubicBezTo>
                  <a:pt x="1057" y="127"/>
                  <a:pt x="1055" y="131"/>
                  <a:pt x="1057" y="131"/>
                </a:cubicBezTo>
                <a:close/>
                <a:moveTo>
                  <a:pt x="1218" y="20"/>
                </a:moveTo>
                <a:cubicBezTo>
                  <a:pt x="1212" y="21"/>
                  <a:pt x="1203" y="24"/>
                  <a:pt x="1201" y="26"/>
                </a:cubicBezTo>
                <a:cubicBezTo>
                  <a:pt x="1208" y="25"/>
                  <a:pt x="1214" y="25"/>
                  <a:pt x="1218" y="20"/>
                </a:cubicBezTo>
                <a:close/>
                <a:moveTo>
                  <a:pt x="1239" y="43"/>
                </a:moveTo>
                <a:cubicBezTo>
                  <a:pt x="1239" y="44"/>
                  <a:pt x="1237" y="44"/>
                  <a:pt x="1236" y="43"/>
                </a:cubicBezTo>
                <a:cubicBezTo>
                  <a:pt x="1236" y="41"/>
                  <a:pt x="1239" y="42"/>
                  <a:pt x="1239" y="40"/>
                </a:cubicBezTo>
                <a:cubicBezTo>
                  <a:pt x="1237" y="41"/>
                  <a:pt x="1237" y="38"/>
                  <a:pt x="1236" y="37"/>
                </a:cubicBezTo>
                <a:cubicBezTo>
                  <a:pt x="1238" y="36"/>
                  <a:pt x="1238" y="33"/>
                  <a:pt x="1240" y="32"/>
                </a:cubicBezTo>
                <a:cubicBezTo>
                  <a:pt x="1237" y="32"/>
                  <a:pt x="1236" y="35"/>
                  <a:pt x="1234" y="37"/>
                </a:cubicBezTo>
                <a:cubicBezTo>
                  <a:pt x="1238" y="42"/>
                  <a:pt x="1223" y="44"/>
                  <a:pt x="1221" y="50"/>
                </a:cubicBezTo>
                <a:cubicBezTo>
                  <a:pt x="1228" y="50"/>
                  <a:pt x="1239" y="48"/>
                  <a:pt x="1239" y="43"/>
                </a:cubicBezTo>
                <a:close/>
                <a:moveTo>
                  <a:pt x="1204" y="47"/>
                </a:moveTo>
                <a:cubicBezTo>
                  <a:pt x="1210" y="48"/>
                  <a:pt x="1212" y="45"/>
                  <a:pt x="1214" y="43"/>
                </a:cubicBezTo>
                <a:cubicBezTo>
                  <a:pt x="1211" y="45"/>
                  <a:pt x="1206" y="42"/>
                  <a:pt x="1204" y="47"/>
                </a:cubicBezTo>
                <a:close/>
                <a:moveTo>
                  <a:pt x="1117" y="481"/>
                </a:moveTo>
                <a:cubicBezTo>
                  <a:pt x="1118" y="481"/>
                  <a:pt x="1118" y="481"/>
                  <a:pt x="1119" y="481"/>
                </a:cubicBezTo>
                <a:cubicBezTo>
                  <a:pt x="1118" y="481"/>
                  <a:pt x="1118" y="481"/>
                  <a:pt x="1117" y="481"/>
                </a:cubicBezTo>
                <a:close/>
                <a:moveTo>
                  <a:pt x="1284" y="478"/>
                </a:moveTo>
                <a:cubicBezTo>
                  <a:pt x="1280" y="478"/>
                  <a:pt x="1276" y="483"/>
                  <a:pt x="1274" y="481"/>
                </a:cubicBezTo>
                <a:cubicBezTo>
                  <a:pt x="1274" y="479"/>
                  <a:pt x="1277" y="479"/>
                  <a:pt x="1277" y="476"/>
                </a:cubicBezTo>
                <a:cubicBezTo>
                  <a:pt x="1263" y="476"/>
                  <a:pt x="1257" y="490"/>
                  <a:pt x="1237" y="485"/>
                </a:cubicBezTo>
                <a:cubicBezTo>
                  <a:pt x="1236" y="486"/>
                  <a:pt x="1232" y="490"/>
                  <a:pt x="1229" y="487"/>
                </a:cubicBezTo>
                <a:cubicBezTo>
                  <a:pt x="1233" y="485"/>
                  <a:pt x="1236" y="483"/>
                  <a:pt x="1239" y="480"/>
                </a:cubicBezTo>
                <a:cubicBezTo>
                  <a:pt x="1236" y="480"/>
                  <a:pt x="1232" y="485"/>
                  <a:pt x="1230" y="483"/>
                </a:cubicBezTo>
                <a:cubicBezTo>
                  <a:pt x="1233" y="480"/>
                  <a:pt x="1237" y="479"/>
                  <a:pt x="1240" y="475"/>
                </a:cubicBezTo>
                <a:cubicBezTo>
                  <a:pt x="1239" y="474"/>
                  <a:pt x="1238" y="473"/>
                  <a:pt x="1238" y="471"/>
                </a:cubicBezTo>
                <a:cubicBezTo>
                  <a:pt x="1239" y="471"/>
                  <a:pt x="1240" y="470"/>
                  <a:pt x="1242" y="469"/>
                </a:cubicBezTo>
                <a:cubicBezTo>
                  <a:pt x="1250" y="479"/>
                  <a:pt x="1256" y="465"/>
                  <a:pt x="1266" y="463"/>
                </a:cubicBezTo>
                <a:cubicBezTo>
                  <a:pt x="1266" y="467"/>
                  <a:pt x="1266" y="467"/>
                  <a:pt x="1266" y="467"/>
                </a:cubicBezTo>
                <a:cubicBezTo>
                  <a:pt x="1269" y="468"/>
                  <a:pt x="1272" y="463"/>
                  <a:pt x="1270" y="462"/>
                </a:cubicBezTo>
                <a:cubicBezTo>
                  <a:pt x="1270" y="463"/>
                  <a:pt x="1268" y="463"/>
                  <a:pt x="1267" y="462"/>
                </a:cubicBezTo>
                <a:cubicBezTo>
                  <a:pt x="1270" y="457"/>
                  <a:pt x="1282" y="456"/>
                  <a:pt x="1281" y="451"/>
                </a:cubicBezTo>
                <a:cubicBezTo>
                  <a:pt x="1277" y="456"/>
                  <a:pt x="1269" y="456"/>
                  <a:pt x="1263" y="457"/>
                </a:cubicBezTo>
                <a:cubicBezTo>
                  <a:pt x="1265" y="462"/>
                  <a:pt x="1259" y="464"/>
                  <a:pt x="1256" y="465"/>
                </a:cubicBezTo>
                <a:cubicBezTo>
                  <a:pt x="1253" y="461"/>
                  <a:pt x="1247" y="466"/>
                  <a:pt x="1244" y="465"/>
                </a:cubicBezTo>
                <a:cubicBezTo>
                  <a:pt x="1244" y="467"/>
                  <a:pt x="1243" y="468"/>
                  <a:pt x="1242" y="468"/>
                </a:cubicBezTo>
                <a:cubicBezTo>
                  <a:pt x="1230" y="469"/>
                  <a:pt x="1219" y="479"/>
                  <a:pt x="1209" y="485"/>
                </a:cubicBezTo>
                <a:cubicBezTo>
                  <a:pt x="1212" y="487"/>
                  <a:pt x="1210" y="494"/>
                  <a:pt x="1208" y="496"/>
                </a:cubicBezTo>
                <a:cubicBezTo>
                  <a:pt x="1205" y="497"/>
                  <a:pt x="1202" y="498"/>
                  <a:pt x="1200" y="499"/>
                </a:cubicBezTo>
                <a:cubicBezTo>
                  <a:pt x="1200" y="504"/>
                  <a:pt x="1204" y="505"/>
                  <a:pt x="1203" y="510"/>
                </a:cubicBezTo>
                <a:cubicBezTo>
                  <a:pt x="1199" y="511"/>
                  <a:pt x="1195" y="513"/>
                  <a:pt x="1192" y="508"/>
                </a:cubicBezTo>
                <a:cubicBezTo>
                  <a:pt x="1188" y="507"/>
                  <a:pt x="1188" y="510"/>
                  <a:pt x="1184" y="510"/>
                </a:cubicBezTo>
                <a:cubicBezTo>
                  <a:pt x="1184" y="504"/>
                  <a:pt x="1184" y="504"/>
                  <a:pt x="1184" y="504"/>
                </a:cubicBezTo>
                <a:cubicBezTo>
                  <a:pt x="1192" y="501"/>
                  <a:pt x="1199" y="497"/>
                  <a:pt x="1204" y="491"/>
                </a:cubicBezTo>
                <a:cubicBezTo>
                  <a:pt x="1200" y="491"/>
                  <a:pt x="1199" y="495"/>
                  <a:pt x="1194" y="494"/>
                </a:cubicBezTo>
                <a:cubicBezTo>
                  <a:pt x="1194" y="493"/>
                  <a:pt x="1194" y="492"/>
                  <a:pt x="1193" y="492"/>
                </a:cubicBezTo>
                <a:cubicBezTo>
                  <a:pt x="1191" y="493"/>
                  <a:pt x="1189" y="495"/>
                  <a:pt x="1186" y="495"/>
                </a:cubicBezTo>
                <a:cubicBezTo>
                  <a:pt x="1184" y="494"/>
                  <a:pt x="1185" y="491"/>
                  <a:pt x="1182" y="490"/>
                </a:cubicBezTo>
                <a:cubicBezTo>
                  <a:pt x="1181" y="492"/>
                  <a:pt x="1181" y="496"/>
                  <a:pt x="1178" y="496"/>
                </a:cubicBezTo>
                <a:cubicBezTo>
                  <a:pt x="1180" y="496"/>
                  <a:pt x="1180" y="499"/>
                  <a:pt x="1179" y="501"/>
                </a:cubicBezTo>
                <a:cubicBezTo>
                  <a:pt x="1179" y="504"/>
                  <a:pt x="1172" y="505"/>
                  <a:pt x="1173" y="508"/>
                </a:cubicBezTo>
                <a:cubicBezTo>
                  <a:pt x="1177" y="507"/>
                  <a:pt x="1179" y="501"/>
                  <a:pt x="1183" y="504"/>
                </a:cubicBezTo>
                <a:cubicBezTo>
                  <a:pt x="1179" y="506"/>
                  <a:pt x="1175" y="509"/>
                  <a:pt x="1173" y="514"/>
                </a:cubicBezTo>
                <a:cubicBezTo>
                  <a:pt x="1170" y="513"/>
                  <a:pt x="1170" y="516"/>
                  <a:pt x="1168" y="516"/>
                </a:cubicBezTo>
                <a:cubicBezTo>
                  <a:pt x="1166" y="512"/>
                  <a:pt x="1166" y="512"/>
                  <a:pt x="1167" y="508"/>
                </a:cubicBezTo>
                <a:cubicBezTo>
                  <a:pt x="1159" y="508"/>
                  <a:pt x="1160" y="498"/>
                  <a:pt x="1156" y="494"/>
                </a:cubicBezTo>
                <a:cubicBezTo>
                  <a:pt x="1152" y="493"/>
                  <a:pt x="1153" y="496"/>
                  <a:pt x="1150" y="495"/>
                </a:cubicBezTo>
                <a:cubicBezTo>
                  <a:pt x="1150" y="493"/>
                  <a:pt x="1147" y="493"/>
                  <a:pt x="1147" y="492"/>
                </a:cubicBezTo>
                <a:cubicBezTo>
                  <a:pt x="1147" y="490"/>
                  <a:pt x="1149" y="486"/>
                  <a:pt x="1147" y="485"/>
                </a:cubicBezTo>
                <a:cubicBezTo>
                  <a:pt x="1146" y="487"/>
                  <a:pt x="1141" y="485"/>
                  <a:pt x="1140" y="484"/>
                </a:cubicBezTo>
                <a:cubicBezTo>
                  <a:pt x="1140" y="481"/>
                  <a:pt x="1140" y="478"/>
                  <a:pt x="1144" y="476"/>
                </a:cubicBezTo>
                <a:cubicBezTo>
                  <a:pt x="1139" y="475"/>
                  <a:pt x="1138" y="476"/>
                  <a:pt x="1134" y="477"/>
                </a:cubicBezTo>
                <a:cubicBezTo>
                  <a:pt x="1133" y="470"/>
                  <a:pt x="1145" y="471"/>
                  <a:pt x="1145" y="467"/>
                </a:cubicBezTo>
                <a:cubicBezTo>
                  <a:pt x="1135" y="466"/>
                  <a:pt x="1132" y="477"/>
                  <a:pt x="1127" y="481"/>
                </a:cubicBezTo>
                <a:cubicBezTo>
                  <a:pt x="1127" y="477"/>
                  <a:pt x="1127" y="477"/>
                  <a:pt x="1127" y="477"/>
                </a:cubicBezTo>
                <a:cubicBezTo>
                  <a:pt x="1123" y="478"/>
                  <a:pt x="1122" y="480"/>
                  <a:pt x="1119" y="481"/>
                </a:cubicBezTo>
                <a:cubicBezTo>
                  <a:pt x="1120" y="481"/>
                  <a:pt x="1118" y="482"/>
                  <a:pt x="1118" y="483"/>
                </a:cubicBezTo>
                <a:cubicBezTo>
                  <a:pt x="1120" y="484"/>
                  <a:pt x="1121" y="479"/>
                  <a:pt x="1123" y="482"/>
                </a:cubicBezTo>
                <a:cubicBezTo>
                  <a:pt x="1122" y="483"/>
                  <a:pt x="1121" y="485"/>
                  <a:pt x="1122" y="487"/>
                </a:cubicBezTo>
                <a:cubicBezTo>
                  <a:pt x="1123" y="489"/>
                  <a:pt x="1126" y="488"/>
                  <a:pt x="1127" y="490"/>
                </a:cubicBezTo>
                <a:cubicBezTo>
                  <a:pt x="1126" y="492"/>
                  <a:pt x="1125" y="494"/>
                  <a:pt x="1122" y="494"/>
                </a:cubicBezTo>
                <a:cubicBezTo>
                  <a:pt x="1122" y="493"/>
                  <a:pt x="1123" y="492"/>
                  <a:pt x="1122" y="492"/>
                </a:cubicBezTo>
                <a:cubicBezTo>
                  <a:pt x="1121" y="496"/>
                  <a:pt x="1117" y="492"/>
                  <a:pt x="1114" y="495"/>
                </a:cubicBezTo>
                <a:cubicBezTo>
                  <a:pt x="1115" y="494"/>
                  <a:pt x="1116" y="493"/>
                  <a:pt x="1116" y="492"/>
                </a:cubicBezTo>
                <a:cubicBezTo>
                  <a:pt x="1113" y="491"/>
                  <a:pt x="1112" y="493"/>
                  <a:pt x="1108" y="493"/>
                </a:cubicBezTo>
                <a:cubicBezTo>
                  <a:pt x="1107" y="497"/>
                  <a:pt x="1110" y="498"/>
                  <a:pt x="1112" y="499"/>
                </a:cubicBezTo>
                <a:cubicBezTo>
                  <a:pt x="1106" y="505"/>
                  <a:pt x="1101" y="501"/>
                  <a:pt x="1094" y="505"/>
                </a:cubicBezTo>
                <a:cubicBezTo>
                  <a:pt x="1094" y="504"/>
                  <a:pt x="1094" y="502"/>
                  <a:pt x="1093" y="502"/>
                </a:cubicBezTo>
                <a:cubicBezTo>
                  <a:pt x="1092" y="505"/>
                  <a:pt x="1090" y="508"/>
                  <a:pt x="1086" y="508"/>
                </a:cubicBezTo>
                <a:cubicBezTo>
                  <a:pt x="1086" y="508"/>
                  <a:pt x="1085" y="507"/>
                  <a:pt x="1085" y="507"/>
                </a:cubicBezTo>
                <a:cubicBezTo>
                  <a:pt x="1089" y="500"/>
                  <a:pt x="1096" y="497"/>
                  <a:pt x="1104" y="494"/>
                </a:cubicBezTo>
                <a:cubicBezTo>
                  <a:pt x="1104" y="490"/>
                  <a:pt x="1109" y="491"/>
                  <a:pt x="1111" y="488"/>
                </a:cubicBezTo>
                <a:cubicBezTo>
                  <a:pt x="1100" y="492"/>
                  <a:pt x="1093" y="498"/>
                  <a:pt x="1083" y="499"/>
                </a:cubicBezTo>
                <a:cubicBezTo>
                  <a:pt x="1083" y="498"/>
                  <a:pt x="1082" y="496"/>
                  <a:pt x="1080" y="496"/>
                </a:cubicBezTo>
                <a:cubicBezTo>
                  <a:pt x="1080" y="500"/>
                  <a:pt x="1077" y="501"/>
                  <a:pt x="1075" y="498"/>
                </a:cubicBezTo>
                <a:cubicBezTo>
                  <a:pt x="1075" y="502"/>
                  <a:pt x="1070" y="500"/>
                  <a:pt x="1070" y="504"/>
                </a:cubicBezTo>
                <a:cubicBezTo>
                  <a:pt x="1071" y="504"/>
                  <a:pt x="1072" y="505"/>
                  <a:pt x="1072" y="506"/>
                </a:cubicBezTo>
                <a:cubicBezTo>
                  <a:pt x="1068" y="506"/>
                  <a:pt x="1068" y="510"/>
                  <a:pt x="1066" y="511"/>
                </a:cubicBezTo>
                <a:cubicBezTo>
                  <a:pt x="1054" y="509"/>
                  <a:pt x="1047" y="530"/>
                  <a:pt x="1036" y="521"/>
                </a:cubicBezTo>
                <a:cubicBezTo>
                  <a:pt x="1048" y="505"/>
                  <a:pt x="1064" y="499"/>
                  <a:pt x="1084" y="493"/>
                </a:cubicBezTo>
                <a:cubicBezTo>
                  <a:pt x="1088" y="495"/>
                  <a:pt x="1101" y="492"/>
                  <a:pt x="1103" y="487"/>
                </a:cubicBezTo>
                <a:cubicBezTo>
                  <a:pt x="1101" y="484"/>
                  <a:pt x="1097" y="487"/>
                  <a:pt x="1095" y="485"/>
                </a:cubicBezTo>
                <a:cubicBezTo>
                  <a:pt x="1098" y="482"/>
                  <a:pt x="1097" y="480"/>
                  <a:pt x="1096" y="477"/>
                </a:cubicBezTo>
                <a:cubicBezTo>
                  <a:pt x="1096" y="479"/>
                  <a:pt x="1090" y="480"/>
                  <a:pt x="1089" y="479"/>
                </a:cubicBezTo>
                <a:cubicBezTo>
                  <a:pt x="1093" y="475"/>
                  <a:pt x="1099" y="467"/>
                  <a:pt x="1101" y="463"/>
                </a:cubicBezTo>
                <a:cubicBezTo>
                  <a:pt x="1094" y="466"/>
                  <a:pt x="1087" y="474"/>
                  <a:pt x="1081" y="469"/>
                </a:cubicBezTo>
                <a:cubicBezTo>
                  <a:pt x="1082" y="477"/>
                  <a:pt x="1084" y="475"/>
                  <a:pt x="1083" y="483"/>
                </a:cubicBezTo>
                <a:cubicBezTo>
                  <a:pt x="1078" y="485"/>
                  <a:pt x="1073" y="492"/>
                  <a:pt x="1066" y="489"/>
                </a:cubicBezTo>
                <a:cubicBezTo>
                  <a:pt x="1074" y="487"/>
                  <a:pt x="1061" y="482"/>
                  <a:pt x="1067" y="480"/>
                </a:cubicBezTo>
                <a:cubicBezTo>
                  <a:pt x="1058" y="477"/>
                  <a:pt x="1056" y="487"/>
                  <a:pt x="1049" y="489"/>
                </a:cubicBezTo>
                <a:cubicBezTo>
                  <a:pt x="1044" y="477"/>
                  <a:pt x="1060" y="474"/>
                  <a:pt x="1067" y="467"/>
                </a:cubicBezTo>
                <a:cubicBezTo>
                  <a:pt x="1061" y="466"/>
                  <a:pt x="1059" y="471"/>
                  <a:pt x="1053" y="471"/>
                </a:cubicBezTo>
                <a:cubicBezTo>
                  <a:pt x="1053" y="469"/>
                  <a:pt x="1059" y="468"/>
                  <a:pt x="1057" y="467"/>
                </a:cubicBezTo>
                <a:cubicBezTo>
                  <a:pt x="1053" y="469"/>
                  <a:pt x="1047" y="472"/>
                  <a:pt x="1042" y="471"/>
                </a:cubicBezTo>
                <a:cubicBezTo>
                  <a:pt x="1040" y="468"/>
                  <a:pt x="1047" y="468"/>
                  <a:pt x="1044" y="466"/>
                </a:cubicBezTo>
                <a:cubicBezTo>
                  <a:pt x="1042" y="469"/>
                  <a:pt x="1039" y="470"/>
                  <a:pt x="1036" y="471"/>
                </a:cubicBezTo>
                <a:cubicBezTo>
                  <a:pt x="1035" y="474"/>
                  <a:pt x="1036" y="473"/>
                  <a:pt x="1036" y="477"/>
                </a:cubicBezTo>
                <a:cubicBezTo>
                  <a:pt x="1031" y="479"/>
                  <a:pt x="1028" y="483"/>
                  <a:pt x="1022" y="483"/>
                </a:cubicBezTo>
                <a:cubicBezTo>
                  <a:pt x="1012" y="476"/>
                  <a:pt x="1004" y="492"/>
                  <a:pt x="995" y="493"/>
                </a:cubicBezTo>
                <a:cubicBezTo>
                  <a:pt x="995" y="493"/>
                  <a:pt x="995" y="494"/>
                  <a:pt x="993" y="493"/>
                </a:cubicBezTo>
                <a:cubicBezTo>
                  <a:pt x="993" y="493"/>
                  <a:pt x="994" y="493"/>
                  <a:pt x="995" y="493"/>
                </a:cubicBezTo>
                <a:cubicBezTo>
                  <a:pt x="994" y="492"/>
                  <a:pt x="993" y="490"/>
                  <a:pt x="994" y="490"/>
                </a:cubicBezTo>
                <a:cubicBezTo>
                  <a:pt x="996" y="486"/>
                  <a:pt x="1004" y="483"/>
                  <a:pt x="999" y="478"/>
                </a:cubicBezTo>
                <a:cubicBezTo>
                  <a:pt x="995" y="481"/>
                  <a:pt x="990" y="480"/>
                  <a:pt x="986" y="483"/>
                </a:cubicBezTo>
                <a:cubicBezTo>
                  <a:pt x="986" y="490"/>
                  <a:pt x="982" y="493"/>
                  <a:pt x="977" y="494"/>
                </a:cubicBezTo>
                <a:cubicBezTo>
                  <a:pt x="977" y="498"/>
                  <a:pt x="980" y="498"/>
                  <a:pt x="980" y="502"/>
                </a:cubicBezTo>
                <a:cubicBezTo>
                  <a:pt x="977" y="504"/>
                  <a:pt x="971" y="509"/>
                  <a:pt x="968" y="505"/>
                </a:cubicBezTo>
                <a:cubicBezTo>
                  <a:pt x="975" y="501"/>
                  <a:pt x="976" y="488"/>
                  <a:pt x="979" y="482"/>
                </a:cubicBezTo>
                <a:cubicBezTo>
                  <a:pt x="980" y="482"/>
                  <a:pt x="981" y="483"/>
                  <a:pt x="982" y="483"/>
                </a:cubicBezTo>
                <a:cubicBezTo>
                  <a:pt x="987" y="475"/>
                  <a:pt x="1000" y="476"/>
                  <a:pt x="1005" y="467"/>
                </a:cubicBezTo>
                <a:cubicBezTo>
                  <a:pt x="1000" y="465"/>
                  <a:pt x="999" y="471"/>
                  <a:pt x="996" y="468"/>
                </a:cubicBezTo>
                <a:cubicBezTo>
                  <a:pt x="998" y="466"/>
                  <a:pt x="998" y="464"/>
                  <a:pt x="997" y="463"/>
                </a:cubicBezTo>
                <a:cubicBezTo>
                  <a:pt x="993" y="468"/>
                  <a:pt x="992" y="476"/>
                  <a:pt x="985" y="476"/>
                </a:cubicBezTo>
                <a:cubicBezTo>
                  <a:pt x="982" y="476"/>
                  <a:pt x="983" y="472"/>
                  <a:pt x="980" y="474"/>
                </a:cubicBezTo>
                <a:cubicBezTo>
                  <a:pt x="980" y="470"/>
                  <a:pt x="980" y="470"/>
                  <a:pt x="980" y="470"/>
                </a:cubicBezTo>
                <a:cubicBezTo>
                  <a:pt x="978" y="470"/>
                  <a:pt x="976" y="473"/>
                  <a:pt x="975" y="470"/>
                </a:cubicBezTo>
                <a:cubicBezTo>
                  <a:pt x="980" y="468"/>
                  <a:pt x="982" y="453"/>
                  <a:pt x="988" y="457"/>
                </a:cubicBezTo>
                <a:cubicBezTo>
                  <a:pt x="988" y="455"/>
                  <a:pt x="990" y="453"/>
                  <a:pt x="993" y="451"/>
                </a:cubicBezTo>
                <a:cubicBezTo>
                  <a:pt x="1007" y="446"/>
                  <a:pt x="1018" y="439"/>
                  <a:pt x="1033" y="433"/>
                </a:cubicBezTo>
                <a:cubicBezTo>
                  <a:pt x="1035" y="435"/>
                  <a:pt x="1033" y="435"/>
                  <a:pt x="1032" y="437"/>
                </a:cubicBezTo>
                <a:cubicBezTo>
                  <a:pt x="1043" y="428"/>
                  <a:pt x="1057" y="419"/>
                  <a:pt x="1073" y="417"/>
                </a:cubicBezTo>
                <a:cubicBezTo>
                  <a:pt x="1079" y="415"/>
                  <a:pt x="1084" y="406"/>
                  <a:pt x="1092" y="407"/>
                </a:cubicBezTo>
                <a:cubicBezTo>
                  <a:pt x="1094" y="401"/>
                  <a:pt x="1100" y="400"/>
                  <a:pt x="1106" y="398"/>
                </a:cubicBezTo>
                <a:cubicBezTo>
                  <a:pt x="1105" y="404"/>
                  <a:pt x="1099" y="401"/>
                  <a:pt x="1095" y="406"/>
                </a:cubicBezTo>
                <a:cubicBezTo>
                  <a:pt x="1097" y="407"/>
                  <a:pt x="1096" y="410"/>
                  <a:pt x="1098" y="411"/>
                </a:cubicBezTo>
                <a:cubicBezTo>
                  <a:pt x="1103" y="409"/>
                  <a:pt x="1105" y="404"/>
                  <a:pt x="1109" y="402"/>
                </a:cubicBezTo>
                <a:cubicBezTo>
                  <a:pt x="1110" y="403"/>
                  <a:pt x="1111" y="404"/>
                  <a:pt x="1110" y="405"/>
                </a:cubicBezTo>
                <a:cubicBezTo>
                  <a:pt x="1113" y="405"/>
                  <a:pt x="1114" y="404"/>
                  <a:pt x="1118" y="404"/>
                </a:cubicBezTo>
                <a:cubicBezTo>
                  <a:pt x="1117" y="397"/>
                  <a:pt x="1121" y="395"/>
                  <a:pt x="1125" y="392"/>
                </a:cubicBezTo>
                <a:cubicBezTo>
                  <a:pt x="1122" y="392"/>
                  <a:pt x="1120" y="394"/>
                  <a:pt x="1117" y="394"/>
                </a:cubicBezTo>
                <a:cubicBezTo>
                  <a:pt x="1117" y="393"/>
                  <a:pt x="1116" y="393"/>
                  <a:pt x="1116" y="392"/>
                </a:cubicBezTo>
                <a:cubicBezTo>
                  <a:pt x="1121" y="387"/>
                  <a:pt x="1128" y="383"/>
                  <a:pt x="1136" y="382"/>
                </a:cubicBezTo>
                <a:cubicBezTo>
                  <a:pt x="1134" y="384"/>
                  <a:pt x="1142" y="385"/>
                  <a:pt x="1137" y="389"/>
                </a:cubicBezTo>
                <a:cubicBezTo>
                  <a:pt x="1138" y="386"/>
                  <a:pt x="1134" y="386"/>
                  <a:pt x="1136" y="389"/>
                </a:cubicBezTo>
                <a:cubicBezTo>
                  <a:pt x="1133" y="390"/>
                  <a:pt x="1138" y="387"/>
                  <a:pt x="1137" y="390"/>
                </a:cubicBezTo>
                <a:cubicBezTo>
                  <a:pt x="1136" y="394"/>
                  <a:pt x="1131" y="397"/>
                  <a:pt x="1132" y="400"/>
                </a:cubicBezTo>
                <a:cubicBezTo>
                  <a:pt x="1132" y="397"/>
                  <a:pt x="1135" y="398"/>
                  <a:pt x="1136" y="400"/>
                </a:cubicBezTo>
                <a:cubicBezTo>
                  <a:pt x="1135" y="402"/>
                  <a:pt x="1131" y="402"/>
                  <a:pt x="1132" y="405"/>
                </a:cubicBezTo>
                <a:cubicBezTo>
                  <a:pt x="1135" y="407"/>
                  <a:pt x="1136" y="402"/>
                  <a:pt x="1136" y="404"/>
                </a:cubicBezTo>
                <a:cubicBezTo>
                  <a:pt x="1137" y="407"/>
                  <a:pt x="1134" y="407"/>
                  <a:pt x="1135" y="410"/>
                </a:cubicBezTo>
                <a:cubicBezTo>
                  <a:pt x="1138" y="411"/>
                  <a:pt x="1143" y="405"/>
                  <a:pt x="1146" y="403"/>
                </a:cubicBezTo>
                <a:cubicBezTo>
                  <a:pt x="1144" y="400"/>
                  <a:pt x="1139" y="405"/>
                  <a:pt x="1137" y="403"/>
                </a:cubicBezTo>
                <a:cubicBezTo>
                  <a:pt x="1147" y="401"/>
                  <a:pt x="1150" y="392"/>
                  <a:pt x="1158" y="387"/>
                </a:cubicBezTo>
                <a:cubicBezTo>
                  <a:pt x="1156" y="387"/>
                  <a:pt x="1154" y="387"/>
                  <a:pt x="1154" y="386"/>
                </a:cubicBezTo>
                <a:cubicBezTo>
                  <a:pt x="1160" y="382"/>
                  <a:pt x="1155" y="378"/>
                  <a:pt x="1162" y="374"/>
                </a:cubicBezTo>
                <a:cubicBezTo>
                  <a:pt x="1159" y="373"/>
                  <a:pt x="1157" y="376"/>
                  <a:pt x="1157" y="373"/>
                </a:cubicBezTo>
                <a:cubicBezTo>
                  <a:pt x="1159" y="370"/>
                  <a:pt x="1166" y="366"/>
                  <a:pt x="1165" y="364"/>
                </a:cubicBezTo>
                <a:cubicBezTo>
                  <a:pt x="1164" y="363"/>
                  <a:pt x="1155" y="366"/>
                  <a:pt x="1153" y="370"/>
                </a:cubicBezTo>
                <a:cubicBezTo>
                  <a:pt x="1152" y="370"/>
                  <a:pt x="1151" y="369"/>
                  <a:pt x="1149" y="368"/>
                </a:cubicBezTo>
                <a:cubicBezTo>
                  <a:pt x="1146" y="370"/>
                  <a:pt x="1145" y="373"/>
                  <a:pt x="1140" y="373"/>
                </a:cubicBezTo>
                <a:cubicBezTo>
                  <a:pt x="1140" y="371"/>
                  <a:pt x="1141" y="367"/>
                  <a:pt x="1139" y="366"/>
                </a:cubicBezTo>
                <a:cubicBezTo>
                  <a:pt x="1129" y="369"/>
                  <a:pt x="1120" y="381"/>
                  <a:pt x="1111" y="377"/>
                </a:cubicBezTo>
                <a:cubicBezTo>
                  <a:pt x="1104" y="387"/>
                  <a:pt x="1093" y="386"/>
                  <a:pt x="1083" y="390"/>
                </a:cubicBezTo>
                <a:cubicBezTo>
                  <a:pt x="1083" y="400"/>
                  <a:pt x="1069" y="397"/>
                  <a:pt x="1063" y="403"/>
                </a:cubicBezTo>
                <a:cubicBezTo>
                  <a:pt x="1061" y="400"/>
                  <a:pt x="1065" y="398"/>
                  <a:pt x="1061" y="397"/>
                </a:cubicBezTo>
                <a:cubicBezTo>
                  <a:pt x="1069" y="390"/>
                  <a:pt x="1076" y="376"/>
                  <a:pt x="1091" y="383"/>
                </a:cubicBezTo>
                <a:cubicBezTo>
                  <a:pt x="1093" y="381"/>
                  <a:pt x="1094" y="379"/>
                  <a:pt x="1098" y="378"/>
                </a:cubicBezTo>
                <a:cubicBezTo>
                  <a:pt x="1099" y="375"/>
                  <a:pt x="1097" y="376"/>
                  <a:pt x="1096" y="375"/>
                </a:cubicBezTo>
                <a:cubicBezTo>
                  <a:pt x="1099" y="373"/>
                  <a:pt x="1099" y="373"/>
                  <a:pt x="1098" y="370"/>
                </a:cubicBezTo>
                <a:cubicBezTo>
                  <a:pt x="1102" y="369"/>
                  <a:pt x="1104" y="366"/>
                  <a:pt x="1109" y="365"/>
                </a:cubicBezTo>
                <a:cubicBezTo>
                  <a:pt x="1112" y="365"/>
                  <a:pt x="1111" y="369"/>
                  <a:pt x="1114" y="369"/>
                </a:cubicBezTo>
                <a:cubicBezTo>
                  <a:pt x="1120" y="367"/>
                  <a:pt x="1124" y="363"/>
                  <a:pt x="1126" y="357"/>
                </a:cubicBezTo>
                <a:cubicBezTo>
                  <a:pt x="1121" y="356"/>
                  <a:pt x="1122" y="353"/>
                  <a:pt x="1122" y="350"/>
                </a:cubicBezTo>
                <a:cubicBezTo>
                  <a:pt x="1117" y="349"/>
                  <a:pt x="1117" y="344"/>
                  <a:pt x="1111" y="345"/>
                </a:cubicBezTo>
                <a:cubicBezTo>
                  <a:pt x="1111" y="342"/>
                  <a:pt x="1109" y="342"/>
                  <a:pt x="1110" y="339"/>
                </a:cubicBezTo>
                <a:cubicBezTo>
                  <a:pt x="1115" y="336"/>
                  <a:pt x="1120" y="333"/>
                  <a:pt x="1126" y="330"/>
                </a:cubicBezTo>
                <a:cubicBezTo>
                  <a:pt x="1125" y="323"/>
                  <a:pt x="1139" y="315"/>
                  <a:pt x="1144" y="318"/>
                </a:cubicBezTo>
                <a:cubicBezTo>
                  <a:pt x="1143" y="320"/>
                  <a:pt x="1139" y="320"/>
                  <a:pt x="1138" y="322"/>
                </a:cubicBezTo>
                <a:cubicBezTo>
                  <a:pt x="1147" y="322"/>
                  <a:pt x="1152" y="319"/>
                  <a:pt x="1158" y="315"/>
                </a:cubicBezTo>
                <a:cubicBezTo>
                  <a:pt x="1156" y="304"/>
                  <a:pt x="1167" y="311"/>
                  <a:pt x="1167" y="304"/>
                </a:cubicBezTo>
                <a:cubicBezTo>
                  <a:pt x="1159" y="307"/>
                  <a:pt x="1154" y="304"/>
                  <a:pt x="1147" y="308"/>
                </a:cubicBezTo>
                <a:cubicBezTo>
                  <a:pt x="1144" y="309"/>
                  <a:pt x="1142" y="315"/>
                  <a:pt x="1139" y="316"/>
                </a:cubicBezTo>
                <a:cubicBezTo>
                  <a:pt x="1139" y="316"/>
                  <a:pt x="1118" y="311"/>
                  <a:pt x="1116" y="311"/>
                </a:cubicBezTo>
                <a:cubicBezTo>
                  <a:pt x="1115" y="312"/>
                  <a:pt x="1112" y="316"/>
                  <a:pt x="1110" y="316"/>
                </a:cubicBezTo>
                <a:cubicBezTo>
                  <a:pt x="1107" y="317"/>
                  <a:pt x="1104" y="317"/>
                  <a:pt x="1102" y="321"/>
                </a:cubicBezTo>
                <a:cubicBezTo>
                  <a:pt x="1095" y="314"/>
                  <a:pt x="1088" y="326"/>
                  <a:pt x="1081" y="327"/>
                </a:cubicBezTo>
                <a:cubicBezTo>
                  <a:pt x="1076" y="326"/>
                  <a:pt x="1073" y="326"/>
                  <a:pt x="1070" y="324"/>
                </a:cubicBezTo>
                <a:cubicBezTo>
                  <a:pt x="1073" y="318"/>
                  <a:pt x="1078" y="314"/>
                  <a:pt x="1085" y="311"/>
                </a:cubicBezTo>
                <a:cubicBezTo>
                  <a:pt x="1087" y="312"/>
                  <a:pt x="1087" y="314"/>
                  <a:pt x="1089" y="315"/>
                </a:cubicBezTo>
                <a:cubicBezTo>
                  <a:pt x="1089" y="311"/>
                  <a:pt x="1089" y="312"/>
                  <a:pt x="1090" y="309"/>
                </a:cubicBezTo>
                <a:cubicBezTo>
                  <a:pt x="1098" y="307"/>
                  <a:pt x="1102" y="300"/>
                  <a:pt x="1108" y="295"/>
                </a:cubicBezTo>
                <a:cubicBezTo>
                  <a:pt x="1104" y="295"/>
                  <a:pt x="1104" y="297"/>
                  <a:pt x="1102" y="295"/>
                </a:cubicBezTo>
                <a:cubicBezTo>
                  <a:pt x="1107" y="291"/>
                  <a:pt x="1113" y="287"/>
                  <a:pt x="1121" y="285"/>
                </a:cubicBezTo>
                <a:cubicBezTo>
                  <a:pt x="1121" y="289"/>
                  <a:pt x="1124" y="288"/>
                  <a:pt x="1126" y="287"/>
                </a:cubicBezTo>
                <a:cubicBezTo>
                  <a:pt x="1126" y="286"/>
                  <a:pt x="1126" y="283"/>
                  <a:pt x="1125" y="282"/>
                </a:cubicBezTo>
                <a:cubicBezTo>
                  <a:pt x="1125" y="283"/>
                  <a:pt x="1120" y="283"/>
                  <a:pt x="1121" y="282"/>
                </a:cubicBezTo>
                <a:cubicBezTo>
                  <a:pt x="1121" y="281"/>
                  <a:pt x="1120" y="281"/>
                  <a:pt x="1120" y="280"/>
                </a:cubicBezTo>
                <a:cubicBezTo>
                  <a:pt x="1126" y="276"/>
                  <a:pt x="1130" y="273"/>
                  <a:pt x="1130" y="267"/>
                </a:cubicBezTo>
                <a:cubicBezTo>
                  <a:pt x="1126" y="267"/>
                  <a:pt x="1126" y="262"/>
                  <a:pt x="1122" y="262"/>
                </a:cubicBezTo>
                <a:cubicBezTo>
                  <a:pt x="1125" y="256"/>
                  <a:pt x="1132" y="253"/>
                  <a:pt x="1135" y="246"/>
                </a:cubicBezTo>
                <a:cubicBezTo>
                  <a:pt x="1123" y="249"/>
                  <a:pt x="1107" y="239"/>
                  <a:pt x="1098" y="249"/>
                </a:cubicBezTo>
                <a:cubicBezTo>
                  <a:pt x="1100" y="249"/>
                  <a:pt x="1099" y="253"/>
                  <a:pt x="1101" y="254"/>
                </a:cubicBezTo>
                <a:cubicBezTo>
                  <a:pt x="1096" y="256"/>
                  <a:pt x="1087" y="262"/>
                  <a:pt x="1082" y="259"/>
                </a:cubicBezTo>
                <a:cubicBezTo>
                  <a:pt x="1082" y="253"/>
                  <a:pt x="1083" y="249"/>
                  <a:pt x="1088" y="248"/>
                </a:cubicBezTo>
                <a:cubicBezTo>
                  <a:pt x="1093" y="241"/>
                  <a:pt x="1097" y="232"/>
                  <a:pt x="1099" y="224"/>
                </a:cubicBezTo>
                <a:cubicBezTo>
                  <a:pt x="1094" y="223"/>
                  <a:pt x="1092" y="222"/>
                  <a:pt x="1086" y="223"/>
                </a:cubicBezTo>
                <a:cubicBezTo>
                  <a:pt x="1085" y="221"/>
                  <a:pt x="1084" y="219"/>
                  <a:pt x="1083" y="216"/>
                </a:cubicBezTo>
                <a:cubicBezTo>
                  <a:pt x="1085" y="215"/>
                  <a:pt x="1087" y="214"/>
                  <a:pt x="1088" y="212"/>
                </a:cubicBezTo>
                <a:cubicBezTo>
                  <a:pt x="1077" y="213"/>
                  <a:pt x="1065" y="213"/>
                  <a:pt x="1061" y="223"/>
                </a:cubicBezTo>
                <a:cubicBezTo>
                  <a:pt x="1063" y="227"/>
                  <a:pt x="1066" y="228"/>
                  <a:pt x="1067" y="233"/>
                </a:cubicBezTo>
                <a:cubicBezTo>
                  <a:pt x="1062" y="235"/>
                  <a:pt x="1053" y="238"/>
                  <a:pt x="1047" y="235"/>
                </a:cubicBezTo>
                <a:cubicBezTo>
                  <a:pt x="1048" y="233"/>
                  <a:pt x="1050" y="230"/>
                  <a:pt x="1052" y="228"/>
                </a:cubicBezTo>
                <a:cubicBezTo>
                  <a:pt x="1049" y="228"/>
                  <a:pt x="1049" y="232"/>
                  <a:pt x="1046" y="233"/>
                </a:cubicBezTo>
                <a:cubicBezTo>
                  <a:pt x="1046" y="230"/>
                  <a:pt x="1043" y="230"/>
                  <a:pt x="1042" y="229"/>
                </a:cubicBezTo>
                <a:cubicBezTo>
                  <a:pt x="1047" y="219"/>
                  <a:pt x="1049" y="222"/>
                  <a:pt x="1051" y="211"/>
                </a:cubicBezTo>
                <a:cubicBezTo>
                  <a:pt x="1047" y="209"/>
                  <a:pt x="1038" y="216"/>
                  <a:pt x="1035" y="211"/>
                </a:cubicBezTo>
                <a:cubicBezTo>
                  <a:pt x="1035" y="210"/>
                  <a:pt x="1036" y="210"/>
                  <a:pt x="1037" y="208"/>
                </a:cubicBezTo>
                <a:cubicBezTo>
                  <a:pt x="1027" y="209"/>
                  <a:pt x="1025" y="218"/>
                  <a:pt x="1019" y="222"/>
                </a:cubicBezTo>
                <a:cubicBezTo>
                  <a:pt x="1014" y="227"/>
                  <a:pt x="1006" y="228"/>
                  <a:pt x="997" y="229"/>
                </a:cubicBezTo>
                <a:cubicBezTo>
                  <a:pt x="997" y="227"/>
                  <a:pt x="999" y="226"/>
                  <a:pt x="997" y="224"/>
                </a:cubicBezTo>
                <a:cubicBezTo>
                  <a:pt x="988" y="224"/>
                  <a:pt x="984" y="232"/>
                  <a:pt x="973" y="233"/>
                </a:cubicBezTo>
                <a:cubicBezTo>
                  <a:pt x="973" y="229"/>
                  <a:pt x="975" y="229"/>
                  <a:pt x="973" y="226"/>
                </a:cubicBezTo>
                <a:cubicBezTo>
                  <a:pt x="969" y="225"/>
                  <a:pt x="970" y="230"/>
                  <a:pt x="965" y="229"/>
                </a:cubicBezTo>
                <a:cubicBezTo>
                  <a:pt x="965" y="228"/>
                  <a:pt x="964" y="228"/>
                  <a:pt x="964" y="227"/>
                </a:cubicBezTo>
                <a:cubicBezTo>
                  <a:pt x="967" y="224"/>
                  <a:pt x="968" y="220"/>
                  <a:pt x="972" y="220"/>
                </a:cubicBezTo>
                <a:cubicBezTo>
                  <a:pt x="972" y="217"/>
                  <a:pt x="971" y="215"/>
                  <a:pt x="970" y="214"/>
                </a:cubicBezTo>
                <a:cubicBezTo>
                  <a:pt x="972" y="210"/>
                  <a:pt x="976" y="208"/>
                  <a:pt x="981" y="210"/>
                </a:cubicBezTo>
                <a:cubicBezTo>
                  <a:pt x="982" y="203"/>
                  <a:pt x="991" y="205"/>
                  <a:pt x="994" y="200"/>
                </a:cubicBezTo>
                <a:cubicBezTo>
                  <a:pt x="996" y="202"/>
                  <a:pt x="993" y="203"/>
                  <a:pt x="995" y="205"/>
                </a:cubicBezTo>
                <a:cubicBezTo>
                  <a:pt x="1000" y="205"/>
                  <a:pt x="1003" y="198"/>
                  <a:pt x="1007" y="202"/>
                </a:cubicBezTo>
                <a:cubicBezTo>
                  <a:pt x="1006" y="203"/>
                  <a:pt x="1007" y="206"/>
                  <a:pt x="1005" y="207"/>
                </a:cubicBezTo>
                <a:cubicBezTo>
                  <a:pt x="1008" y="208"/>
                  <a:pt x="1008" y="211"/>
                  <a:pt x="1012" y="210"/>
                </a:cubicBezTo>
                <a:cubicBezTo>
                  <a:pt x="1012" y="207"/>
                  <a:pt x="1012" y="207"/>
                  <a:pt x="1012" y="207"/>
                </a:cubicBezTo>
                <a:cubicBezTo>
                  <a:pt x="1012" y="205"/>
                  <a:pt x="1009" y="206"/>
                  <a:pt x="1009" y="205"/>
                </a:cubicBezTo>
                <a:cubicBezTo>
                  <a:pt x="1010" y="202"/>
                  <a:pt x="1011" y="203"/>
                  <a:pt x="1010" y="200"/>
                </a:cubicBezTo>
                <a:cubicBezTo>
                  <a:pt x="1022" y="195"/>
                  <a:pt x="1030" y="186"/>
                  <a:pt x="1037" y="176"/>
                </a:cubicBezTo>
                <a:cubicBezTo>
                  <a:pt x="1021" y="180"/>
                  <a:pt x="1012" y="194"/>
                  <a:pt x="998" y="197"/>
                </a:cubicBezTo>
                <a:cubicBezTo>
                  <a:pt x="1000" y="195"/>
                  <a:pt x="1002" y="194"/>
                  <a:pt x="1004" y="192"/>
                </a:cubicBezTo>
                <a:cubicBezTo>
                  <a:pt x="992" y="198"/>
                  <a:pt x="975" y="200"/>
                  <a:pt x="965" y="209"/>
                </a:cubicBezTo>
                <a:cubicBezTo>
                  <a:pt x="959" y="208"/>
                  <a:pt x="956" y="205"/>
                  <a:pt x="954" y="200"/>
                </a:cubicBezTo>
                <a:cubicBezTo>
                  <a:pt x="956" y="192"/>
                  <a:pt x="966" y="192"/>
                  <a:pt x="969" y="185"/>
                </a:cubicBezTo>
                <a:cubicBezTo>
                  <a:pt x="961" y="190"/>
                  <a:pt x="951" y="197"/>
                  <a:pt x="940" y="196"/>
                </a:cubicBezTo>
                <a:cubicBezTo>
                  <a:pt x="940" y="190"/>
                  <a:pt x="946" y="191"/>
                  <a:pt x="949" y="188"/>
                </a:cubicBezTo>
                <a:cubicBezTo>
                  <a:pt x="945" y="187"/>
                  <a:pt x="941" y="190"/>
                  <a:pt x="939" y="188"/>
                </a:cubicBezTo>
                <a:cubicBezTo>
                  <a:pt x="955" y="185"/>
                  <a:pt x="955" y="167"/>
                  <a:pt x="972" y="168"/>
                </a:cubicBezTo>
                <a:cubicBezTo>
                  <a:pt x="973" y="161"/>
                  <a:pt x="983" y="156"/>
                  <a:pt x="990" y="162"/>
                </a:cubicBezTo>
                <a:cubicBezTo>
                  <a:pt x="1000" y="158"/>
                  <a:pt x="993" y="135"/>
                  <a:pt x="1009" y="139"/>
                </a:cubicBezTo>
                <a:cubicBezTo>
                  <a:pt x="1006" y="143"/>
                  <a:pt x="1004" y="147"/>
                  <a:pt x="1002" y="152"/>
                </a:cubicBezTo>
                <a:cubicBezTo>
                  <a:pt x="1002" y="155"/>
                  <a:pt x="1007" y="157"/>
                  <a:pt x="1004" y="160"/>
                </a:cubicBezTo>
                <a:cubicBezTo>
                  <a:pt x="1010" y="160"/>
                  <a:pt x="1014" y="152"/>
                  <a:pt x="1021" y="155"/>
                </a:cubicBezTo>
                <a:cubicBezTo>
                  <a:pt x="1021" y="158"/>
                  <a:pt x="1018" y="156"/>
                  <a:pt x="1017" y="158"/>
                </a:cubicBezTo>
                <a:cubicBezTo>
                  <a:pt x="1029" y="158"/>
                  <a:pt x="1033" y="150"/>
                  <a:pt x="1038" y="143"/>
                </a:cubicBezTo>
                <a:cubicBezTo>
                  <a:pt x="1034" y="137"/>
                  <a:pt x="1039" y="133"/>
                  <a:pt x="1041" y="130"/>
                </a:cubicBezTo>
                <a:cubicBezTo>
                  <a:pt x="1034" y="132"/>
                  <a:pt x="1025" y="134"/>
                  <a:pt x="1022" y="128"/>
                </a:cubicBezTo>
                <a:cubicBezTo>
                  <a:pt x="1024" y="126"/>
                  <a:pt x="1025" y="125"/>
                  <a:pt x="1027" y="124"/>
                </a:cubicBezTo>
                <a:cubicBezTo>
                  <a:pt x="1024" y="123"/>
                  <a:pt x="1021" y="121"/>
                  <a:pt x="1016" y="122"/>
                </a:cubicBezTo>
                <a:cubicBezTo>
                  <a:pt x="1016" y="121"/>
                  <a:pt x="1017" y="120"/>
                  <a:pt x="1017" y="119"/>
                </a:cubicBezTo>
                <a:cubicBezTo>
                  <a:pt x="1014" y="118"/>
                  <a:pt x="1010" y="119"/>
                  <a:pt x="1007" y="121"/>
                </a:cubicBezTo>
                <a:cubicBezTo>
                  <a:pt x="1011" y="128"/>
                  <a:pt x="1002" y="129"/>
                  <a:pt x="997" y="131"/>
                </a:cubicBezTo>
                <a:cubicBezTo>
                  <a:pt x="997" y="128"/>
                  <a:pt x="1000" y="129"/>
                  <a:pt x="1000" y="127"/>
                </a:cubicBezTo>
                <a:cubicBezTo>
                  <a:pt x="997" y="126"/>
                  <a:pt x="993" y="128"/>
                  <a:pt x="992" y="126"/>
                </a:cubicBezTo>
                <a:cubicBezTo>
                  <a:pt x="990" y="124"/>
                  <a:pt x="993" y="121"/>
                  <a:pt x="991" y="119"/>
                </a:cubicBezTo>
                <a:cubicBezTo>
                  <a:pt x="979" y="119"/>
                  <a:pt x="971" y="128"/>
                  <a:pt x="960" y="125"/>
                </a:cubicBezTo>
                <a:cubicBezTo>
                  <a:pt x="962" y="117"/>
                  <a:pt x="978" y="122"/>
                  <a:pt x="980" y="113"/>
                </a:cubicBezTo>
                <a:cubicBezTo>
                  <a:pt x="976" y="111"/>
                  <a:pt x="976" y="112"/>
                  <a:pt x="978" y="109"/>
                </a:cubicBezTo>
                <a:cubicBezTo>
                  <a:pt x="976" y="107"/>
                  <a:pt x="967" y="113"/>
                  <a:pt x="964" y="108"/>
                </a:cubicBezTo>
                <a:cubicBezTo>
                  <a:pt x="966" y="107"/>
                  <a:pt x="973" y="102"/>
                  <a:pt x="971" y="103"/>
                </a:cubicBezTo>
                <a:cubicBezTo>
                  <a:pt x="963" y="105"/>
                  <a:pt x="956" y="107"/>
                  <a:pt x="949" y="108"/>
                </a:cubicBezTo>
                <a:cubicBezTo>
                  <a:pt x="946" y="106"/>
                  <a:pt x="944" y="104"/>
                  <a:pt x="942" y="101"/>
                </a:cubicBezTo>
                <a:cubicBezTo>
                  <a:pt x="943" y="98"/>
                  <a:pt x="946" y="97"/>
                  <a:pt x="950" y="97"/>
                </a:cubicBezTo>
                <a:cubicBezTo>
                  <a:pt x="949" y="98"/>
                  <a:pt x="948" y="98"/>
                  <a:pt x="949" y="100"/>
                </a:cubicBezTo>
                <a:cubicBezTo>
                  <a:pt x="951" y="99"/>
                  <a:pt x="954" y="99"/>
                  <a:pt x="954" y="97"/>
                </a:cubicBezTo>
                <a:cubicBezTo>
                  <a:pt x="952" y="95"/>
                  <a:pt x="949" y="93"/>
                  <a:pt x="947" y="91"/>
                </a:cubicBezTo>
                <a:cubicBezTo>
                  <a:pt x="937" y="94"/>
                  <a:pt x="931" y="100"/>
                  <a:pt x="928" y="109"/>
                </a:cubicBezTo>
                <a:cubicBezTo>
                  <a:pt x="925" y="108"/>
                  <a:pt x="923" y="106"/>
                  <a:pt x="920" y="105"/>
                </a:cubicBezTo>
                <a:cubicBezTo>
                  <a:pt x="924" y="104"/>
                  <a:pt x="923" y="98"/>
                  <a:pt x="922" y="96"/>
                </a:cubicBezTo>
                <a:cubicBezTo>
                  <a:pt x="921" y="97"/>
                  <a:pt x="922" y="100"/>
                  <a:pt x="920" y="100"/>
                </a:cubicBezTo>
                <a:cubicBezTo>
                  <a:pt x="919" y="100"/>
                  <a:pt x="917" y="100"/>
                  <a:pt x="917" y="101"/>
                </a:cubicBezTo>
                <a:cubicBezTo>
                  <a:pt x="919" y="98"/>
                  <a:pt x="914" y="97"/>
                  <a:pt x="913" y="95"/>
                </a:cubicBezTo>
                <a:cubicBezTo>
                  <a:pt x="902" y="97"/>
                  <a:pt x="897" y="105"/>
                  <a:pt x="885" y="103"/>
                </a:cubicBezTo>
                <a:cubicBezTo>
                  <a:pt x="883" y="100"/>
                  <a:pt x="889" y="98"/>
                  <a:pt x="889" y="95"/>
                </a:cubicBezTo>
                <a:cubicBezTo>
                  <a:pt x="886" y="94"/>
                  <a:pt x="885" y="89"/>
                  <a:pt x="882" y="88"/>
                </a:cubicBezTo>
                <a:cubicBezTo>
                  <a:pt x="882" y="87"/>
                  <a:pt x="888" y="86"/>
                  <a:pt x="885" y="85"/>
                </a:cubicBezTo>
                <a:cubicBezTo>
                  <a:pt x="881" y="88"/>
                  <a:pt x="880" y="82"/>
                  <a:pt x="876" y="85"/>
                </a:cubicBezTo>
                <a:cubicBezTo>
                  <a:pt x="864" y="96"/>
                  <a:pt x="859" y="114"/>
                  <a:pt x="848" y="126"/>
                </a:cubicBezTo>
                <a:cubicBezTo>
                  <a:pt x="848" y="132"/>
                  <a:pt x="848" y="132"/>
                  <a:pt x="848" y="132"/>
                </a:cubicBezTo>
                <a:cubicBezTo>
                  <a:pt x="843" y="134"/>
                  <a:pt x="831" y="140"/>
                  <a:pt x="830" y="129"/>
                </a:cubicBezTo>
                <a:cubicBezTo>
                  <a:pt x="827" y="131"/>
                  <a:pt x="824" y="128"/>
                  <a:pt x="819" y="128"/>
                </a:cubicBezTo>
                <a:cubicBezTo>
                  <a:pt x="817" y="127"/>
                  <a:pt x="820" y="124"/>
                  <a:pt x="819" y="123"/>
                </a:cubicBezTo>
                <a:cubicBezTo>
                  <a:pt x="816" y="123"/>
                  <a:pt x="815" y="125"/>
                  <a:pt x="814" y="122"/>
                </a:cubicBezTo>
                <a:cubicBezTo>
                  <a:pt x="816" y="117"/>
                  <a:pt x="813" y="115"/>
                  <a:pt x="814" y="113"/>
                </a:cubicBezTo>
                <a:cubicBezTo>
                  <a:pt x="803" y="117"/>
                  <a:pt x="788" y="117"/>
                  <a:pt x="783" y="128"/>
                </a:cubicBezTo>
                <a:cubicBezTo>
                  <a:pt x="780" y="127"/>
                  <a:pt x="776" y="129"/>
                  <a:pt x="778" y="130"/>
                </a:cubicBezTo>
                <a:cubicBezTo>
                  <a:pt x="787" y="126"/>
                  <a:pt x="797" y="127"/>
                  <a:pt x="805" y="121"/>
                </a:cubicBezTo>
                <a:cubicBezTo>
                  <a:pt x="806" y="122"/>
                  <a:pt x="809" y="123"/>
                  <a:pt x="809" y="125"/>
                </a:cubicBezTo>
                <a:cubicBezTo>
                  <a:pt x="807" y="125"/>
                  <a:pt x="806" y="127"/>
                  <a:pt x="806" y="128"/>
                </a:cubicBezTo>
                <a:cubicBezTo>
                  <a:pt x="808" y="130"/>
                  <a:pt x="811" y="127"/>
                  <a:pt x="811" y="128"/>
                </a:cubicBezTo>
                <a:cubicBezTo>
                  <a:pt x="808" y="130"/>
                  <a:pt x="807" y="133"/>
                  <a:pt x="808" y="137"/>
                </a:cubicBezTo>
                <a:cubicBezTo>
                  <a:pt x="804" y="138"/>
                  <a:pt x="798" y="138"/>
                  <a:pt x="794" y="137"/>
                </a:cubicBezTo>
                <a:cubicBezTo>
                  <a:pt x="792" y="137"/>
                  <a:pt x="794" y="141"/>
                  <a:pt x="792" y="141"/>
                </a:cubicBezTo>
                <a:cubicBezTo>
                  <a:pt x="781" y="142"/>
                  <a:pt x="775" y="147"/>
                  <a:pt x="769" y="153"/>
                </a:cubicBezTo>
                <a:cubicBezTo>
                  <a:pt x="761" y="150"/>
                  <a:pt x="756" y="155"/>
                  <a:pt x="750" y="157"/>
                </a:cubicBezTo>
                <a:cubicBezTo>
                  <a:pt x="750" y="161"/>
                  <a:pt x="753" y="161"/>
                  <a:pt x="753" y="165"/>
                </a:cubicBezTo>
                <a:cubicBezTo>
                  <a:pt x="757" y="164"/>
                  <a:pt x="759" y="160"/>
                  <a:pt x="762" y="158"/>
                </a:cubicBezTo>
                <a:cubicBezTo>
                  <a:pt x="764" y="160"/>
                  <a:pt x="768" y="160"/>
                  <a:pt x="770" y="162"/>
                </a:cubicBezTo>
                <a:cubicBezTo>
                  <a:pt x="759" y="170"/>
                  <a:pt x="749" y="184"/>
                  <a:pt x="731" y="179"/>
                </a:cubicBezTo>
                <a:cubicBezTo>
                  <a:pt x="727" y="172"/>
                  <a:pt x="723" y="166"/>
                  <a:pt x="722" y="156"/>
                </a:cubicBezTo>
                <a:cubicBezTo>
                  <a:pt x="714" y="156"/>
                  <a:pt x="714" y="142"/>
                  <a:pt x="716" y="138"/>
                </a:cubicBezTo>
                <a:cubicBezTo>
                  <a:pt x="719" y="129"/>
                  <a:pt x="741" y="128"/>
                  <a:pt x="735" y="115"/>
                </a:cubicBezTo>
                <a:cubicBezTo>
                  <a:pt x="734" y="114"/>
                  <a:pt x="731" y="115"/>
                  <a:pt x="729" y="115"/>
                </a:cubicBezTo>
                <a:cubicBezTo>
                  <a:pt x="723" y="109"/>
                  <a:pt x="723" y="96"/>
                  <a:pt x="715" y="94"/>
                </a:cubicBezTo>
                <a:cubicBezTo>
                  <a:pt x="712" y="93"/>
                  <a:pt x="709" y="98"/>
                  <a:pt x="707" y="93"/>
                </a:cubicBezTo>
                <a:cubicBezTo>
                  <a:pt x="714" y="88"/>
                  <a:pt x="716" y="77"/>
                  <a:pt x="721" y="70"/>
                </a:cubicBezTo>
                <a:cubicBezTo>
                  <a:pt x="708" y="72"/>
                  <a:pt x="691" y="71"/>
                  <a:pt x="678" y="76"/>
                </a:cubicBezTo>
                <a:cubicBezTo>
                  <a:pt x="679" y="74"/>
                  <a:pt x="682" y="74"/>
                  <a:pt x="682" y="72"/>
                </a:cubicBezTo>
                <a:cubicBezTo>
                  <a:pt x="678" y="74"/>
                  <a:pt x="676" y="74"/>
                  <a:pt x="672" y="75"/>
                </a:cubicBezTo>
                <a:cubicBezTo>
                  <a:pt x="672" y="77"/>
                  <a:pt x="672" y="79"/>
                  <a:pt x="673" y="80"/>
                </a:cubicBezTo>
                <a:cubicBezTo>
                  <a:pt x="668" y="83"/>
                  <a:pt x="661" y="91"/>
                  <a:pt x="655" y="87"/>
                </a:cubicBezTo>
                <a:cubicBezTo>
                  <a:pt x="648" y="89"/>
                  <a:pt x="648" y="97"/>
                  <a:pt x="640" y="98"/>
                </a:cubicBezTo>
                <a:cubicBezTo>
                  <a:pt x="638" y="96"/>
                  <a:pt x="641" y="96"/>
                  <a:pt x="639" y="95"/>
                </a:cubicBezTo>
                <a:cubicBezTo>
                  <a:pt x="634" y="108"/>
                  <a:pt x="620" y="113"/>
                  <a:pt x="611" y="123"/>
                </a:cubicBezTo>
                <a:cubicBezTo>
                  <a:pt x="615" y="123"/>
                  <a:pt x="609" y="127"/>
                  <a:pt x="612" y="128"/>
                </a:cubicBezTo>
                <a:cubicBezTo>
                  <a:pt x="613" y="125"/>
                  <a:pt x="616" y="127"/>
                  <a:pt x="616" y="128"/>
                </a:cubicBezTo>
                <a:cubicBezTo>
                  <a:pt x="612" y="133"/>
                  <a:pt x="604" y="133"/>
                  <a:pt x="598" y="136"/>
                </a:cubicBezTo>
                <a:cubicBezTo>
                  <a:pt x="591" y="128"/>
                  <a:pt x="572" y="131"/>
                  <a:pt x="566" y="137"/>
                </a:cubicBezTo>
                <a:cubicBezTo>
                  <a:pt x="537" y="144"/>
                  <a:pt x="518" y="160"/>
                  <a:pt x="491" y="170"/>
                </a:cubicBezTo>
                <a:cubicBezTo>
                  <a:pt x="489" y="168"/>
                  <a:pt x="486" y="167"/>
                  <a:pt x="484" y="166"/>
                </a:cubicBezTo>
                <a:cubicBezTo>
                  <a:pt x="486" y="164"/>
                  <a:pt x="486" y="158"/>
                  <a:pt x="484" y="156"/>
                </a:cubicBezTo>
                <a:cubicBezTo>
                  <a:pt x="480" y="156"/>
                  <a:pt x="480" y="159"/>
                  <a:pt x="477" y="159"/>
                </a:cubicBezTo>
                <a:cubicBezTo>
                  <a:pt x="477" y="155"/>
                  <a:pt x="480" y="153"/>
                  <a:pt x="480" y="150"/>
                </a:cubicBezTo>
                <a:cubicBezTo>
                  <a:pt x="454" y="144"/>
                  <a:pt x="433" y="163"/>
                  <a:pt x="415" y="167"/>
                </a:cubicBezTo>
                <a:cubicBezTo>
                  <a:pt x="424" y="161"/>
                  <a:pt x="430" y="153"/>
                  <a:pt x="438" y="148"/>
                </a:cubicBezTo>
                <a:cubicBezTo>
                  <a:pt x="439" y="145"/>
                  <a:pt x="437" y="146"/>
                  <a:pt x="437" y="143"/>
                </a:cubicBezTo>
                <a:cubicBezTo>
                  <a:pt x="438" y="143"/>
                  <a:pt x="440" y="142"/>
                  <a:pt x="442" y="142"/>
                </a:cubicBezTo>
                <a:cubicBezTo>
                  <a:pt x="442" y="130"/>
                  <a:pt x="459" y="133"/>
                  <a:pt x="461" y="123"/>
                </a:cubicBezTo>
                <a:cubicBezTo>
                  <a:pt x="461" y="120"/>
                  <a:pt x="456" y="121"/>
                  <a:pt x="455" y="118"/>
                </a:cubicBezTo>
                <a:cubicBezTo>
                  <a:pt x="454" y="114"/>
                  <a:pt x="456" y="112"/>
                  <a:pt x="456" y="108"/>
                </a:cubicBezTo>
                <a:cubicBezTo>
                  <a:pt x="451" y="103"/>
                  <a:pt x="446" y="105"/>
                  <a:pt x="441" y="106"/>
                </a:cubicBezTo>
                <a:cubicBezTo>
                  <a:pt x="426" y="109"/>
                  <a:pt x="417" y="110"/>
                  <a:pt x="406" y="115"/>
                </a:cubicBezTo>
                <a:cubicBezTo>
                  <a:pt x="401" y="117"/>
                  <a:pt x="397" y="121"/>
                  <a:pt x="391" y="123"/>
                </a:cubicBezTo>
                <a:cubicBezTo>
                  <a:pt x="387" y="124"/>
                  <a:pt x="383" y="124"/>
                  <a:pt x="380" y="125"/>
                </a:cubicBezTo>
                <a:cubicBezTo>
                  <a:pt x="340" y="136"/>
                  <a:pt x="304" y="163"/>
                  <a:pt x="273" y="177"/>
                </a:cubicBezTo>
                <a:cubicBezTo>
                  <a:pt x="273" y="176"/>
                  <a:pt x="273" y="175"/>
                  <a:pt x="272" y="175"/>
                </a:cubicBezTo>
                <a:cubicBezTo>
                  <a:pt x="271" y="177"/>
                  <a:pt x="271" y="178"/>
                  <a:pt x="270" y="179"/>
                </a:cubicBezTo>
                <a:cubicBezTo>
                  <a:pt x="252" y="188"/>
                  <a:pt x="234" y="197"/>
                  <a:pt x="220" y="210"/>
                </a:cubicBezTo>
                <a:cubicBezTo>
                  <a:pt x="225" y="224"/>
                  <a:pt x="199" y="227"/>
                  <a:pt x="196" y="237"/>
                </a:cubicBezTo>
                <a:cubicBezTo>
                  <a:pt x="198" y="237"/>
                  <a:pt x="201" y="236"/>
                  <a:pt x="203" y="237"/>
                </a:cubicBezTo>
                <a:cubicBezTo>
                  <a:pt x="197" y="239"/>
                  <a:pt x="194" y="243"/>
                  <a:pt x="190" y="246"/>
                </a:cubicBezTo>
                <a:cubicBezTo>
                  <a:pt x="202" y="242"/>
                  <a:pt x="216" y="236"/>
                  <a:pt x="226" y="241"/>
                </a:cubicBezTo>
                <a:cubicBezTo>
                  <a:pt x="224" y="244"/>
                  <a:pt x="219" y="244"/>
                  <a:pt x="219" y="249"/>
                </a:cubicBezTo>
                <a:cubicBezTo>
                  <a:pt x="227" y="247"/>
                  <a:pt x="229" y="247"/>
                  <a:pt x="238" y="246"/>
                </a:cubicBezTo>
                <a:cubicBezTo>
                  <a:pt x="238" y="244"/>
                  <a:pt x="237" y="242"/>
                  <a:pt x="239" y="242"/>
                </a:cubicBezTo>
                <a:cubicBezTo>
                  <a:pt x="247" y="246"/>
                  <a:pt x="251" y="236"/>
                  <a:pt x="258" y="235"/>
                </a:cubicBezTo>
                <a:cubicBezTo>
                  <a:pt x="261" y="240"/>
                  <a:pt x="269" y="242"/>
                  <a:pt x="267" y="249"/>
                </a:cubicBezTo>
                <a:cubicBezTo>
                  <a:pt x="272" y="253"/>
                  <a:pt x="282" y="242"/>
                  <a:pt x="282" y="252"/>
                </a:cubicBezTo>
                <a:cubicBezTo>
                  <a:pt x="289" y="251"/>
                  <a:pt x="293" y="255"/>
                  <a:pt x="298" y="257"/>
                </a:cubicBezTo>
                <a:cubicBezTo>
                  <a:pt x="298" y="258"/>
                  <a:pt x="297" y="259"/>
                  <a:pt x="297" y="260"/>
                </a:cubicBezTo>
                <a:cubicBezTo>
                  <a:pt x="300" y="260"/>
                  <a:pt x="308" y="256"/>
                  <a:pt x="308" y="261"/>
                </a:cubicBezTo>
                <a:cubicBezTo>
                  <a:pt x="278" y="290"/>
                  <a:pt x="235" y="307"/>
                  <a:pt x="198" y="329"/>
                </a:cubicBezTo>
                <a:cubicBezTo>
                  <a:pt x="198" y="326"/>
                  <a:pt x="195" y="328"/>
                  <a:pt x="193" y="328"/>
                </a:cubicBezTo>
                <a:cubicBezTo>
                  <a:pt x="193" y="333"/>
                  <a:pt x="193" y="333"/>
                  <a:pt x="193" y="333"/>
                </a:cubicBezTo>
                <a:cubicBezTo>
                  <a:pt x="183" y="339"/>
                  <a:pt x="172" y="344"/>
                  <a:pt x="160" y="343"/>
                </a:cubicBezTo>
                <a:cubicBezTo>
                  <a:pt x="159" y="346"/>
                  <a:pt x="160" y="345"/>
                  <a:pt x="160" y="349"/>
                </a:cubicBezTo>
                <a:cubicBezTo>
                  <a:pt x="157" y="350"/>
                  <a:pt x="155" y="353"/>
                  <a:pt x="152" y="354"/>
                </a:cubicBezTo>
                <a:cubicBezTo>
                  <a:pt x="143" y="348"/>
                  <a:pt x="138" y="361"/>
                  <a:pt x="130" y="358"/>
                </a:cubicBezTo>
                <a:cubicBezTo>
                  <a:pt x="127" y="373"/>
                  <a:pt x="112" y="371"/>
                  <a:pt x="104" y="380"/>
                </a:cubicBezTo>
                <a:cubicBezTo>
                  <a:pt x="100" y="377"/>
                  <a:pt x="95" y="382"/>
                  <a:pt x="97" y="388"/>
                </a:cubicBezTo>
                <a:cubicBezTo>
                  <a:pt x="90" y="391"/>
                  <a:pt x="86" y="391"/>
                  <a:pt x="79" y="389"/>
                </a:cubicBezTo>
                <a:cubicBezTo>
                  <a:pt x="76" y="393"/>
                  <a:pt x="72" y="396"/>
                  <a:pt x="65" y="394"/>
                </a:cubicBezTo>
                <a:cubicBezTo>
                  <a:pt x="64" y="397"/>
                  <a:pt x="61" y="400"/>
                  <a:pt x="63" y="404"/>
                </a:cubicBezTo>
                <a:cubicBezTo>
                  <a:pt x="62" y="402"/>
                  <a:pt x="64" y="401"/>
                  <a:pt x="66" y="402"/>
                </a:cubicBezTo>
                <a:cubicBezTo>
                  <a:pt x="63" y="411"/>
                  <a:pt x="51" y="417"/>
                  <a:pt x="48" y="424"/>
                </a:cubicBezTo>
                <a:cubicBezTo>
                  <a:pt x="52" y="424"/>
                  <a:pt x="57" y="420"/>
                  <a:pt x="60" y="422"/>
                </a:cubicBezTo>
                <a:cubicBezTo>
                  <a:pt x="60" y="425"/>
                  <a:pt x="56" y="424"/>
                  <a:pt x="56" y="427"/>
                </a:cubicBezTo>
                <a:cubicBezTo>
                  <a:pt x="62" y="428"/>
                  <a:pt x="74" y="422"/>
                  <a:pt x="78" y="429"/>
                </a:cubicBezTo>
                <a:cubicBezTo>
                  <a:pt x="77" y="430"/>
                  <a:pt x="76" y="432"/>
                  <a:pt x="76" y="435"/>
                </a:cubicBezTo>
                <a:cubicBezTo>
                  <a:pt x="81" y="441"/>
                  <a:pt x="92" y="436"/>
                  <a:pt x="97" y="434"/>
                </a:cubicBezTo>
                <a:cubicBezTo>
                  <a:pt x="97" y="435"/>
                  <a:pt x="97" y="435"/>
                  <a:pt x="98" y="436"/>
                </a:cubicBezTo>
                <a:cubicBezTo>
                  <a:pt x="99" y="440"/>
                  <a:pt x="96" y="440"/>
                  <a:pt x="96" y="442"/>
                </a:cubicBezTo>
                <a:cubicBezTo>
                  <a:pt x="104" y="446"/>
                  <a:pt x="118" y="444"/>
                  <a:pt x="118" y="456"/>
                </a:cubicBezTo>
                <a:cubicBezTo>
                  <a:pt x="141" y="448"/>
                  <a:pt x="161" y="432"/>
                  <a:pt x="185" y="422"/>
                </a:cubicBezTo>
                <a:cubicBezTo>
                  <a:pt x="185" y="430"/>
                  <a:pt x="181" y="436"/>
                  <a:pt x="176" y="440"/>
                </a:cubicBezTo>
                <a:cubicBezTo>
                  <a:pt x="178" y="440"/>
                  <a:pt x="181" y="439"/>
                  <a:pt x="181" y="441"/>
                </a:cubicBezTo>
                <a:cubicBezTo>
                  <a:pt x="178" y="445"/>
                  <a:pt x="175" y="449"/>
                  <a:pt x="170" y="451"/>
                </a:cubicBezTo>
                <a:cubicBezTo>
                  <a:pt x="169" y="456"/>
                  <a:pt x="164" y="461"/>
                  <a:pt x="159" y="459"/>
                </a:cubicBezTo>
                <a:cubicBezTo>
                  <a:pt x="153" y="466"/>
                  <a:pt x="156" y="482"/>
                  <a:pt x="146" y="488"/>
                </a:cubicBezTo>
                <a:cubicBezTo>
                  <a:pt x="143" y="486"/>
                  <a:pt x="143" y="491"/>
                  <a:pt x="141" y="492"/>
                </a:cubicBezTo>
                <a:cubicBezTo>
                  <a:pt x="145" y="493"/>
                  <a:pt x="153" y="487"/>
                  <a:pt x="156" y="494"/>
                </a:cubicBezTo>
                <a:cubicBezTo>
                  <a:pt x="157" y="498"/>
                  <a:pt x="152" y="496"/>
                  <a:pt x="152" y="500"/>
                </a:cubicBezTo>
                <a:cubicBezTo>
                  <a:pt x="158" y="500"/>
                  <a:pt x="166" y="497"/>
                  <a:pt x="167" y="503"/>
                </a:cubicBezTo>
                <a:cubicBezTo>
                  <a:pt x="163" y="508"/>
                  <a:pt x="154" y="509"/>
                  <a:pt x="150" y="514"/>
                </a:cubicBezTo>
                <a:cubicBezTo>
                  <a:pt x="158" y="511"/>
                  <a:pt x="180" y="494"/>
                  <a:pt x="177" y="515"/>
                </a:cubicBezTo>
                <a:cubicBezTo>
                  <a:pt x="184" y="519"/>
                  <a:pt x="191" y="507"/>
                  <a:pt x="196" y="512"/>
                </a:cubicBezTo>
                <a:cubicBezTo>
                  <a:pt x="196" y="514"/>
                  <a:pt x="194" y="513"/>
                  <a:pt x="195" y="516"/>
                </a:cubicBezTo>
                <a:cubicBezTo>
                  <a:pt x="197" y="516"/>
                  <a:pt x="198" y="518"/>
                  <a:pt x="199" y="519"/>
                </a:cubicBezTo>
                <a:cubicBezTo>
                  <a:pt x="202" y="531"/>
                  <a:pt x="200" y="545"/>
                  <a:pt x="185" y="547"/>
                </a:cubicBezTo>
                <a:cubicBezTo>
                  <a:pt x="183" y="545"/>
                  <a:pt x="180" y="544"/>
                  <a:pt x="181" y="539"/>
                </a:cubicBezTo>
                <a:cubicBezTo>
                  <a:pt x="180" y="539"/>
                  <a:pt x="176" y="540"/>
                  <a:pt x="176" y="538"/>
                </a:cubicBezTo>
                <a:cubicBezTo>
                  <a:pt x="174" y="534"/>
                  <a:pt x="179" y="533"/>
                  <a:pt x="183" y="534"/>
                </a:cubicBezTo>
                <a:cubicBezTo>
                  <a:pt x="182" y="531"/>
                  <a:pt x="183" y="530"/>
                  <a:pt x="184" y="528"/>
                </a:cubicBezTo>
                <a:cubicBezTo>
                  <a:pt x="170" y="529"/>
                  <a:pt x="162" y="535"/>
                  <a:pt x="152" y="540"/>
                </a:cubicBezTo>
                <a:cubicBezTo>
                  <a:pt x="157" y="544"/>
                  <a:pt x="155" y="556"/>
                  <a:pt x="154" y="561"/>
                </a:cubicBezTo>
                <a:cubicBezTo>
                  <a:pt x="159" y="559"/>
                  <a:pt x="166" y="561"/>
                  <a:pt x="173" y="560"/>
                </a:cubicBezTo>
                <a:cubicBezTo>
                  <a:pt x="172" y="564"/>
                  <a:pt x="168" y="564"/>
                  <a:pt x="168" y="569"/>
                </a:cubicBezTo>
                <a:cubicBezTo>
                  <a:pt x="173" y="570"/>
                  <a:pt x="183" y="570"/>
                  <a:pt x="184" y="563"/>
                </a:cubicBezTo>
                <a:cubicBezTo>
                  <a:pt x="181" y="563"/>
                  <a:pt x="175" y="566"/>
                  <a:pt x="174" y="562"/>
                </a:cubicBezTo>
                <a:cubicBezTo>
                  <a:pt x="178" y="558"/>
                  <a:pt x="181" y="560"/>
                  <a:pt x="187" y="559"/>
                </a:cubicBezTo>
                <a:cubicBezTo>
                  <a:pt x="188" y="546"/>
                  <a:pt x="202" y="543"/>
                  <a:pt x="209" y="540"/>
                </a:cubicBezTo>
                <a:cubicBezTo>
                  <a:pt x="209" y="542"/>
                  <a:pt x="207" y="542"/>
                  <a:pt x="207" y="544"/>
                </a:cubicBezTo>
                <a:cubicBezTo>
                  <a:pt x="208" y="544"/>
                  <a:pt x="209" y="544"/>
                  <a:pt x="209" y="546"/>
                </a:cubicBezTo>
                <a:cubicBezTo>
                  <a:pt x="208" y="547"/>
                  <a:pt x="207" y="549"/>
                  <a:pt x="206" y="550"/>
                </a:cubicBezTo>
                <a:cubicBezTo>
                  <a:pt x="212" y="550"/>
                  <a:pt x="215" y="547"/>
                  <a:pt x="219" y="545"/>
                </a:cubicBezTo>
                <a:cubicBezTo>
                  <a:pt x="221" y="547"/>
                  <a:pt x="223" y="545"/>
                  <a:pt x="225" y="547"/>
                </a:cubicBezTo>
                <a:cubicBezTo>
                  <a:pt x="226" y="540"/>
                  <a:pt x="228" y="536"/>
                  <a:pt x="235" y="535"/>
                </a:cubicBezTo>
                <a:cubicBezTo>
                  <a:pt x="235" y="532"/>
                  <a:pt x="238" y="530"/>
                  <a:pt x="243" y="529"/>
                </a:cubicBezTo>
                <a:cubicBezTo>
                  <a:pt x="243" y="530"/>
                  <a:pt x="242" y="531"/>
                  <a:pt x="243" y="532"/>
                </a:cubicBezTo>
                <a:cubicBezTo>
                  <a:pt x="247" y="532"/>
                  <a:pt x="257" y="528"/>
                  <a:pt x="262" y="533"/>
                </a:cubicBezTo>
                <a:cubicBezTo>
                  <a:pt x="263" y="537"/>
                  <a:pt x="261" y="539"/>
                  <a:pt x="259" y="542"/>
                </a:cubicBezTo>
                <a:cubicBezTo>
                  <a:pt x="262" y="541"/>
                  <a:pt x="262" y="545"/>
                  <a:pt x="262" y="547"/>
                </a:cubicBezTo>
                <a:cubicBezTo>
                  <a:pt x="261" y="549"/>
                  <a:pt x="260" y="552"/>
                  <a:pt x="258" y="553"/>
                </a:cubicBezTo>
                <a:cubicBezTo>
                  <a:pt x="244" y="550"/>
                  <a:pt x="243" y="562"/>
                  <a:pt x="237" y="566"/>
                </a:cubicBezTo>
                <a:cubicBezTo>
                  <a:pt x="233" y="568"/>
                  <a:pt x="230" y="568"/>
                  <a:pt x="229" y="573"/>
                </a:cubicBezTo>
                <a:cubicBezTo>
                  <a:pt x="230" y="573"/>
                  <a:pt x="232" y="572"/>
                  <a:pt x="231" y="574"/>
                </a:cubicBezTo>
                <a:cubicBezTo>
                  <a:pt x="227" y="580"/>
                  <a:pt x="221" y="583"/>
                  <a:pt x="221" y="592"/>
                </a:cubicBezTo>
                <a:cubicBezTo>
                  <a:pt x="225" y="596"/>
                  <a:pt x="220" y="604"/>
                  <a:pt x="215" y="603"/>
                </a:cubicBezTo>
                <a:cubicBezTo>
                  <a:pt x="217" y="607"/>
                  <a:pt x="215" y="608"/>
                  <a:pt x="214" y="611"/>
                </a:cubicBezTo>
                <a:cubicBezTo>
                  <a:pt x="221" y="612"/>
                  <a:pt x="227" y="616"/>
                  <a:pt x="233" y="617"/>
                </a:cubicBezTo>
                <a:cubicBezTo>
                  <a:pt x="241" y="619"/>
                  <a:pt x="252" y="615"/>
                  <a:pt x="259" y="615"/>
                </a:cubicBezTo>
                <a:cubicBezTo>
                  <a:pt x="265" y="615"/>
                  <a:pt x="273" y="622"/>
                  <a:pt x="281" y="619"/>
                </a:cubicBezTo>
                <a:cubicBezTo>
                  <a:pt x="269" y="621"/>
                  <a:pt x="263" y="628"/>
                  <a:pt x="255" y="634"/>
                </a:cubicBezTo>
                <a:cubicBezTo>
                  <a:pt x="232" y="636"/>
                  <a:pt x="212" y="624"/>
                  <a:pt x="196" y="630"/>
                </a:cubicBezTo>
                <a:cubicBezTo>
                  <a:pt x="192" y="641"/>
                  <a:pt x="209" y="638"/>
                  <a:pt x="204" y="645"/>
                </a:cubicBezTo>
                <a:cubicBezTo>
                  <a:pt x="208" y="642"/>
                  <a:pt x="217" y="644"/>
                  <a:pt x="218" y="650"/>
                </a:cubicBezTo>
                <a:cubicBezTo>
                  <a:pt x="210" y="649"/>
                  <a:pt x="209" y="655"/>
                  <a:pt x="206" y="658"/>
                </a:cubicBezTo>
                <a:cubicBezTo>
                  <a:pt x="211" y="655"/>
                  <a:pt x="218" y="655"/>
                  <a:pt x="219" y="648"/>
                </a:cubicBezTo>
                <a:cubicBezTo>
                  <a:pt x="223" y="649"/>
                  <a:pt x="221" y="651"/>
                  <a:pt x="222" y="652"/>
                </a:cubicBezTo>
                <a:cubicBezTo>
                  <a:pt x="222" y="651"/>
                  <a:pt x="224" y="651"/>
                  <a:pt x="225" y="651"/>
                </a:cubicBezTo>
                <a:cubicBezTo>
                  <a:pt x="234" y="657"/>
                  <a:pt x="249" y="651"/>
                  <a:pt x="256" y="658"/>
                </a:cubicBezTo>
                <a:cubicBezTo>
                  <a:pt x="252" y="671"/>
                  <a:pt x="237" y="674"/>
                  <a:pt x="234" y="689"/>
                </a:cubicBezTo>
                <a:cubicBezTo>
                  <a:pt x="231" y="688"/>
                  <a:pt x="231" y="690"/>
                  <a:pt x="229" y="691"/>
                </a:cubicBezTo>
                <a:cubicBezTo>
                  <a:pt x="230" y="694"/>
                  <a:pt x="231" y="697"/>
                  <a:pt x="230" y="701"/>
                </a:cubicBezTo>
                <a:cubicBezTo>
                  <a:pt x="218" y="704"/>
                  <a:pt x="215" y="717"/>
                  <a:pt x="201" y="719"/>
                </a:cubicBezTo>
                <a:cubicBezTo>
                  <a:pt x="198" y="725"/>
                  <a:pt x="196" y="728"/>
                  <a:pt x="196" y="735"/>
                </a:cubicBezTo>
                <a:cubicBezTo>
                  <a:pt x="186" y="742"/>
                  <a:pt x="177" y="752"/>
                  <a:pt x="177" y="765"/>
                </a:cubicBezTo>
                <a:cubicBezTo>
                  <a:pt x="178" y="767"/>
                  <a:pt x="183" y="764"/>
                  <a:pt x="183" y="766"/>
                </a:cubicBezTo>
                <a:cubicBezTo>
                  <a:pt x="181" y="766"/>
                  <a:pt x="182" y="768"/>
                  <a:pt x="183" y="769"/>
                </a:cubicBezTo>
                <a:cubicBezTo>
                  <a:pt x="180" y="769"/>
                  <a:pt x="179" y="770"/>
                  <a:pt x="177" y="771"/>
                </a:cubicBezTo>
                <a:cubicBezTo>
                  <a:pt x="180" y="773"/>
                  <a:pt x="184" y="772"/>
                  <a:pt x="186" y="774"/>
                </a:cubicBezTo>
                <a:cubicBezTo>
                  <a:pt x="185" y="776"/>
                  <a:pt x="180" y="776"/>
                  <a:pt x="179" y="779"/>
                </a:cubicBezTo>
                <a:cubicBezTo>
                  <a:pt x="185" y="779"/>
                  <a:pt x="190" y="779"/>
                  <a:pt x="191" y="774"/>
                </a:cubicBezTo>
                <a:cubicBezTo>
                  <a:pt x="194" y="775"/>
                  <a:pt x="195" y="776"/>
                  <a:pt x="197" y="778"/>
                </a:cubicBezTo>
                <a:cubicBezTo>
                  <a:pt x="197" y="780"/>
                  <a:pt x="195" y="781"/>
                  <a:pt x="194" y="783"/>
                </a:cubicBezTo>
                <a:cubicBezTo>
                  <a:pt x="199" y="780"/>
                  <a:pt x="205" y="777"/>
                  <a:pt x="210" y="781"/>
                </a:cubicBezTo>
                <a:cubicBezTo>
                  <a:pt x="203" y="785"/>
                  <a:pt x="199" y="793"/>
                  <a:pt x="192" y="798"/>
                </a:cubicBezTo>
                <a:cubicBezTo>
                  <a:pt x="188" y="797"/>
                  <a:pt x="187" y="800"/>
                  <a:pt x="184" y="800"/>
                </a:cubicBezTo>
                <a:cubicBezTo>
                  <a:pt x="178" y="811"/>
                  <a:pt x="164" y="813"/>
                  <a:pt x="157" y="821"/>
                </a:cubicBezTo>
                <a:cubicBezTo>
                  <a:pt x="159" y="822"/>
                  <a:pt x="161" y="819"/>
                  <a:pt x="162" y="821"/>
                </a:cubicBezTo>
                <a:cubicBezTo>
                  <a:pt x="162" y="824"/>
                  <a:pt x="161" y="825"/>
                  <a:pt x="161" y="827"/>
                </a:cubicBezTo>
                <a:cubicBezTo>
                  <a:pt x="163" y="827"/>
                  <a:pt x="165" y="828"/>
                  <a:pt x="166" y="829"/>
                </a:cubicBezTo>
                <a:cubicBezTo>
                  <a:pt x="166" y="831"/>
                  <a:pt x="165" y="834"/>
                  <a:pt x="164" y="835"/>
                </a:cubicBezTo>
                <a:cubicBezTo>
                  <a:pt x="167" y="836"/>
                  <a:pt x="167" y="834"/>
                  <a:pt x="170" y="834"/>
                </a:cubicBezTo>
                <a:cubicBezTo>
                  <a:pt x="173" y="836"/>
                  <a:pt x="168" y="839"/>
                  <a:pt x="171" y="840"/>
                </a:cubicBezTo>
                <a:cubicBezTo>
                  <a:pt x="172" y="839"/>
                  <a:pt x="174" y="837"/>
                  <a:pt x="177" y="837"/>
                </a:cubicBezTo>
                <a:cubicBezTo>
                  <a:pt x="174" y="843"/>
                  <a:pt x="166" y="842"/>
                  <a:pt x="165" y="849"/>
                </a:cubicBezTo>
                <a:cubicBezTo>
                  <a:pt x="171" y="853"/>
                  <a:pt x="177" y="848"/>
                  <a:pt x="181" y="844"/>
                </a:cubicBezTo>
                <a:cubicBezTo>
                  <a:pt x="188" y="844"/>
                  <a:pt x="190" y="839"/>
                  <a:pt x="195" y="836"/>
                </a:cubicBezTo>
                <a:cubicBezTo>
                  <a:pt x="194" y="834"/>
                  <a:pt x="192" y="829"/>
                  <a:pt x="195" y="828"/>
                </a:cubicBezTo>
                <a:cubicBezTo>
                  <a:pt x="198" y="829"/>
                  <a:pt x="198" y="828"/>
                  <a:pt x="201" y="828"/>
                </a:cubicBezTo>
                <a:cubicBezTo>
                  <a:pt x="201" y="829"/>
                  <a:pt x="201" y="831"/>
                  <a:pt x="202" y="832"/>
                </a:cubicBezTo>
                <a:cubicBezTo>
                  <a:pt x="204" y="829"/>
                  <a:pt x="209" y="829"/>
                  <a:pt x="212" y="827"/>
                </a:cubicBezTo>
                <a:cubicBezTo>
                  <a:pt x="212" y="828"/>
                  <a:pt x="214" y="828"/>
                  <a:pt x="214" y="829"/>
                </a:cubicBezTo>
                <a:cubicBezTo>
                  <a:pt x="214" y="834"/>
                  <a:pt x="214" y="834"/>
                  <a:pt x="214" y="834"/>
                </a:cubicBezTo>
                <a:cubicBezTo>
                  <a:pt x="207" y="834"/>
                  <a:pt x="206" y="841"/>
                  <a:pt x="201" y="844"/>
                </a:cubicBezTo>
                <a:cubicBezTo>
                  <a:pt x="207" y="841"/>
                  <a:pt x="209" y="842"/>
                  <a:pt x="217" y="843"/>
                </a:cubicBezTo>
                <a:cubicBezTo>
                  <a:pt x="216" y="845"/>
                  <a:pt x="214" y="845"/>
                  <a:pt x="214" y="847"/>
                </a:cubicBezTo>
                <a:cubicBezTo>
                  <a:pt x="215" y="848"/>
                  <a:pt x="217" y="848"/>
                  <a:pt x="218" y="849"/>
                </a:cubicBezTo>
                <a:cubicBezTo>
                  <a:pt x="216" y="853"/>
                  <a:pt x="213" y="860"/>
                  <a:pt x="208" y="860"/>
                </a:cubicBezTo>
                <a:cubicBezTo>
                  <a:pt x="208" y="863"/>
                  <a:pt x="211" y="862"/>
                  <a:pt x="210" y="865"/>
                </a:cubicBezTo>
                <a:cubicBezTo>
                  <a:pt x="197" y="876"/>
                  <a:pt x="185" y="889"/>
                  <a:pt x="169" y="898"/>
                </a:cubicBezTo>
                <a:cubicBezTo>
                  <a:pt x="169" y="897"/>
                  <a:pt x="168" y="897"/>
                  <a:pt x="168" y="896"/>
                </a:cubicBezTo>
                <a:cubicBezTo>
                  <a:pt x="167" y="892"/>
                  <a:pt x="173" y="890"/>
                  <a:pt x="172" y="888"/>
                </a:cubicBezTo>
                <a:cubicBezTo>
                  <a:pt x="165" y="891"/>
                  <a:pt x="162" y="898"/>
                  <a:pt x="154" y="900"/>
                </a:cubicBezTo>
                <a:cubicBezTo>
                  <a:pt x="153" y="903"/>
                  <a:pt x="156" y="906"/>
                  <a:pt x="152" y="908"/>
                </a:cubicBezTo>
                <a:cubicBezTo>
                  <a:pt x="149" y="908"/>
                  <a:pt x="147" y="908"/>
                  <a:pt x="144" y="909"/>
                </a:cubicBezTo>
                <a:cubicBezTo>
                  <a:pt x="141" y="921"/>
                  <a:pt x="124" y="923"/>
                  <a:pt x="119" y="931"/>
                </a:cubicBezTo>
                <a:cubicBezTo>
                  <a:pt x="117" y="931"/>
                  <a:pt x="107" y="936"/>
                  <a:pt x="108" y="939"/>
                </a:cubicBezTo>
                <a:cubicBezTo>
                  <a:pt x="114" y="935"/>
                  <a:pt x="117" y="932"/>
                  <a:pt x="125" y="930"/>
                </a:cubicBezTo>
                <a:cubicBezTo>
                  <a:pt x="124" y="930"/>
                  <a:pt x="123" y="929"/>
                  <a:pt x="123" y="927"/>
                </a:cubicBezTo>
                <a:cubicBezTo>
                  <a:pt x="139" y="919"/>
                  <a:pt x="157" y="910"/>
                  <a:pt x="170" y="901"/>
                </a:cubicBezTo>
                <a:cubicBezTo>
                  <a:pt x="170" y="903"/>
                  <a:pt x="170" y="904"/>
                  <a:pt x="172" y="903"/>
                </a:cubicBezTo>
                <a:cubicBezTo>
                  <a:pt x="174" y="897"/>
                  <a:pt x="179" y="894"/>
                  <a:pt x="185" y="892"/>
                </a:cubicBezTo>
                <a:cubicBezTo>
                  <a:pt x="187" y="891"/>
                  <a:pt x="184" y="888"/>
                  <a:pt x="187" y="887"/>
                </a:cubicBezTo>
                <a:cubicBezTo>
                  <a:pt x="189" y="890"/>
                  <a:pt x="192" y="886"/>
                  <a:pt x="193" y="888"/>
                </a:cubicBezTo>
                <a:cubicBezTo>
                  <a:pt x="193" y="892"/>
                  <a:pt x="190" y="895"/>
                  <a:pt x="187" y="893"/>
                </a:cubicBezTo>
                <a:cubicBezTo>
                  <a:pt x="183" y="898"/>
                  <a:pt x="180" y="903"/>
                  <a:pt x="176" y="908"/>
                </a:cubicBezTo>
                <a:cubicBezTo>
                  <a:pt x="178" y="908"/>
                  <a:pt x="181" y="905"/>
                  <a:pt x="182" y="907"/>
                </a:cubicBezTo>
                <a:cubicBezTo>
                  <a:pt x="183" y="919"/>
                  <a:pt x="166" y="918"/>
                  <a:pt x="164" y="925"/>
                </a:cubicBezTo>
                <a:cubicBezTo>
                  <a:pt x="175" y="921"/>
                  <a:pt x="188" y="915"/>
                  <a:pt x="199" y="914"/>
                </a:cubicBezTo>
                <a:cubicBezTo>
                  <a:pt x="200" y="912"/>
                  <a:pt x="201" y="911"/>
                  <a:pt x="204" y="911"/>
                </a:cubicBezTo>
                <a:cubicBezTo>
                  <a:pt x="204" y="914"/>
                  <a:pt x="201" y="914"/>
                  <a:pt x="199" y="915"/>
                </a:cubicBezTo>
                <a:cubicBezTo>
                  <a:pt x="202" y="915"/>
                  <a:pt x="203" y="916"/>
                  <a:pt x="203" y="918"/>
                </a:cubicBezTo>
                <a:cubicBezTo>
                  <a:pt x="196" y="933"/>
                  <a:pt x="176" y="935"/>
                  <a:pt x="165" y="947"/>
                </a:cubicBezTo>
                <a:cubicBezTo>
                  <a:pt x="170" y="948"/>
                  <a:pt x="172" y="945"/>
                  <a:pt x="174" y="943"/>
                </a:cubicBezTo>
                <a:cubicBezTo>
                  <a:pt x="185" y="944"/>
                  <a:pt x="191" y="934"/>
                  <a:pt x="199" y="929"/>
                </a:cubicBezTo>
                <a:cubicBezTo>
                  <a:pt x="209" y="924"/>
                  <a:pt x="222" y="921"/>
                  <a:pt x="231" y="915"/>
                </a:cubicBezTo>
                <a:cubicBezTo>
                  <a:pt x="232" y="917"/>
                  <a:pt x="234" y="917"/>
                  <a:pt x="236" y="917"/>
                </a:cubicBezTo>
                <a:cubicBezTo>
                  <a:pt x="238" y="916"/>
                  <a:pt x="239" y="915"/>
                  <a:pt x="242" y="915"/>
                </a:cubicBezTo>
                <a:cubicBezTo>
                  <a:pt x="242" y="918"/>
                  <a:pt x="238" y="918"/>
                  <a:pt x="238" y="920"/>
                </a:cubicBezTo>
                <a:cubicBezTo>
                  <a:pt x="240" y="923"/>
                  <a:pt x="245" y="920"/>
                  <a:pt x="247" y="921"/>
                </a:cubicBezTo>
                <a:cubicBezTo>
                  <a:pt x="241" y="923"/>
                  <a:pt x="242" y="927"/>
                  <a:pt x="238" y="930"/>
                </a:cubicBezTo>
                <a:cubicBezTo>
                  <a:pt x="237" y="928"/>
                  <a:pt x="234" y="928"/>
                  <a:pt x="232" y="927"/>
                </a:cubicBezTo>
                <a:cubicBezTo>
                  <a:pt x="231" y="930"/>
                  <a:pt x="228" y="931"/>
                  <a:pt x="225" y="932"/>
                </a:cubicBezTo>
                <a:cubicBezTo>
                  <a:pt x="225" y="934"/>
                  <a:pt x="224" y="938"/>
                  <a:pt x="226" y="939"/>
                </a:cubicBezTo>
                <a:cubicBezTo>
                  <a:pt x="233" y="932"/>
                  <a:pt x="239" y="930"/>
                  <a:pt x="251" y="929"/>
                </a:cubicBezTo>
                <a:cubicBezTo>
                  <a:pt x="250" y="932"/>
                  <a:pt x="252" y="933"/>
                  <a:pt x="251" y="936"/>
                </a:cubicBezTo>
                <a:cubicBezTo>
                  <a:pt x="251" y="936"/>
                  <a:pt x="250" y="937"/>
                  <a:pt x="250" y="937"/>
                </a:cubicBezTo>
                <a:cubicBezTo>
                  <a:pt x="247" y="936"/>
                  <a:pt x="243" y="936"/>
                  <a:pt x="240" y="936"/>
                </a:cubicBezTo>
                <a:cubicBezTo>
                  <a:pt x="234" y="943"/>
                  <a:pt x="227" y="949"/>
                  <a:pt x="221" y="956"/>
                </a:cubicBezTo>
                <a:cubicBezTo>
                  <a:pt x="214" y="957"/>
                  <a:pt x="211" y="962"/>
                  <a:pt x="207" y="966"/>
                </a:cubicBezTo>
                <a:cubicBezTo>
                  <a:pt x="206" y="966"/>
                  <a:pt x="202" y="967"/>
                  <a:pt x="205" y="967"/>
                </a:cubicBezTo>
                <a:cubicBezTo>
                  <a:pt x="212" y="968"/>
                  <a:pt x="212" y="961"/>
                  <a:pt x="220" y="964"/>
                </a:cubicBezTo>
                <a:cubicBezTo>
                  <a:pt x="221" y="958"/>
                  <a:pt x="229" y="960"/>
                  <a:pt x="231" y="956"/>
                </a:cubicBezTo>
                <a:cubicBezTo>
                  <a:pt x="234" y="958"/>
                  <a:pt x="233" y="959"/>
                  <a:pt x="234" y="961"/>
                </a:cubicBezTo>
                <a:cubicBezTo>
                  <a:pt x="234" y="958"/>
                  <a:pt x="238" y="963"/>
                  <a:pt x="237" y="959"/>
                </a:cubicBezTo>
                <a:cubicBezTo>
                  <a:pt x="236" y="958"/>
                  <a:pt x="233" y="960"/>
                  <a:pt x="234" y="955"/>
                </a:cubicBezTo>
                <a:cubicBezTo>
                  <a:pt x="236" y="954"/>
                  <a:pt x="238" y="950"/>
                  <a:pt x="240" y="952"/>
                </a:cubicBezTo>
                <a:cubicBezTo>
                  <a:pt x="241" y="956"/>
                  <a:pt x="235" y="954"/>
                  <a:pt x="238" y="957"/>
                </a:cubicBezTo>
                <a:cubicBezTo>
                  <a:pt x="240" y="956"/>
                  <a:pt x="243" y="956"/>
                  <a:pt x="246" y="955"/>
                </a:cubicBezTo>
                <a:cubicBezTo>
                  <a:pt x="242" y="950"/>
                  <a:pt x="251" y="954"/>
                  <a:pt x="252" y="952"/>
                </a:cubicBezTo>
                <a:cubicBezTo>
                  <a:pt x="248" y="950"/>
                  <a:pt x="253" y="948"/>
                  <a:pt x="253" y="946"/>
                </a:cubicBezTo>
                <a:cubicBezTo>
                  <a:pt x="249" y="944"/>
                  <a:pt x="250" y="949"/>
                  <a:pt x="248" y="947"/>
                </a:cubicBezTo>
                <a:cubicBezTo>
                  <a:pt x="248" y="946"/>
                  <a:pt x="249" y="945"/>
                  <a:pt x="251" y="944"/>
                </a:cubicBezTo>
                <a:cubicBezTo>
                  <a:pt x="258" y="946"/>
                  <a:pt x="261" y="934"/>
                  <a:pt x="266" y="936"/>
                </a:cubicBezTo>
                <a:cubicBezTo>
                  <a:pt x="263" y="938"/>
                  <a:pt x="265" y="939"/>
                  <a:pt x="264" y="942"/>
                </a:cubicBezTo>
                <a:cubicBezTo>
                  <a:pt x="261" y="940"/>
                  <a:pt x="260" y="947"/>
                  <a:pt x="256" y="948"/>
                </a:cubicBezTo>
                <a:cubicBezTo>
                  <a:pt x="258" y="949"/>
                  <a:pt x="257" y="955"/>
                  <a:pt x="254" y="957"/>
                </a:cubicBezTo>
                <a:cubicBezTo>
                  <a:pt x="262" y="956"/>
                  <a:pt x="271" y="953"/>
                  <a:pt x="272" y="963"/>
                </a:cubicBezTo>
                <a:cubicBezTo>
                  <a:pt x="269" y="966"/>
                  <a:pt x="259" y="967"/>
                  <a:pt x="262" y="972"/>
                </a:cubicBezTo>
                <a:cubicBezTo>
                  <a:pt x="266" y="967"/>
                  <a:pt x="273" y="964"/>
                  <a:pt x="278" y="960"/>
                </a:cubicBezTo>
                <a:cubicBezTo>
                  <a:pt x="277" y="959"/>
                  <a:pt x="273" y="961"/>
                  <a:pt x="273" y="959"/>
                </a:cubicBezTo>
                <a:cubicBezTo>
                  <a:pt x="276" y="959"/>
                  <a:pt x="278" y="957"/>
                  <a:pt x="276" y="955"/>
                </a:cubicBezTo>
                <a:cubicBezTo>
                  <a:pt x="276" y="953"/>
                  <a:pt x="272" y="955"/>
                  <a:pt x="272" y="952"/>
                </a:cubicBezTo>
                <a:cubicBezTo>
                  <a:pt x="277" y="948"/>
                  <a:pt x="283" y="945"/>
                  <a:pt x="289" y="941"/>
                </a:cubicBezTo>
                <a:cubicBezTo>
                  <a:pt x="292" y="944"/>
                  <a:pt x="286" y="947"/>
                  <a:pt x="290" y="949"/>
                </a:cubicBezTo>
                <a:cubicBezTo>
                  <a:pt x="287" y="953"/>
                  <a:pt x="283" y="956"/>
                  <a:pt x="280" y="960"/>
                </a:cubicBezTo>
                <a:cubicBezTo>
                  <a:pt x="283" y="959"/>
                  <a:pt x="281" y="963"/>
                  <a:pt x="282" y="965"/>
                </a:cubicBezTo>
                <a:cubicBezTo>
                  <a:pt x="275" y="968"/>
                  <a:pt x="273" y="977"/>
                  <a:pt x="263" y="978"/>
                </a:cubicBezTo>
                <a:cubicBezTo>
                  <a:pt x="266" y="983"/>
                  <a:pt x="257" y="979"/>
                  <a:pt x="257" y="983"/>
                </a:cubicBezTo>
                <a:cubicBezTo>
                  <a:pt x="271" y="983"/>
                  <a:pt x="278" y="967"/>
                  <a:pt x="296" y="968"/>
                </a:cubicBezTo>
                <a:cubicBezTo>
                  <a:pt x="298" y="973"/>
                  <a:pt x="297" y="975"/>
                  <a:pt x="300" y="978"/>
                </a:cubicBezTo>
                <a:cubicBezTo>
                  <a:pt x="297" y="992"/>
                  <a:pt x="280" y="991"/>
                  <a:pt x="273" y="1001"/>
                </a:cubicBezTo>
                <a:cubicBezTo>
                  <a:pt x="276" y="1001"/>
                  <a:pt x="278" y="998"/>
                  <a:pt x="279" y="1002"/>
                </a:cubicBezTo>
                <a:cubicBezTo>
                  <a:pt x="279" y="1006"/>
                  <a:pt x="275" y="1007"/>
                  <a:pt x="274" y="1011"/>
                </a:cubicBezTo>
                <a:cubicBezTo>
                  <a:pt x="277" y="1011"/>
                  <a:pt x="280" y="1010"/>
                  <a:pt x="280" y="1013"/>
                </a:cubicBezTo>
                <a:cubicBezTo>
                  <a:pt x="278" y="1017"/>
                  <a:pt x="269" y="1020"/>
                  <a:pt x="265" y="1015"/>
                </a:cubicBezTo>
                <a:cubicBezTo>
                  <a:pt x="256" y="1023"/>
                  <a:pt x="242" y="1026"/>
                  <a:pt x="234" y="1036"/>
                </a:cubicBezTo>
                <a:cubicBezTo>
                  <a:pt x="240" y="1036"/>
                  <a:pt x="237" y="1041"/>
                  <a:pt x="240" y="1043"/>
                </a:cubicBezTo>
                <a:cubicBezTo>
                  <a:pt x="243" y="1041"/>
                  <a:pt x="246" y="1040"/>
                  <a:pt x="251" y="1039"/>
                </a:cubicBezTo>
                <a:cubicBezTo>
                  <a:pt x="251" y="1042"/>
                  <a:pt x="247" y="1041"/>
                  <a:pt x="248" y="1044"/>
                </a:cubicBezTo>
                <a:cubicBezTo>
                  <a:pt x="258" y="1041"/>
                  <a:pt x="273" y="1045"/>
                  <a:pt x="280" y="1034"/>
                </a:cubicBezTo>
                <a:cubicBezTo>
                  <a:pt x="277" y="1034"/>
                  <a:pt x="276" y="1034"/>
                  <a:pt x="276" y="1031"/>
                </a:cubicBezTo>
                <a:cubicBezTo>
                  <a:pt x="278" y="1023"/>
                  <a:pt x="285" y="1020"/>
                  <a:pt x="290" y="1015"/>
                </a:cubicBezTo>
                <a:cubicBezTo>
                  <a:pt x="296" y="1015"/>
                  <a:pt x="304" y="1015"/>
                  <a:pt x="311" y="1015"/>
                </a:cubicBezTo>
                <a:cubicBezTo>
                  <a:pt x="314" y="1006"/>
                  <a:pt x="323" y="1003"/>
                  <a:pt x="327" y="995"/>
                </a:cubicBezTo>
                <a:cubicBezTo>
                  <a:pt x="326" y="991"/>
                  <a:pt x="327" y="989"/>
                  <a:pt x="328" y="986"/>
                </a:cubicBezTo>
                <a:cubicBezTo>
                  <a:pt x="326" y="985"/>
                  <a:pt x="326" y="982"/>
                  <a:pt x="325" y="980"/>
                </a:cubicBezTo>
                <a:cubicBezTo>
                  <a:pt x="328" y="973"/>
                  <a:pt x="341" y="971"/>
                  <a:pt x="338" y="985"/>
                </a:cubicBezTo>
                <a:cubicBezTo>
                  <a:pt x="342" y="986"/>
                  <a:pt x="345" y="990"/>
                  <a:pt x="349" y="992"/>
                </a:cubicBezTo>
                <a:cubicBezTo>
                  <a:pt x="350" y="996"/>
                  <a:pt x="347" y="996"/>
                  <a:pt x="347" y="999"/>
                </a:cubicBezTo>
                <a:cubicBezTo>
                  <a:pt x="349" y="999"/>
                  <a:pt x="351" y="1003"/>
                  <a:pt x="349" y="1005"/>
                </a:cubicBezTo>
                <a:cubicBezTo>
                  <a:pt x="356" y="1006"/>
                  <a:pt x="363" y="1007"/>
                  <a:pt x="364" y="1011"/>
                </a:cubicBezTo>
                <a:cubicBezTo>
                  <a:pt x="369" y="1008"/>
                  <a:pt x="375" y="1011"/>
                  <a:pt x="378" y="1015"/>
                </a:cubicBezTo>
                <a:cubicBezTo>
                  <a:pt x="378" y="1017"/>
                  <a:pt x="375" y="1016"/>
                  <a:pt x="376" y="1018"/>
                </a:cubicBezTo>
                <a:cubicBezTo>
                  <a:pt x="379" y="1019"/>
                  <a:pt x="380" y="1016"/>
                  <a:pt x="381" y="1019"/>
                </a:cubicBezTo>
                <a:cubicBezTo>
                  <a:pt x="381" y="1021"/>
                  <a:pt x="378" y="1020"/>
                  <a:pt x="378" y="1022"/>
                </a:cubicBezTo>
                <a:cubicBezTo>
                  <a:pt x="382" y="1022"/>
                  <a:pt x="383" y="1020"/>
                  <a:pt x="387" y="1020"/>
                </a:cubicBezTo>
                <a:cubicBezTo>
                  <a:pt x="389" y="1023"/>
                  <a:pt x="388" y="1024"/>
                  <a:pt x="390" y="1027"/>
                </a:cubicBezTo>
                <a:cubicBezTo>
                  <a:pt x="394" y="1025"/>
                  <a:pt x="396" y="1030"/>
                  <a:pt x="398" y="1033"/>
                </a:cubicBezTo>
                <a:cubicBezTo>
                  <a:pt x="385" y="1041"/>
                  <a:pt x="383" y="1053"/>
                  <a:pt x="378" y="1067"/>
                </a:cubicBezTo>
                <a:cubicBezTo>
                  <a:pt x="387" y="1070"/>
                  <a:pt x="401" y="1068"/>
                  <a:pt x="402" y="1080"/>
                </a:cubicBezTo>
                <a:cubicBezTo>
                  <a:pt x="407" y="1084"/>
                  <a:pt x="411" y="1089"/>
                  <a:pt x="417" y="1092"/>
                </a:cubicBezTo>
                <a:cubicBezTo>
                  <a:pt x="415" y="1096"/>
                  <a:pt x="418" y="1100"/>
                  <a:pt x="416" y="1103"/>
                </a:cubicBezTo>
                <a:cubicBezTo>
                  <a:pt x="420" y="1104"/>
                  <a:pt x="424" y="1105"/>
                  <a:pt x="428" y="1106"/>
                </a:cubicBezTo>
                <a:cubicBezTo>
                  <a:pt x="433" y="1104"/>
                  <a:pt x="435" y="1099"/>
                  <a:pt x="440" y="1096"/>
                </a:cubicBezTo>
                <a:cubicBezTo>
                  <a:pt x="451" y="1082"/>
                  <a:pt x="471" y="1076"/>
                  <a:pt x="486" y="1066"/>
                </a:cubicBezTo>
                <a:cubicBezTo>
                  <a:pt x="493" y="1070"/>
                  <a:pt x="499" y="1058"/>
                  <a:pt x="504" y="1054"/>
                </a:cubicBezTo>
                <a:cubicBezTo>
                  <a:pt x="507" y="1054"/>
                  <a:pt x="508" y="1057"/>
                  <a:pt x="512" y="1056"/>
                </a:cubicBezTo>
                <a:cubicBezTo>
                  <a:pt x="512" y="1049"/>
                  <a:pt x="522" y="1050"/>
                  <a:pt x="524" y="1051"/>
                </a:cubicBezTo>
                <a:cubicBezTo>
                  <a:pt x="520" y="1049"/>
                  <a:pt x="527" y="1043"/>
                  <a:pt x="530" y="1042"/>
                </a:cubicBezTo>
                <a:cubicBezTo>
                  <a:pt x="530" y="1048"/>
                  <a:pt x="540" y="1051"/>
                  <a:pt x="541" y="1059"/>
                </a:cubicBezTo>
                <a:cubicBezTo>
                  <a:pt x="538" y="1058"/>
                  <a:pt x="537" y="1062"/>
                  <a:pt x="533" y="1059"/>
                </a:cubicBezTo>
                <a:cubicBezTo>
                  <a:pt x="532" y="1065"/>
                  <a:pt x="533" y="1067"/>
                  <a:pt x="533" y="1073"/>
                </a:cubicBezTo>
                <a:cubicBezTo>
                  <a:pt x="537" y="1073"/>
                  <a:pt x="537" y="1078"/>
                  <a:pt x="541" y="1078"/>
                </a:cubicBezTo>
                <a:cubicBezTo>
                  <a:pt x="542" y="1074"/>
                  <a:pt x="540" y="1072"/>
                  <a:pt x="545" y="1072"/>
                </a:cubicBezTo>
                <a:cubicBezTo>
                  <a:pt x="545" y="1075"/>
                  <a:pt x="540" y="1077"/>
                  <a:pt x="545" y="1077"/>
                </a:cubicBezTo>
                <a:cubicBezTo>
                  <a:pt x="547" y="1078"/>
                  <a:pt x="544" y="1073"/>
                  <a:pt x="546" y="1073"/>
                </a:cubicBezTo>
                <a:cubicBezTo>
                  <a:pt x="549" y="1074"/>
                  <a:pt x="553" y="1074"/>
                  <a:pt x="553" y="1078"/>
                </a:cubicBezTo>
                <a:cubicBezTo>
                  <a:pt x="551" y="1078"/>
                  <a:pt x="551" y="1076"/>
                  <a:pt x="548" y="1077"/>
                </a:cubicBezTo>
                <a:cubicBezTo>
                  <a:pt x="548" y="1081"/>
                  <a:pt x="548" y="1085"/>
                  <a:pt x="545" y="1085"/>
                </a:cubicBezTo>
                <a:cubicBezTo>
                  <a:pt x="546" y="1080"/>
                  <a:pt x="541" y="1086"/>
                  <a:pt x="541" y="1082"/>
                </a:cubicBezTo>
                <a:cubicBezTo>
                  <a:pt x="542" y="1080"/>
                  <a:pt x="544" y="1079"/>
                  <a:pt x="541" y="1078"/>
                </a:cubicBezTo>
                <a:cubicBezTo>
                  <a:pt x="539" y="1079"/>
                  <a:pt x="541" y="1082"/>
                  <a:pt x="538" y="1082"/>
                </a:cubicBezTo>
                <a:cubicBezTo>
                  <a:pt x="541" y="1079"/>
                  <a:pt x="533" y="1082"/>
                  <a:pt x="532" y="1078"/>
                </a:cubicBezTo>
                <a:cubicBezTo>
                  <a:pt x="531" y="1080"/>
                  <a:pt x="530" y="1082"/>
                  <a:pt x="529" y="1085"/>
                </a:cubicBezTo>
                <a:cubicBezTo>
                  <a:pt x="533" y="1085"/>
                  <a:pt x="536" y="1088"/>
                  <a:pt x="533" y="1090"/>
                </a:cubicBezTo>
                <a:cubicBezTo>
                  <a:pt x="534" y="1091"/>
                  <a:pt x="538" y="1089"/>
                  <a:pt x="538" y="1091"/>
                </a:cubicBezTo>
                <a:cubicBezTo>
                  <a:pt x="529" y="1095"/>
                  <a:pt x="513" y="1093"/>
                  <a:pt x="508" y="1101"/>
                </a:cubicBezTo>
                <a:cubicBezTo>
                  <a:pt x="518" y="1101"/>
                  <a:pt x="530" y="1093"/>
                  <a:pt x="539" y="1097"/>
                </a:cubicBezTo>
                <a:cubicBezTo>
                  <a:pt x="538" y="1103"/>
                  <a:pt x="532" y="1097"/>
                  <a:pt x="531" y="1101"/>
                </a:cubicBezTo>
                <a:cubicBezTo>
                  <a:pt x="533" y="1104"/>
                  <a:pt x="541" y="1101"/>
                  <a:pt x="541" y="1106"/>
                </a:cubicBezTo>
                <a:cubicBezTo>
                  <a:pt x="541" y="1108"/>
                  <a:pt x="537" y="1107"/>
                  <a:pt x="537" y="1110"/>
                </a:cubicBezTo>
                <a:cubicBezTo>
                  <a:pt x="544" y="1109"/>
                  <a:pt x="552" y="1104"/>
                  <a:pt x="552" y="1098"/>
                </a:cubicBezTo>
                <a:cubicBezTo>
                  <a:pt x="570" y="1092"/>
                  <a:pt x="580" y="1083"/>
                  <a:pt x="601" y="1083"/>
                </a:cubicBezTo>
                <a:cubicBezTo>
                  <a:pt x="608" y="1079"/>
                  <a:pt x="621" y="1083"/>
                  <a:pt x="627" y="1088"/>
                </a:cubicBezTo>
                <a:cubicBezTo>
                  <a:pt x="639" y="1088"/>
                  <a:pt x="638" y="1074"/>
                  <a:pt x="651" y="1074"/>
                </a:cubicBezTo>
                <a:cubicBezTo>
                  <a:pt x="652" y="1077"/>
                  <a:pt x="650" y="1077"/>
                  <a:pt x="650" y="1079"/>
                </a:cubicBezTo>
                <a:cubicBezTo>
                  <a:pt x="665" y="1076"/>
                  <a:pt x="677" y="1070"/>
                  <a:pt x="688" y="1064"/>
                </a:cubicBezTo>
                <a:cubicBezTo>
                  <a:pt x="694" y="1064"/>
                  <a:pt x="699" y="1063"/>
                  <a:pt x="701" y="1059"/>
                </a:cubicBezTo>
                <a:cubicBezTo>
                  <a:pt x="693" y="1057"/>
                  <a:pt x="682" y="1067"/>
                  <a:pt x="672" y="1060"/>
                </a:cubicBezTo>
                <a:cubicBezTo>
                  <a:pt x="683" y="1053"/>
                  <a:pt x="695" y="1048"/>
                  <a:pt x="710" y="1044"/>
                </a:cubicBezTo>
                <a:cubicBezTo>
                  <a:pt x="712" y="1042"/>
                  <a:pt x="712" y="1039"/>
                  <a:pt x="714" y="1038"/>
                </a:cubicBezTo>
                <a:cubicBezTo>
                  <a:pt x="722" y="1040"/>
                  <a:pt x="729" y="1035"/>
                  <a:pt x="735" y="1031"/>
                </a:cubicBezTo>
                <a:cubicBezTo>
                  <a:pt x="736" y="1035"/>
                  <a:pt x="733" y="1036"/>
                  <a:pt x="735" y="1038"/>
                </a:cubicBezTo>
                <a:cubicBezTo>
                  <a:pt x="737" y="1040"/>
                  <a:pt x="739" y="1038"/>
                  <a:pt x="742" y="1038"/>
                </a:cubicBezTo>
                <a:cubicBezTo>
                  <a:pt x="742" y="1040"/>
                  <a:pt x="740" y="1040"/>
                  <a:pt x="742" y="1041"/>
                </a:cubicBezTo>
                <a:cubicBezTo>
                  <a:pt x="755" y="1034"/>
                  <a:pt x="772" y="1031"/>
                  <a:pt x="783" y="1021"/>
                </a:cubicBezTo>
                <a:cubicBezTo>
                  <a:pt x="788" y="1020"/>
                  <a:pt x="793" y="1023"/>
                  <a:pt x="797" y="1020"/>
                </a:cubicBezTo>
                <a:cubicBezTo>
                  <a:pt x="796" y="1024"/>
                  <a:pt x="800" y="1023"/>
                  <a:pt x="800" y="1025"/>
                </a:cubicBezTo>
                <a:cubicBezTo>
                  <a:pt x="793" y="1032"/>
                  <a:pt x="780" y="1028"/>
                  <a:pt x="777" y="1040"/>
                </a:cubicBezTo>
                <a:cubicBezTo>
                  <a:pt x="753" y="1052"/>
                  <a:pt x="724" y="1060"/>
                  <a:pt x="702" y="1074"/>
                </a:cubicBezTo>
                <a:cubicBezTo>
                  <a:pt x="700" y="1074"/>
                  <a:pt x="700" y="1073"/>
                  <a:pt x="699" y="1073"/>
                </a:cubicBezTo>
                <a:cubicBezTo>
                  <a:pt x="680" y="1080"/>
                  <a:pt x="661" y="1085"/>
                  <a:pt x="645" y="1094"/>
                </a:cubicBezTo>
                <a:cubicBezTo>
                  <a:pt x="656" y="1092"/>
                  <a:pt x="665" y="1087"/>
                  <a:pt x="673" y="1087"/>
                </a:cubicBezTo>
                <a:cubicBezTo>
                  <a:pt x="671" y="1094"/>
                  <a:pt x="663" y="1097"/>
                  <a:pt x="657" y="1095"/>
                </a:cubicBezTo>
                <a:cubicBezTo>
                  <a:pt x="657" y="1096"/>
                  <a:pt x="659" y="1096"/>
                  <a:pt x="659" y="1097"/>
                </a:cubicBezTo>
                <a:cubicBezTo>
                  <a:pt x="653" y="1100"/>
                  <a:pt x="646" y="1101"/>
                  <a:pt x="641" y="1104"/>
                </a:cubicBezTo>
                <a:cubicBezTo>
                  <a:pt x="659" y="1107"/>
                  <a:pt x="666" y="1090"/>
                  <a:pt x="680" y="1097"/>
                </a:cubicBezTo>
                <a:cubicBezTo>
                  <a:pt x="680" y="1098"/>
                  <a:pt x="678" y="1101"/>
                  <a:pt x="680" y="1101"/>
                </a:cubicBezTo>
                <a:cubicBezTo>
                  <a:pt x="681" y="1099"/>
                  <a:pt x="684" y="1101"/>
                  <a:pt x="686" y="1101"/>
                </a:cubicBezTo>
                <a:cubicBezTo>
                  <a:pt x="687" y="1099"/>
                  <a:pt x="688" y="1097"/>
                  <a:pt x="688" y="1094"/>
                </a:cubicBezTo>
                <a:cubicBezTo>
                  <a:pt x="694" y="1094"/>
                  <a:pt x="695" y="1086"/>
                  <a:pt x="701" y="1088"/>
                </a:cubicBezTo>
                <a:cubicBezTo>
                  <a:pt x="701" y="1087"/>
                  <a:pt x="701" y="1086"/>
                  <a:pt x="702" y="1086"/>
                </a:cubicBezTo>
                <a:cubicBezTo>
                  <a:pt x="702" y="1086"/>
                  <a:pt x="701" y="1086"/>
                  <a:pt x="701" y="1086"/>
                </a:cubicBezTo>
                <a:cubicBezTo>
                  <a:pt x="699" y="1086"/>
                  <a:pt x="698" y="1085"/>
                  <a:pt x="698" y="1083"/>
                </a:cubicBezTo>
                <a:cubicBezTo>
                  <a:pt x="701" y="1079"/>
                  <a:pt x="706" y="1077"/>
                  <a:pt x="709" y="1072"/>
                </a:cubicBezTo>
                <a:cubicBezTo>
                  <a:pt x="736" y="1068"/>
                  <a:pt x="755" y="1051"/>
                  <a:pt x="781" y="1048"/>
                </a:cubicBezTo>
                <a:cubicBezTo>
                  <a:pt x="779" y="1054"/>
                  <a:pt x="778" y="1059"/>
                  <a:pt x="779" y="1063"/>
                </a:cubicBezTo>
                <a:cubicBezTo>
                  <a:pt x="783" y="1064"/>
                  <a:pt x="785" y="1063"/>
                  <a:pt x="788" y="1062"/>
                </a:cubicBezTo>
                <a:cubicBezTo>
                  <a:pt x="792" y="1053"/>
                  <a:pt x="802" y="1054"/>
                  <a:pt x="808" y="1050"/>
                </a:cubicBezTo>
                <a:cubicBezTo>
                  <a:pt x="806" y="1040"/>
                  <a:pt x="812" y="1048"/>
                  <a:pt x="819" y="1045"/>
                </a:cubicBezTo>
                <a:cubicBezTo>
                  <a:pt x="817" y="1036"/>
                  <a:pt x="806" y="1046"/>
                  <a:pt x="802" y="1043"/>
                </a:cubicBezTo>
                <a:cubicBezTo>
                  <a:pt x="803" y="1040"/>
                  <a:pt x="805" y="1037"/>
                  <a:pt x="802" y="1036"/>
                </a:cubicBezTo>
                <a:cubicBezTo>
                  <a:pt x="807" y="1034"/>
                  <a:pt x="811" y="1031"/>
                  <a:pt x="814" y="1027"/>
                </a:cubicBezTo>
                <a:cubicBezTo>
                  <a:pt x="813" y="1026"/>
                  <a:pt x="812" y="1026"/>
                  <a:pt x="812" y="1024"/>
                </a:cubicBezTo>
                <a:cubicBezTo>
                  <a:pt x="808" y="1025"/>
                  <a:pt x="804" y="1026"/>
                  <a:pt x="802" y="1029"/>
                </a:cubicBezTo>
                <a:cubicBezTo>
                  <a:pt x="802" y="1022"/>
                  <a:pt x="798" y="1020"/>
                  <a:pt x="797" y="1015"/>
                </a:cubicBezTo>
                <a:cubicBezTo>
                  <a:pt x="807" y="1013"/>
                  <a:pt x="818" y="1011"/>
                  <a:pt x="821" y="1002"/>
                </a:cubicBezTo>
                <a:cubicBezTo>
                  <a:pt x="815" y="1004"/>
                  <a:pt x="810" y="1007"/>
                  <a:pt x="804" y="1010"/>
                </a:cubicBezTo>
                <a:cubicBezTo>
                  <a:pt x="803" y="1010"/>
                  <a:pt x="802" y="1009"/>
                  <a:pt x="800" y="1008"/>
                </a:cubicBezTo>
                <a:cubicBezTo>
                  <a:pt x="782" y="1016"/>
                  <a:pt x="765" y="1024"/>
                  <a:pt x="748" y="1032"/>
                </a:cubicBezTo>
                <a:cubicBezTo>
                  <a:pt x="746" y="1032"/>
                  <a:pt x="745" y="1031"/>
                  <a:pt x="742" y="1030"/>
                </a:cubicBezTo>
                <a:cubicBezTo>
                  <a:pt x="743" y="1034"/>
                  <a:pt x="740" y="1035"/>
                  <a:pt x="736" y="1035"/>
                </a:cubicBezTo>
                <a:cubicBezTo>
                  <a:pt x="736" y="1031"/>
                  <a:pt x="736" y="1031"/>
                  <a:pt x="736" y="1031"/>
                </a:cubicBezTo>
                <a:cubicBezTo>
                  <a:pt x="744" y="1030"/>
                  <a:pt x="749" y="1025"/>
                  <a:pt x="756" y="1022"/>
                </a:cubicBezTo>
                <a:cubicBezTo>
                  <a:pt x="754" y="1022"/>
                  <a:pt x="757" y="1021"/>
                  <a:pt x="756" y="1018"/>
                </a:cubicBezTo>
                <a:cubicBezTo>
                  <a:pt x="752" y="1020"/>
                  <a:pt x="745" y="1022"/>
                  <a:pt x="745" y="1025"/>
                </a:cubicBezTo>
                <a:cubicBezTo>
                  <a:pt x="743" y="1019"/>
                  <a:pt x="738" y="1027"/>
                  <a:pt x="735" y="1022"/>
                </a:cubicBezTo>
                <a:cubicBezTo>
                  <a:pt x="744" y="1019"/>
                  <a:pt x="752" y="1013"/>
                  <a:pt x="762" y="1010"/>
                </a:cubicBezTo>
                <a:cubicBezTo>
                  <a:pt x="763" y="1016"/>
                  <a:pt x="773" y="1011"/>
                  <a:pt x="775" y="1015"/>
                </a:cubicBezTo>
                <a:cubicBezTo>
                  <a:pt x="780" y="1012"/>
                  <a:pt x="780" y="1006"/>
                  <a:pt x="786" y="1005"/>
                </a:cubicBezTo>
                <a:cubicBezTo>
                  <a:pt x="787" y="1007"/>
                  <a:pt x="782" y="1009"/>
                  <a:pt x="785" y="1010"/>
                </a:cubicBezTo>
                <a:cubicBezTo>
                  <a:pt x="789" y="1005"/>
                  <a:pt x="793" y="1000"/>
                  <a:pt x="801" y="999"/>
                </a:cubicBezTo>
                <a:cubicBezTo>
                  <a:pt x="800" y="1005"/>
                  <a:pt x="809" y="1000"/>
                  <a:pt x="804" y="1005"/>
                </a:cubicBezTo>
                <a:cubicBezTo>
                  <a:pt x="812" y="1004"/>
                  <a:pt x="819" y="1002"/>
                  <a:pt x="820" y="998"/>
                </a:cubicBezTo>
                <a:cubicBezTo>
                  <a:pt x="817" y="999"/>
                  <a:pt x="814" y="1000"/>
                  <a:pt x="811" y="1002"/>
                </a:cubicBezTo>
                <a:cubicBezTo>
                  <a:pt x="811" y="999"/>
                  <a:pt x="811" y="995"/>
                  <a:pt x="812" y="993"/>
                </a:cubicBezTo>
                <a:cubicBezTo>
                  <a:pt x="821" y="995"/>
                  <a:pt x="837" y="988"/>
                  <a:pt x="841" y="979"/>
                </a:cubicBezTo>
                <a:cubicBezTo>
                  <a:pt x="843" y="979"/>
                  <a:pt x="844" y="978"/>
                  <a:pt x="846" y="978"/>
                </a:cubicBezTo>
                <a:cubicBezTo>
                  <a:pt x="844" y="973"/>
                  <a:pt x="852" y="974"/>
                  <a:pt x="859" y="974"/>
                </a:cubicBezTo>
                <a:cubicBezTo>
                  <a:pt x="859" y="969"/>
                  <a:pt x="865" y="967"/>
                  <a:pt x="868" y="968"/>
                </a:cubicBezTo>
                <a:cubicBezTo>
                  <a:pt x="868" y="972"/>
                  <a:pt x="865" y="967"/>
                  <a:pt x="865" y="971"/>
                </a:cubicBezTo>
                <a:cubicBezTo>
                  <a:pt x="872" y="971"/>
                  <a:pt x="886" y="969"/>
                  <a:pt x="886" y="961"/>
                </a:cubicBezTo>
                <a:cubicBezTo>
                  <a:pt x="889" y="960"/>
                  <a:pt x="889" y="963"/>
                  <a:pt x="889" y="965"/>
                </a:cubicBezTo>
                <a:cubicBezTo>
                  <a:pt x="895" y="963"/>
                  <a:pt x="897" y="957"/>
                  <a:pt x="905" y="956"/>
                </a:cubicBezTo>
                <a:cubicBezTo>
                  <a:pt x="906" y="954"/>
                  <a:pt x="902" y="953"/>
                  <a:pt x="905" y="952"/>
                </a:cubicBezTo>
                <a:cubicBezTo>
                  <a:pt x="907" y="950"/>
                  <a:pt x="909" y="954"/>
                  <a:pt x="911" y="954"/>
                </a:cubicBezTo>
                <a:cubicBezTo>
                  <a:pt x="910" y="955"/>
                  <a:pt x="906" y="956"/>
                  <a:pt x="909" y="957"/>
                </a:cubicBezTo>
                <a:cubicBezTo>
                  <a:pt x="909" y="956"/>
                  <a:pt x="911" y="956"/>
                  <a:pt x="912" y="956"/>
                </a:cubicBezTo>
                <a:cubicBezTo>
                  <a:pt x="912" y="952"/>
                  <a:pt x="912" y="948"/>
                  <a:pt x="915" y="947"/>
                </a:cubicBezTo>
                <a:cubicBezTo>
                  <a:pt x="918" y="946"/>
                  <a:pt x="918" y="948"/>
                  <a:pt x="919" y="950"/>
                </a:cubicBezTo>
                <a:cubicBezTo>
                  <a:pt x="919" y="952"/>
                  <a:pt x="917" y="951"/>
                  <a:pt x="917" y="953"/>
                </a:cubicBezTo>
                <a:cubicBezTo>
                  <a:pt x="923" y="956"/>
                  <a:pt x="925" y="949"/>
                  <a:pt x="928" y="946"/>
                </a:cubicBezTo>
                <a:cubicBezTo>
                  <a:pt x="935" y="945"/>
                  <a:pt x="939" y="939"/>
                  <a:pt x="944" y="935"/>
                </a:cubicBezTo>
                <a:cubicBezTo>
                  <a:pt x="949" y="936"/>
                  <a:pt x="952" y="933"/>
                  <a:pt x="957" y="937"/>
                </a:cubicBezTo>
                <a:cubicBezTo>
                  <a:pt x="958" y="934"/>
                  <a:pt x="955" y="934"/>
                  <a:pt x="956" y="931"/>
                </a:cubicBezTo>
                <a:cubicBezTo>
                  <a:pt x="960" y="930"/>
                  <a:pt x="961" y="927"/>
                  <a:pt x="965" y="926"/>
                </a:cubicBezTo>
                <a:cubicBezTo>
                  <a:pt x="968" y="925"/>
                  <a:pt x="969" y="931"/>
                  <a:pt x="972" y="927"/>
                </a:cubicBezTo>
                <a:cubicBezTo>
                  <a:pt x="967" y="917"/>
                  <a:pt x="982" y="912"/>
                  <a:pt x="983" y="902"/>
                </a:cubicBezTo>
                <a:cubicBezTo>
                  <a:pt x="987" y="901"/>
                  <a:pt x="988" y="905"/>
                  <a:pt x="990" y="906"/>
                </a:cubicBezTo>
                <a:cubicBezTo>
                  <a:pt x="990" y="907"/>
                  <a:pt x="988" y="908"/>
                  <a:pt x="988" y="909"/>
                </a:cubicBezTo>
                <a:cubicBezTo>
                  <a:pt x="992" y="911"/>
                  <a:pt x="996" y="911"/>
                  <a:pt x="1000" y="909"/>
                </a:cubicBezTo>
                <a:cubicBezTo>
                  <a:pt x="1000" y="911"/>
                  <a:pt x="997" y="910"/>
                  <a:pt x="996" y="912"/>
                </a:cubicBezTo>
                <a:cubicBezTo>
                  <a:pt x="998" y="912"/>
                  <a:pt x="1000" y="912"/>
                  <a:pt x="1001" y="913"/>
                </a:cubicBezTo>
                <a:cubicBezTo>
                  <a:pt x="1001" y="917"/>
                  <a:pt x="997" y="918"/>
                  <a:pt x="999" y="920"/>
                </a:cubicBezTo>
                <a:cubicBezTo>
                  <a:pt x="1005" y="919"/>
                  <a:pt x="1009" y="915"/>
                  <a:pt x="1008" y="910"/>
                </a:cubicBezTo>
                <a:cubicBezTo>
                  <a:pt x="1004" y="911"/>
                  <a:pt x="1001" y="910"/>
                  <a:pt x="1000" y="906"/>
                </a:cubicBezTo>
                <a:cubicBezTo>
                  <a:pt x="1004" y="905"/>
                  <a:pt x="1004" y="900"/>
                  <a:pt x="1010" y="900"/>
                </a:cubicBezTo>
                <a:cubicBezTo>
                  <a:pt x="1009" y="897"/>
                  <a:pt x="1012" y="897"/>
                  <a:pt x="1012" y="894"/>
                </a:cubicBezTo>
                <a:cubicBezTo>
                  <a:pt x="1009" y="892"/>
                  <a:pt x="1010" y="888"/>
                  <a:pt x="1010" y="884"/>
                </a:cubicBezTo>
                <a:cubicBezTo>
                  <a:pt x="1019" y="883"/>
                  <a:pt x="1022" y="866"/>
                  <a:pt x="1034" y="868"/>
                </a:cubicBezTo>
                <a:cubicBezTo>
                  <a:pt x="1035" y="874"/>
                  <a:pt x="1029" y="874"/>
                  <a:pt x="1027" y="877"/>
                </a:cubicBezTo>
                <a:cubicBezTo>
                  <a:pt x="1027" y="881"/>
                  <a:pt x="1031" y="881"/>
                  <a:pt x="1030" y="885"/>
                </a:cubicBezTo>
                <a:cubicBezTo>
                  <a:pt x="1029" y="885"/>
                  <a:pt x="1026" y="884"/>
                  <a:pt x="1027" y="887"/>
                </a:cubicBezTo>
                <a:cubicBezTo>
                  <a:pt x="1031" y="887"/>
                  <a:pt x="1028" y="890"/>
                  <a:pt x="1031" y="893"/>
                </a:cubicBezTo>
                <a:cubicBezTo>
                  <a:pt x="1028" y="892"/>
                  <a:pt x="1027" y="894"/>
                  <a:pt x="1027" y="896"/>
                </a:cubicBezTo>
                <a:cubicBezTo>
                  <a:pt x="1032" y="895"/>
                  <a:pt x="1034" y="900"/>
                  <a:pt x="1034" y="901"/>
                </a:cubicBezTo>
                <a:cubicBezTo>
                  <a:pt x="1034" y="899"/>
                  <a:pt x="1037" y="899"/>
                  <a:pt x="1039" y="899"/>
                </a:cubicBezTo>
                <a:cubicBezTo>
                  <a:pt x="1040" y="902"/>
                  <a:pt x="1037" y="904"/>
                  <a:pt x="1039" y="906"/>
                </a:cubicBezTo>
                <a:cubicBezTo>
                  <a:pt x="1040" y="904"/>
                  <a:pt x="1040" y="902"/>
                  <a:pt x="1041" y="901"/>
                </a:cubicBezTo>
                <a:cubicBezTo>
                  <a:pt x="1041" y="903"/>
                  <a:pt x="1044" y="902"/>
                  <a:pt x="1044" y="903"/>
                </a:cubicBezTo>
                <a:cubicBezTo>
                  <a:pt x="1042" y="908"/>
                  <a:pt x="1042" y="904"/>
                  <a:pt x="1041" y="909"/>
                </a:cubicBezTo>
                <a:cubicBezTo>
                  <a:pt x="1044" y="909"/>
                  <a:pt x="1047" y="912"/>
                  <a:pt x="1050" y="910"/>
                </a:cubicBezTo>
                <a:cubicBezTo>
                  <a:pt x="1049" y="909"/>
                  <a:pt x="1049" y="908"/>
                  <a:pt x="1048" y="906"/>
                </a:cubicBezTo>
                <a:cubicBezTo>
                  <a:pt x="1051" y="903"/>
                  <a:pt x="1052" y="903"/>
                  <a:pt x="1056" y="905"/>
                </a:cubicBezTo>
                <a:cubicBezTo>
                  <a:pt x="1056" y="903"/>
                  <a:pt x="1054" y="902"/>
                  <a:pt x="1055" y="900"/>
                </a:cubicBezTo>
                <a:cubicBezTo>
                  <a:pt x="1050" y="897"/>
                  <a:pt x="1049" y="903"/>
                  <a:pt x="1046" y="904"/>
                </a:cubicBezTo>
                <a:cubicBezTo>
                  <a:pt x="1045" y="900"/>
                  <a:pt x="1044" y="897"/>
                  <a:pt x="1044" y="894"/>
                </a:cubicBezTo>
                <a:cubicBezTo>
                  <a:pt x="1044" y="896"/>
                  <a:pt x="1040" y="895"/>
                  <a:pt x="1040" y="893"/>
                </a:cubicBezTo>
                <a:cubicBezTo>
                  <a:pt x="1046" y="891"/>
                  <a:pt x="1047" y="887"/>
                  <a:pt x="1047" y="881"/>
                </a:cubicBezTo>
                <a:cubicBezTo>
                  <a:pt x="1041" y="883"/>
                  <a:pt x="1042" y="892"/>
                  <a:pt x="1035" y="893"/>
                </a:cubicBezTo>
                <a:cubicBezTo>
                  <a:pt x="1033" y="887"/>
                  <a:pt x="1030" y="884"/>
                  <a:pt x="1034" y="880"/>
                </a:cubicBezTo>
                <a:cubicBezTo>
                  <a:pt x="1035" y="880"/>
                  <a:pt x="1036" y="880"/>
                  <a:pt x="1037" y="879"/>
                </a:cubicBezTo>
                <a:cubicBezTo>
                  <a:pt x="1037" y="881"/>
                  <a:pt x="1037" y="883"/>
                  <a:pt x="1038" y="884"/>
                </a:cubicBezTo>
                <a:cubicBezTo>
                  <a:pt x="1039" y="881"/>
                  <a:pt x="1039" y="879"/>
                  <a:pt x="1038" y="876"/>
                </a:cubicBezTo>
                <a:cubicBezTo>
                  <a:pt x="1041" y="879"/>
                  <a:pt x="1042" y="872"/>
                  <a:pt x="1047" y="873"/>
                </a:cubicBezTo>
                <a:cubicBezTo>
                  <a:pt x="1047" y="871"/>
                  <a:pt x="1046" y="871"/>
                  <a:pt x="1046" y="869"/>
                </a:cubicBezTo>
                <a:cubicBezTo>
                  <a:pt x="1055" y="861"/>
                  <a:pt x="1064" y="856"/>
                  <a:pt x="1076" y="855"/>
                </a:cubicBezTo>
                <a:cubicBezTo>
                  <a:pt x="1072" y="852"/>
                  <a:pt x="1078" y="849"/>
                  <a:pt x="1077" y="848"/>
                </a:cubicBezTo>
                <a:cubicBezTo>
                  <a:pt x="1076" y="851"/>
                  <a:pt x="1071" y="846"/>
                  <a:pt x="1071" y="848"/>
                </a:cubicBezTo>
                <a:cubicBezTo>
                  <a:pt x="1074" y="851"/>
                  <a:pt x="1067" y="856"/>
                  <a:pt x="1065" y="855"/>
                </a:cubicBezTo>
                <a:cubicBezTo>
                  <a:pt x="1066" y="849"/>
                  <a:pt x="1073" y="845"/>
                  <a:pt x="1072" y="841"/>
                </a:cubicBezTo>
                <a:cubicBezTo>
                  <a:pt x="1071" y="840"/>
                  <a:pt x="1067" y="842"/>
                  <a:pt x="1066" y="838"/>
                </a:cubicBezTo>
                <a:cubicBezTo>
                  <a:pt x="1065" y="840"/>
                  <a:pt x="1065" y="842"/>
                  <a:pt x="1062" y="842"/>
                </a:cubicBezTo>
                <a:cubicBezTo>
                  <a:pt x="1062" y="839"/>
                  <a:pt x="1060" y="838"/>
                  <a:pt x="1059" y="835"/>
                </a:cubicBezTo>
                <a:cubicBezTo>
                  <a:pt x="1064" y="833"/>
                  <a:pt x="1074" y="826"/>
                  <a:pt x="1077" y="832"/>
                </a:cubicBezTo>
                <a:cubicBezTo>
                  <a:pt x="1077" y="834"/>
                  <a:pt x="1073" y="837"/>
                  <a:pt x="1076" y="839"/>
                </a:cubicBezTo>
                <a:cubicBezTo>
                  <a:pt x="1076" y="838"/>
                  <a:pt x="1077" y="837"/>
                  <a:pt x="1078" y="836"/>
                </a:cubicBezTo>
                <a:cubicBezTo>
                  <a:pt x="1081" y="838"/>
                  <a:pt x="1076" y="840"/>
                  <a:pt x="1078" y="841"/>
                </a:cubicBezTo>
                <a:cubicBezTo>
                  <a:pt x="1081" y="839"/>
                  <a:pt x="1081" y="833"/>
                  <a:pt x="1085" y="832"/>
                </a:cubicBezTo>
                <a:cubicBezTo>
                  <a:pt x="1083" y="827"/>
                  <a:pt x="1086" y="824"/>
                  <a:pt x="1091" y="824"/>
                </a:cubicBezTo>
                <a:cubicBezTo>
                  <a:pt x="1091" y="825"/>
                  <a:pt x="1091" y="825"/>
                  <a:pt x="1092" y="826"/>
                </a:cubicBezTo>
                <a:cubicBezTo>
                  <a:pt x="1092" y="829"/>
                  <a:pt x="1089" y="828"/>
                  <a:pt x="1090" y="831"/>
                </a:cubicBezTo>
                <a:cubicBezTo>
                  <a:pt x="1092" y="832"/>
                  <a:pt x="1092" y="830"/>
                  <a:pt x="1093" y="833"/>
                </a:cubicBezTo>
                <a:cubicBezTo>
                  <a:pt x="1097" y="831"/>
                  <a:pt x="1092" y="828"/>
                  <a:pt x="1096" y="827"/>
                </a:cubicBezTo>
                <a:cubicBezTo>
                  <a:pt x="1097" y="830"/>
                  <a:pt x="1101" y="832"/>
                  <a:pt x="1103" y="835"/>
                </a:cubicBezTo>
                <a:cubicBezTo>
                  <a:pt x="1106" y="830"/>
                  <a:pt x="1118" y="829"/>
                  <a:pt x="1116" y="823"/>
                </a:cubicBezTo>
                <a:cubicBezTo>
                  <a:pt x="1113" y="826"/>
                  <a:pt x="1111" y="819"/>
                  <a:pt x="1108" y="818"/>
                </a:cubicBezTo>
                <a:cubicBezTo>
                  <a:pt x="1111" y="815"/>
                  <a:pt x="1112" y="820"/>
                  <a:pt x="1114" y="821"/>
                </a:cubicBezTo>
                <a:cubicBezTo>
                  <a:pt x="1116" y="816"/>
                  <a:pt x="1119" y="811"/>
                  <a:pt x="1126" y="809"/>
                </a:cubicBezTo>
                <a:cubicBezTo>
                  <a:pt x="1128" y="815"/>
                  <a:pt x="1129" y="817"/>
                  <a:pt x="1133" y="816"/>
                </a:cubicBezTo>
                <a:cubicBezTo>
                  <a:pt x="1132" y="818"/>
                  <a:pt x="1128" y="820"/>
                  <a:pt x="1130" y="822"/>
                </a:cubicBezTo>
                <a:cubicBezTo>
                  <a:pt x="1134" y="820"/>
                  <a:pt x="1137" y="818"/>
                  <a:pt x="1142" y="820"/>
                </a:cubicBezTo>
                <a:cubicBezTo>
                  <a:pt x="1142" y="821"/>
                  <a:pt x="1140" y="822"/>
                  <a:pt x="1140" y="824"/>
                </a:cubicBezTo>
                <a:cubicBezTo>
                  <a:pt x="1144" y="824"/>
                  <a:pt x="1145" y="821"/>
                  <a:pt x="1148" y="821"/>
                </a:cubicBezTo>
                <a:cubicBezTo>
                  <a:pt x="1149" y="825"/>
                  <a:pt x="1145" y="824"/>
                  <a:pt x="1146" y="828"/>
                </a:cubicBezTo>
                <a:cubicBezTo>
                  <a:pt x="1147" y="831"/>
                  <a:pt x="1150" y="831"/>
                  <a:pt x="1150" y="835"/>
                </a:cubicBezTo>
                <a:cubicBezTo>
                  <a:pt x="1146" y="835"/>
                  <a:pt x="1148" y="837"/>
                  <a:pt x="1147" y="840"/>
                </a:cubicBezTo>
                <a:cubicBezTo>
                  <a:pt x="1145" y="836"/>
                  <a:pt x="1143" y="843"/>
                  <a:pt x="1140" y="840"/>
                </a:cubicBezTo>
                <a:cubicBezTo>
                  <a:pt x="1140" y="844"/>
                  <a:pt x="1139" y="847"/>
                  <a:pt x="1136" y="848"/>
                </a:cubicBezTo>
                <a:cubicBezTo>
                  <a:pt x="1137" y="843"/>
                  <a:pt x="1132" y="849"/>
                  <a:pt x="1135" y="847"/>
                </a:cubicBezTo>
                <a:cubicBezTo>
                  <a:pt x="1138" y="851"/>
                  <a:pt x="1128" y="850"/>
                  <a:pt x="1127" y="850"/>
                </a:cubicBezTo>
                <a:cubicBezTo>
                  <a:pt x="1128" y="853"/>
                  <a:pt x="1133" y="853"/>
                  <a:pt x="1134" y="853"/>
                </a:cubicBezTo>
                <a:cubicBezTo>
                  <a:pt x="1136" y="859"/>
                  <a:pt x="1129" y="859"/>
                  <a:pt x="1130" y="860"/>
                </a:cubicBezTo>
                <a:cubicBezTo>
                  <a:pt x="1133" y="860"/>
                  <a:pt x="1134" y="859"/>
                  <a:pt x="1135" y="858"/>
                </a:cubicBezTo>
                <a:cubicBezTo>
                  <a:pt x="1135" y="859"/>
                  <a:pt x="1137" y="863"/>
                  <a:pt x="1137" y="860"/>
                </a:cubicBezTo>
                <a:cubicBezTo>
                  <a:pt x="1140" y="856"/>
                  <a:pt x="1147" y="849"/>
                  <a:pt x="1154" y="846"/>
                </a:cubicBezTo>
                <a:cubicBezTo>
                  <a:pt x="1154" y="851"/>
                  <a:pt x="1154" y="851"/>
                  <a:pt x="1154" y="851"/>
                </a:cubicBezTo>
                <a:cubicBezTo>
                  <a:pt x="1150" y="851"/>
                  <a:pt x="1151" y="855"/>
                  <a:pt x="1148" y="856"/>
                </a:cubicBezTo>
                <a:cubicBezTo>
                  <a:pt x="1149" y="859"/>
                  <a:pt x="1152" y="859"/>
                  <a:pt x="1151" y="864"/>
                </a:cubicBezTo>
                <a:cubicBezTo>
                  <a:pt x="1149" y="864"/>
                  <a:pt x="1149" y="866"/>
                  <a:pt x="1147" y="865"/>
                </a:cubicBezTo>
                <a:cubicBezTo>
                  <a:pt x="1147" y="863"/>
                  <a:pt x="1146" y="862"/>
                  <a:pt x="1145" y="861"/>
                </a:cubicBezTo>
                <a:cubicBezTo>
                  <a:pt x="1143" y="866"/>
                  <a:pt x="1145" y="867"/>
                  <a:pt x="1145" y="872"/>
                </a:cubicBezTo>
                <a:cubicBezTo>
                  <a:pt x="1139" y="876"/>
                  <a:pt x="1131" y="878"/>
                  <a:pt x="1127" y="885"/>
                </a:cubicBezTo>
                <a:cubicBezTo>
                  <a:pt x="1129" y="885"/>
                  <a:pt x="1133" y="884"/>
                  <a:pt x="1134" y="888"/>
                </a:cubicBezTo>
                <a:cubicBezTo>
                  <a:pt x="1132" y="891"/>
                  <a:pt x="1128" y="892"/>
                  <a:pt x="1130" y="896"/>
                </a:cubicBezTo>
                <a:cubicBezTo>
                  <a:pt x="1135" y="892"/>
                  <a:pt x="1143" y="891"/>
                  <a:pt x="1139" y="881"/>
                </a:cubicBezTo>
                <a:cubicBezTo>
                  <a:pt x="1142" y="876"/>
                  <a:pt x="1151" y="870"/>
                  <a:pt x="1155" y="875"/>
                </a:cubicBezTo>
                <a:cubicBezTo>
                  <a:pt x="1153" y="877"/>
                  <a:pt x="1149" y="877"/>
                  <a:pt x="1149" y="881"/>
                </a:cubicBezTo>
                <a:cubicBezTo>
                  <a:pt x="1153" y="881"/>
                  <a:pt x="1155" y="878"/>
                  <a:pt x="1158" y="880"/>
                </a:cubicBezTo>
                <a:cubicBezTo>
                  <a:pt x="1161" y="874"/>
                  <a:pt x="1169" y="873"/>
                  <a:pt x="1172" y="868"/>
                </a:cubicBezTo>
                <a:cubicBezTo>
                  <a:pt x="1175" y="869"/>
                  <a:pt x="1176" y="867"/>
                  <a:pt x="1178" y="867"/>
                </a:cubicBezTo>
                <a:cubicBezTo>
                  <a:pt x="1177" y="862"/>
                  <a:pt x="1182" y="863"/>
                  <a:pt x="1185" y="862"/>
                </a:cubicBezTo>
                <a:cubicBezTo>
                  <a:pt x="1185" y="864"/>
                  <a:pt x="1185" y="865"/>
                  <a:pt x="1186" y="866"/>
                </a:cubicBezTo>
                <a:cubicBezTo>
                  <a:pt x="1192" y="864"/>
                  <a:pt x="1192" y="856"/>
                  <a:pt x="1199" y="854"/>
                </a:cubicBezTo>
                <a:cubicBezTo>
                  <a:pt x="1201" y="855"/>
                  <a:pt x="1198" y="857"/>
                  <a:pt x="1200" y="858"/>
                </a:cubicBezTo>
                <a:cubicBezTo>
                  <a:pt x="1200" y="856"/>
                  <a:pt x="1201" y="856"/>
                  <a:pt x="1203" y="856"/>
                </a:cubicBezTo>
                <a:cubicBezTo>
                  <a:pt x="1204" y="859"/>
                  <a:pt x="1203" y="860"/>
                  <a:pt x="1202" y="862"/>
                </a:cubicBezTo>
                <a:cubicBezTo>
                  <a:pt x="1203" y="864"/>
                  <a:pt x="1208" y="862"/>
                  <a:pt x="1209" y="864"/>
                </a:cubicBezTo>
                <a:cubicBezTo>
                  <a:pt x="1204" y="874"/>
                  <a:pt x="1195" y="881"/>
                  <a:pt x="1190" y="890"/>
                </a:cubicBezTo>
                <a:cubicBezTo>
                  <a:pt x="1198" y="890"/>
                  <a:pt x="1205" y="877"/>
                  <a:pt x="1211" y="884"/>
                </a:cubicBezTo>
                <a:cubicBezTo>
                  <a:pt x="1211" y="880"/>
                  <a:pt x="1214" y="882"/>
                  <a:pt x="1215" y="881"/>
                </a:cubicBezTo>
                <a:cubicBezTo>
                  <a:pt x="1221" y="876"/>
                  <a:pt x="1223" y="865"/>
                  <a:pt x="1234" y="865"/>
                </a:cubicBezTo>
                <a:cubicBezTo>
                  <a:pt x="1234" y="868"/>
                  <a:pt x="1234" y="868"/>
                  <a:pt x="1234" y="868"/>
                </a:cubicBezTo>
                <a:cubicBezTo>
                  <a:pt x="1238" y="867"/>
                  <a:pt x="1242" y="860"/>
                  <a:pt x="1240" y="857"/>
                </a:cubicBezTo>
                <a:cubicBezTo>
                  <a:pt x="1230" y="856"/>
                  <a:pt x="1225" y="861"/>
                  <a:pt x="1218" y="865"/>
                </a:cubicBezTo>
                <a:cubicBezTo>
                  <a:pt x="1216" y="865"/>
                  <a:pt x="1217" y="862"/>
                  <a:pt x="1215" y="862"/>
                </a:cubicBezTo>
                <a:cubicBezTo>
                  <a:pt x="1214" y="865"/>
                  <a:pt x="1212" y="864"/>
                  <a:pt x="1210" y="863"/>
                </a:cubicBezTo>
                <a:cubicBezTo>
                  <a:pt x="1212" y="856"/>
                  <a:pt x="1224" y="854"/>
                  <a:pt x="1225" y="848"/>
                </a:cubicBezTo>
                <a:cubicBezTo>
                  <a:pt x="1220" y="851"/>
                  <a:pt x="1211" y="853"/>
                  <a:pt x="1204" y="857"/>
                </a:cubicBezTo>
                <a:cubicBezTo>
                  <a:pt x="1204" y="851"/>
                  <a:pt x="1209" y="850"/>
                  <a:pt x="1210" y="846"/>
                </a:cubicBezTo>
                <a:cubicBezTo>
                  <a:pt x="1207" y="845"/>
                  <a:pt x="1206" y="847"/>
                  <a:pt x="1204" y="847"/>
                </a:cubicBezTo>
                <a:cubicBezTo>
                  <a:pt x="1208" y="841"/>
                  <a:pt x="1215" y="842"/>
                  <a:pt x="1220" y="836"/>
                </a:cubicBezTo>
                <a:cubicBezTo>
                  <a:pt x="1217" y="833"/>
                  <a:pt x="1223" y="831"/>
                  <a:pt x="1224" y="829"/>
                </a:cubicBezTo>
                <a:cubicBezTo>
                  <a:pt x="1225" y="826"/>
                  <a:pt x="1223" y="825"/>
                  <a:pt x="1223" y="823"/>
                </a:cubicBezTo>
                <a:cubicBezTo>
                  <a:pt x="1225" y="822"/>
                  <a:pt x="1228" y="820"/>
                  <a:pt x="1231" y="819"/>
                </a:cubicBezTo>
                <a:cubicBezTo>
                  <a:pt x="1231" y="816"/>
                  <a:pt x="1230" y="812"/>
                  <a:pt x="1233" y="812"/>
                </a:cubicBezTo>
                <a:cubicBezTo>
                  <a:pt x="1235" y="812"/>
                  <a:pt x="1235" y="814"/>
                  <a:pt x="1238" y="813"/>
                </a:cubicBezTo>
                <a:cubicBezTo>
                  <a:pt x="1238" y="809"/>
                  <a:pt x="1245" y="808"/>
                  <a:pt x="1244" y="806"/>
                </a:cubicBezTo>
                <a:cubicBezTo>
                  <a:pt x="1241" y="808"/>
                  <a:pt x="1236" y="805"/>
                  <a:pt x="1240" y="803"/>
                </a:cubicBezTo>
                <a:cubicBezTo>
                  <a:pt x="1232" y="805"/>
                  <a:pt x="1232" y="816"/>
                  <a:pt x="1221" y="815"/>
                </a:cubicBezTo>
                <a:cubicBezTo>
                  <a:pt x="1221" y="814"/>
                  <a:pt x="1222" y="814"/>
                  <a:pt x="1222" y="812"/>
                </a:cubicBezTo>
                <a:cubicBezTo>
                  <a:pt x="1217" y="815"/>
                  <a:pt x="1211" y="816"/>
                  <a:pt x="1206" y="816"/>
                </a:cubicBezTo>
                <a:cubicBezTo>
                  <a:pt x="1205" y="819"/>
                  <a:pt x="1207" y="819"/>
                  <a:pt x="1208" y="821"/>
                </a:cubicBezTo>
                <a:cubicBezTo>
                  <a:pt x="1204" y="820"/>
                  <a:pt x="1204" y="824"/>
                  <a:pt x="1201" y="824"/>
                </a:cubicBezTo>
                <a:cubicBezTo>
                  <a:pt x="1201" y="827"/>
                  <a:pt x="1201" y="830"/>
                  <a:pt x="1200" y="831"/>
                </a:cubicBezTo>
                <a:cubicBezTo>
                  <a:pt x="1201" y="831"/>
                  <a:pt x="1202" y="829"/>
                  <a:pt x="1202" y="831"/>
                </a:cubicBezTo>
                <a:cubicBezTo>
                  <a:pt x="1202" y="832"/>
                  <a:pt x="1201" y="833"/>
                  <a:pt x="1201" y="834"/>
                </a:cubicBezTo>
                <a:cubicBezTo>
                  <a:pt x="1202" y="836"/>
                  <a:pt x="1205" y="836"/>
                  <a:pt x="1204" y="839"/>
                </a:cubicBezTo>
                <a:cubicBezTo>
                  <a:pt x="1189" y="842"/>
                  <a:pt x="1183" y="854"/>
                  <a:pt x="1172" y="860"/>
                </a:cubicBezTo>
                <a:cubicBezTo>
                  <a:pt x="1169" y="858"/>
                  <a:pt x="1170" y="856"/>
                  <a:pt x="1167" y="855"/>
                </a:cubicBezTo>
                <a:cubicBezTo>
                  <a:pt x="1167" y="853"/>
                  <a:pt x="1168" y="851"/>
                  <a:pt x="1170" y="851"/>
                </a:cubicBezTo>
                <a:cubicBezTo>
                  <a:pt x="1173" y="850"/>
                  <a:pt x="1173" y="853"/>
                  <a:pt x="1175" y="853"/>
                </a:cubicBezTo>
                <a:cubicBezTo>
                  <a:pt x="1177" y="850"/>
                  <a:pt x="1185" y="848"/>
                  <a:pt x="1182" y="844"/>
                </a:cubicBezTo>
                <a:cubicBezTo>
                  <a:pt x="1182" y="846"/>
                  <a:pt x="1178" y="849"/>
                  <a:pt x="1177" y="848"/>
                </a:cubicBezTo>
                <a:cubicBezTo>
                  <a:pt x="1180" y="843"/>
                  <a:pt x="1185" y="835"/>
                  <a:pt x="1191" y="836"/>
                </a:cubicBezTo>
                <a:cubicBezTo>
                  <a:pt x="1187" y="838"/>
                  <a:pt x="1185" y="840"/>
                  <a:pt x="1184" y="845"/>
                </a:cubicBezTo>
                <a:cubicBezTo>
                  <a:pt x="1190" y="844"/>
                  <a:pt x="1192" y="841"/>
                  <a:pt x="1196" y="838"/>
                </a:cubicBezTo>
                <a:cubicBezTo>
                  <a:pt x="1193" y="837"/>
                  <a:pt x="1192" y="839"/>
                  <a:pt x="1191" y="837"/>
                </a:cubicBezTo>
                <a:cubicBezTo>
                  <a:pt x="1193" y="837"/>
                  <a:pt x="1191" y="833"/>
                  <a:pt x="1191" y="832"/>
                </a:cubicBezTo>
                <a:cubicBezTo>
                  <a:pt x="1183" y="831"/>
                  <a:pt x="1181" y="840"/>
                  <a:pt x="1175" y="835"/>
                </a:cubicBezTo>
                <a:cubicBezTo>
                  <a:pt x="1172" y="844"/>
                  <a:pt x="1163" y="841"/>
                  <a:pt x="1159" y="846"/>
                </a:cubicBezTo>
                <a:cubicBezTo>
                  <a:pt x="1158" y="844"/>
                  <a:pt x="1157" y="842"/>
                  <a:pt x="1155" y="841"/>
                </a:cubicBezTo>
                <a:cubicBezTo>
                  <a:pt x="1157" y="841"/>
                  <a:pt x="1157" y="840"/>
                  <a:pt x="1158" y="839"/>
                </a:cubicBezTo>
                <a:cubicBezTo>
                  <a:pt x="1159" y="839"/>
                  <a:pt x="1159" y="842"/>
                  <a:pt x="1161" y="841"/>
                </a:cubicBezTo>
                <a:cubicBezTo>
                  <a:pt x="1161" y="837"/>
                  <a:pt x="1164" y="837"/>
                  <a:pt x="1167" y="835"/>
                </a:cubicBezTo>
                <a:cubicBezTo>
                  <a:pt x="1166" y="832"/>
                  <a:pt x="1168" y="832"/>
                  <a:pt x="1167" y="829"/>
                </a:cubicBezTo>
                <a:cubicBezTo>
                  <a:pt x="1169" y="826"/>
                  <a:pt x="1173" y="826"/>
                  <a:pt x="1175" y="823"/>
                </a:cubicBezTo>
                <a:cubicBezTo>
                  <a:pt x="1171" y="823"/>
                  <a:pt x="1166" y="831"/>
                  <a:pt x="1158" y="830"/>
                </a:cubicBezTo>
                <a:cubicBezTo>
                  <a:pt x="1160" y="824"/>
                  <a:pt x="1158" y="828"/>
                  <a:pt x="1156" y="826"/>
                </a:cubicBezTo>
                <a:cubicBezTo>
                  <a:pt x="1157" y="824"/>
                  <a:pt x="1156" y="824"/>
                  <a:pt x="1157" y="821"/>
                </a:cubicBezTo>
                <a:cubicBezTo>
                  <a:pt x="1154" y="822"/>
                  <a:pt x="1152" y="822"/>
                  <a:pt x="1152" y="820"/>
                </a:cubicBezTo>
                <a:cubicBezTo>
                  <a:pt x="1154" y="819"/>
                  <a:pt x="1154" y="817"/>
                  <a:pt x="1154" y="815"/>
                </a:cubicBezTo>
                <a:cubicBezTo>
                  <a:pt x="1151" y="816"/>
                  <a:pt x="1148" y="818"/>
                  <a:pt x="1145" y="820"/>
                </a:cubicBezTo>
                <a:cubicBezTo>
                  <a:pt x="1142" y="817"/>
                  <a:pt x="1137" y="816"/>
                  <a:pt x="1141" y="812"/>
                </a:cubicBezTo>
                <a:cubicBezTo>
                  <a:pt x="1143" y="812"/>
                  <a:pt x="1142" y="815"/>
                  <a:pt x="1144" y="815"/>
                </a:cubicBezTo>
                <a:cubicBezTo>
                  <a:pt x="1144" y="812"/>
                  <a:pt x="1145" y="810"/>
                  <a:pt x="1147" y="809"/>
                </a:cubicBezTo>
                <a:cubicBezTo>
                  <a:pt x="1149" y="809"/>
                  <a:pt x="1148" y="812"/>
                  <a:pt x="1151" y="811"/>
                </a:cubicBezTo>
                <a:cubicBezTo>
                  <a:pt x="1152" y="805"/>
                  <a:pt x="1159" y="806"/>
                  <a:pt x="1164" y="805"/>
                </a:cubicBezTo>
                <a:cubicBezTo>
                  <a:pt x="1157" y="799"/>
                  <a:pt x="1167" y="796"/>
                  <a:pt x="1170" y="792"/>
                </a:cubicBezTo>
                <a:cubicBezTo>
                  <a:pt x="1168" y="792"/>
                  <a:pt x="1168" y="790"/>
                  <a:pt x="1168" y="788"/>
                </a:cubicBezTo>
                <a:cubicBezTo>
                  <a:pt x="1173" y="786"/>
                  <a:pt x="1171" y="785"/>
                  <a:pt x="1171" y="781"/>
                </a:cubicBezTo>
                <a:cubicBezTo>
                  <a:pt x="1174" y="781"/>
                  <a:pt x="1174" y="779"/>
                  <a:pt x="1176" y="779"/>
                </a:cubicBezTo>
                <a:cubicBezTo>
                  <a:pt x="1177" y="780"/>
                  <a:pt x="1177" y="783"/>
                  <a:pt x="1179" y="783"/>
                </a:cubicBezTo>
                <a:cubicBezTo>
                  <a:pt x="1178" y="785"/>
                  <a:pt x="1176" y="786"/>
                  <a:pt x="1176" y="788"/>
                </a:cubicBezTo>
                <a:cubicBezTo>
                  <a:pt x="1179" y="788"/>
                  <a:pt x="1179" y="790"/>
                  <a:pt x="1181" y="793"/>
                </a:cubicBezTo>
                <a:cubicBezTo>
                  <a:pt x="1193" y="792"/>
                  <a:pt x="1199" y="782"/>
                  <a:pt x="1208" y="776"/>
                </a:cubicBezTo>
                <a:cubicBezTo>
                  <a:pt x="1214" y="772"/>
                  <a:pt x="1225" y="772"/>
                  <a:pt x="1227" y="764"/>
                </a:cubicBezTo>
                <a:cubicBezTo>
                  <a:pt x="1224" y="767"/>
                  <a:pt x="1217" y="768"/>
                  <a:pt x="1213" y="769"/>
                </a:cubicBezTo>
                <a:cubicBezTo>
                  <a:pt x="1214" y="767"/>
                  <a:pt x="1217" y="767"/>
                  <a:pt x="1218" y="766"/>
                </a:cubicBezTo>
                <a:cubicBezTo>
                  <a:pt x="1217" y="763"/>
                  <a:pt x="1218" y="763"/>
                  <a:pt x="1217" y="761"/>
                </a:cubicBezTo>
                <a:cubicBezTo>
                  <a:pt x="1221" y="759"/>
                  <a:pt x="1224" y="757"/>
                  <a:pt x="1225" y="754"/>
                </a:cubicBezTo>
                <a:cubicBezTo>
                  <a:pt x="1218" y="753"/>
                  <a:pt x="1220" y="764"/>
                  <a:pt x="1212" y="760"/>
                </a:cubicBezTo>
                <a:cubicBezTo>
                  <a:pt x="1212" y="761"/>
                  <a:pt x="1211" y="763"/>
                  <a:pt x="1210" y="764"/>
                </a:cubicBezTo>
                <a:cubicBezTo>
                  <a:pt x="1214" y="771"/>
                  <a:pt x="1209" y="776"/>
                  <a:pt x="1200" y="772"/>
                </a:cubicBezTo>
                <a:cubicBezTo>
                  <a:pt x="1203" y="769"/>
                  <a:pt x="1199" y="769"/>
                  <a:pt x="1197" y="767"/>
                </a:cubicBezTo>
                <a:cubicBezTo>
                  <a:pt x="1201" y="765"/>
                  <a:pt x="1202" y="758"/>
                  <a:pt x="1208" y="761"/>
                </a:cubicBezTo>
                <a:cubicBezTo>
                  <a:pt x="1211" y="760"/>
                  <a:pt x="1209" y="754"/>
                  <a:pt x="1211" y="753"/>
                </a:cubicBezTo>
                <a:cubicBezTo>
                  <a:pt x="1215" y="752"/>
                  <a:pt x="1215" y="756"/>
                  <a:pt x="1219" y="756"/>
                </a:cubicBezTo>
                <a:cubicBezTo>
                  <a:pt x="1220" y="752"/>
                  <a:pt x="1220" y="751"/>
                  <a:pt x="1221" y="747"/>
                </a:cubicBezTo>
                <a:cubicBezTo>
                  <a:pt x="1211" y="750"/>
                  <a:pt x="1202" y="755"/>
                  <a:pt x="1193" y="759"/>
                </a:cubicBezTo>
                <a:cubicBezTo>
                  <a:pt x="1196" y="756"/>
                  <a:pt x="1198" y="752"/>
                  <a:pt x="1204" y="752"/>
                </a:cubicBezTo>
                <a:cubicBezTo>
                  <a:pt x="1210" y="742"/>
                  <a:pt x="1224" y="739"/>
                  <a:pt x="1232" y="731"/>
                </a:cubicBezTo>
                <a:cubicBezTo>
                  <a:pt x="1220" y="735"/>
                  <a:pt x="1209" y="743"/>
                  <a:pt x="1197" y="748"/>
                </a:cubicBezTo>
                <a:cubicBezTo>
                  <a:pt x="1197" y="746"/>
                  <a:pt x="1194" y="747"/>
                  <a:pt x="1194" y="745"/>
                </a:cubicBezTo>
                <a:cubicBezTo>
                  <a:pt x="1195" y="744"/>
                  <a:pt x="1195" y="742"/>
                  <a:pt x="1196" y="741"/>
                </a:cubicBezTo>
                <a:cubicBezTo>
                  <a:pt x="1191" y="741"/>
                  <a:pt x="1190" y="746"/>
                  <a:pt x="1185" y="743"/>
                </a:cubicBezTo>
                <a:cubicBezTo>
                  <a:pt x="1187" y="738"/>
                  <a:pt x="1181" y="741"/>
                  <a:pt x="1180" y="740"/>
                </a:cubicBezTo>
                <a:cubicBezTo>
                  <a:pt x="1181" y="735"/>
                  <a:pt x="1187" y="737"/>
                  <a:pt x="1187" y="731"/>
                </a:cubicBezTo>
                <a:cubicBezTo>
                  <a:pt x="1184" y="732"/>
                  <a:pt x="1181" y="734"/>
                  <a:pt x="1179" y="732"/>
                </a:cubicBezTo>
                <a:cubicBezTo>
                  <a:pt x="1180" y="731"/>
                  <a:pt x="1180" y="729"/>
                  <a:pt x="1181" y="728"/>
                </a:cubicBezTo>
                <a:cubicBezTo>
                  <a:pt x="1179" y="728"/>
                  <a:pt x="1178" y="727"/>
                  <a:pt x="1178" y="726"/>
                </a:cubicBezTo>
                <a:cubicBezTo>
                  <a:pt x="1180" y="723"/>
                  <a:pt x="1181" y="718"/>
                  <a:pt x="1182" y="714"/>
                </a:cubicBezTo>
                <a:cubicBezTo>
                  <a:pt x="1179" y="714"/>
                  <a:pt x="1177" y="716"/>
                  <a:pt x="1177" y="712"/>
                </a:cubicBezTo>
                <a:cubicBezTo>
                  <a:pt x="1180" y="709"/>
                  <a:pt x="1182" y="706"/>
                  <a:pt x="1183" y="702"/>
                </a:cubicBezTo>
                <a:cubicBezTo>
                  <a:pt x="1178" y="704"/>
                  <a:pt x="1170" y="708"/>
                  <a:pt x="1174" y="714"/>
                </a:cubicBezTo>
                <a:cubicBezTo>
                  <a:pt x="1172" y="716"/>
                  <a:pt x="1171" y="713"/>
                  <a:pt x="1169" y="715"/>
                </a:cubicBezTo>
                <a:cubicBezTo>
                  <a:pt x="1171" y="719"/>
                  <a:pt x="1169" y="727"/>
                  <a:pt x="1169" y="731"/>
                </a:cubicBezTo>
                <a:cubicBezTo>
                  <a:pt x="1172" y="730"/>
                  <a:pt x="1175" y="729"/>
                  <a:pt x="1179" y="729"/>
                </a:cubicBezTo>
                <a:cubicBezTo>
                  <a:pt x="1177" y="738"/>
                  <a:pt x="1168" y="743"/>
                  <a:pt x="1160" y="743"/>
                </a:cubicBezTo>
                <a:cubicBezTo>
                  <a:pt x="1159" y="749"/>
                  <a:pt x="1147" y="754"/>
                  <a:pt x="1147" y="747"/>
                </a:cubicBezTo>
                <a:cubicBezTo>
                  <a:pt x="1147" y="748"/>
                  <a:pt x="1144" y="750"/>
                  <a:pt x="1144" y="748"/>
                </a:cubicBezTo>
                <a:cubicBezTo>
                  <a:pt x="1151" y="738"/>
                  <a:pt x="1144" y="748"/>
                  <a:pt x="1139" y="744"/>
                </a:cubicBezTo>
                <a:cubicBezTo>
                  <a:pt x="1139" y="744"/>
                  <a:pt x="1138" y="739"/>
                  <a:pt x="1138" y="738"/>
                </a:cubicBezTo>
                <a:cubicBezTo>
                  <a:pt x="1139" y="737"/>
                  <a:pt x="1143" y="739"/>
                  <a:pt x="1142" y="736"/>
                </a:cubicBezTo>
                <a:cubicBezTo>
                  <a:pt x="1138" y="735"/>
                  <a:pt x="1138" y="738"/>
                  <a:pt x="1136" y="738"/>
                </a:cubicBezTo>
                <a:cubicBezTo>
                  <a:pt x="1136" y="733"/>
                  <a:pt x="1135" y="731"/>
                  <a:pt x="1133" y="731"/>
                </a:cubicBezTo>
                <a:cubicBezTo>
                  <a:pt x="1133" y="719"/>
                  <a:pt x="1153" y="722"/>
                  <a:pt x="1152" y="711"/>
                </a:cubicBezTo>
                <a:cubicBezTo>
                  <a:pt x="1143" y="717"/>
                  <a:pt x="1134" y="723"/>
                  <a:pt x="1124" y="727"/>
                </a:cubicBezTo>
                <a:cubicBezTo>
                  <a:pt x="1123" y="725"/>
                  <a:pt x="1122" y="725"/>
                  <a:pt x="1122" y="724"/>
                </a:cubicBezTo>
                <a:cubicBezTo>
                  <a:pt x="1125" y="718"/>
                  <a:pt x="1134" y="716"/>
                  <a:pt x="1140" y="713"/>
                </a:cubicBezTo>
                <a:cubicBezTo>
                  <a:pt x="1138" y="705"/>
                  <a:pt x="1143" y="704"/>
                  <a:pt x="1147" y="704"/>
                </a:cubicBezTo>
                <a:cubicBezTo>
                  <a:pt x="1149" y="700"/>
                  <a:pt x="1145" y="701"/>
                  <a:pt x="1146" y="698"/>
                </a:cubicBezTo>
                <a:cubicBezTo>
                  <a:pt x="1150" y="691"/>
                  <a:pt x="1156" y="684"/>
                  <a:pt x="1161" y="681"/>
                </a:cubicBezTo>
                <a:cubicBezTo>
                  <a:pt x="1159" y="678"/>
                  <a:pt x="1161" y="673"/>
                  <a:pt x="1156" y="672"/>
                </a:cubicBezTo>
                <a:cubicBezTo>
                  <a:pt x="1156" y="668"/>
                  <a:pt x="1158" y="666"/>
                  <a:pt x="1162" y="666"/>
                </a:cubicBezTo>
                <a:cubicBezTo>
                  <a:pt x="1162" y="656"/>
                  <a:pt x="1183" y="664"/>
                  <a:pt x="1176" y="652"/>
                </a:cubicBezTo>
                <a:cubicBezTo>
                  <a:pt x="1169" y="655"/>
                  <a:pt x="1164" y="660"/>
                  <a:pt x="1159" y="664"/>
                </a:cubicBezTo>
                <a:cubicBezTo>
                  <a:pt x="1156" y="664"/>
                  <a:pt x="1157" y="660"/>
                  <a:pt x="1155" y="658"/>
                </a:cubicBezTo>
                <a:cubicBezTo>
                  <a:pt x="1152" y="662"/>
                  <a:pt x="1155" y="664"/>
                  <a:pt x="1156" y="667"/>
                </a:cubicBezTo>
                <a:cubicBezTo>
                  <a:pt x="1150" y="672"/>
                  <a:pt x="1147" y="665"/>
                  <a:pt x="1145" y="661"/>
                </a:cubicBezTo>
                <a:cubicBezTo>
                  <a:pt x="1145" y="660"/>
                  <a:pt x="1149" y="657"/>
                  <a:pt x="1147" y="656"/>
                </a:cubicBezTo>
                <a:cubicBezTo>
                  <a:pt x="1146" y="659"/>
                  <a:pt x="1144" y="661"/>
                  <a:pt x="1142" y="662"/>
                </a:cubicBezTo>
                <a:cubicBezTo>
                  <a:pt x="1141" y="659"/>
                  <a:pt x="1144" y="660"/>
                  <a:pt x="1144" y="657"/>
                </a:cubicBezTo>
                <a:cubicBezTo>
                  <a:pt x="1140" y="658"/>
                  <a:pt x="1139" y="662"/>
                  <a:pt x="1136" y="664"/>
                </a:cubicBezTo>
                <a:cubicBezTo>
                  <a:pt x="1138" y="667"/>
                  <a:pt x="1140" y="660"/>
                  <a:pt x="1141" y="663"/>
                </a:cubicBezTo>
                <a:cubicBezTo>
                  <a:pt x="1138" y="669"/>
                  <a:pt x="1130" y="671"/>
                  <a:pt x="1128" y="678"/>
                </a:cubicBezTo>
                <a:cubicBezTo>
                  <a:pt x="1131" y="678"/>
                  <a:pt x="1131" y="676"/>
                  <a:pt x="1135" y="676"/>
                </a:cubicBezTo>
                <a:cubicBezTo>
                  <a:pt x="1135" y="677"/>
                  <a:pt x="1136" y="677"/>
                  <a:pt x="1136" y="678"/>
                </a:cubicBezTo>
                <a:cubicBezTo>
                  <a:pt x="1133" y="680"/>
                  <a:pt x="1132" y="682"/>
                  <a:pt x="1129" y="680"/>
                </a:cubicBezTo>
                <a:cubicBezTo>
                  <a:pt x="1127" y="685"/>
                  <a:pt x="1118" y="690"/>
                  <a:pt x="1112" y="690"/>
                </a:cubicBezTo>
                <a:cubicBezTo>
                  <a:pt x="1114" y="687"/>
                  <a:pt x="1116" y="684"/>
                  <a:pt x="1118" y="681"/>
                </a:cubicBezTo>
                <a:cubicBezTo>
                  <a:pt x="1116" y="677"/>
                  <a:pt x="1114" y="673"/>
                  <a:pt x="1115" y="670"/>
                </a:cubicBezTo>
                <a:cubicBezTo>
                  <a:pt x="1114" y="676"/>
                  <a:pt x="1110" y="669"/>
                  <a:pt x="1108" y="673"/>
                </a:cubicBezTo>
                <a:cubicBezTo>
                  <a:pt x="1107" y="676"/>
                  <a:pt x="1109" y="676"/>
                  <a:pt x="1110" y="678"/>
                </a:cubicBezTo>
                <a:cubicBezTo>
                  <a:pt x="1106" y="679"/>
                  <a:pt x="1106" y="681"/>
                  <a:pt x="1107" y="686"/>
                </a:cubicBezTo>
                <a:cubicBezTo>
                  <a:pt x="1100" y="689"/>
                  <a:pt x="1098" y="686"/>
                  <a:pt x="1092" y="688"/>
                </a:cubicBezTo>
                <a:cubicBezTo>
                  <a:pt x="1104" y="698"/>
                  <a:pt x="1091" y="712"/>
                  <a:pt x="1080" y="715"/>
                </a:cubicBezTo>
                <a:cubicBezTo>
                  <a:pt x="1081" y="712"/>
                  <a:pt x="1077" y="714"/>
                  <a:pt x="1078" y="711"/>
                </a:cubicBezTo>
                <a:cubicBezTo>
                  <a:pt x="1080" y="710"/>
                  <a:pt x="1082" y="709"/>
                  <a:pt x="1083" y="712"/>
                </a:cubicBezTo>
                <a:cubicBezTo>
                  <a:pt x="1084" y="708"/>
                  <a:pt x="1088" y="708"/>
                  <a:pt x="1088" y="704"/>
                </a:cubicBezTo>
                <a:cubicBezTo>
                  <a:pt x="1079" y="699"/>
                  <a:pt x="1075" y="720"/>
                  <a:pt x="1067" y="710"/>
                </a:cubicBezTo>
                <a:cubicBezTo>
                  <a:pt x="1069" y="707"/>
                  <a:pt x="1072" y="703"/>
                  <a:pt x="1072" y="698"/>
                </a:cubicBezTo>
                <a:cubicBezTo>
                  <a:pt x="1068" y="699"/>
                  <a:pt x="1068" y="705"/>
                  <a:pt x="1063" y="705"/>
                </a:cubicBezTo>
                <a:cubicBezTo>
                  <a:pt x="1062" y="702"/>
                  <a:pt x="1066" y="704"/>
                  <a:pt x="1065" y="701"/>
                </a:cubicBezTo>
                <a:cubicBezTo>
                  <a:pt x="1060" y="705"/>
                  <a:pt x="1057" y="703"/>
                  <a:pt x="1051" y="704"/>
                </a:cubicBezTo>
                <a:cubicBezTo>
                  <a:pt x="1053" y="701"/>
                  <a:pt x="1055" y="699"/>
                  <a:pt x="1057" y="697"/>
                </a:cubicBezTo>
                <a:cubicBezTo>
                  <a:pt x="1055" y="694"/>
                  <a:pt x="1053" y="699"/>
                  <a:pt x="1052" y="697"/>
                </a:cubicBezTo>
                <a:cubicBezTo>
                  <a:pt x="1054" y="693"/>
                  <a:pt x="1053" y="688"/>
                  <a:pt x="1059" y="688"/>
                </a:cubicBezTo>
                <a:cubicBezTo>
                  <a:pt x="1061" y="689"/>
                  <a:pt x="1060" y="693"/>
                  <a:pt x="1063" y="692"/>
                </a:cubicBezTo>
                <a:cubicBezTo>
                  <a:pt x="1066" y="689"/>
                  <a:pt x="1068" y="687"/>
                  <a:pt x="1072" y="688"/>
                </a:cubicBezTo>
                <a:cubicBezTo>
                  <a:pt x="1072" y="682"/>
                  <a:pt x="1078" y="682"/>
                  <a:pt x="1079" y="678"/>
                </a:cubicBezTo>
                <a:cubicBezTo>
                  <a:pt x="1076" y="677"/>
                  <a:pt x="1077" y="680"/>
                  <a:pt x="1074" y="679"/>
                </a:cubicBezTo>
                <a:cubicBezTo>
                  <a:pt x="1074" y="677"/>
                  <a:pt x="1072" y="675"/>
                  <a:pt x="1071" y="673"/>
                </a:cubicBezTo>
                <a:cubicBezTo>
                  <a:pt x="1076" y="670"/>
                  <a:pt x="1076" y="665"/>
                  <a:pt x="1083" y="663"/>
                </a:cubicBezTo>
                <a:cubicBezTo>
                  <a:pt x="1083" y="668"/>
                  <a:pt x="1083" y="674"/>
                  <a:pt x="1087" y="676"/>
                </a:cubicBezTo>
                <a:cubicBezTo>
                  <a:pt x="1087" y="673"/>
                  <a:pt x="1091" y="675"/>
                  <a:pt x="1092" y="676"/>
                </a:cubicBezTo>
                <a:cubicBezTo>
                  <a:pt x="1093" y="673"/>
                  <a:pt x="1095" y="670"/>
                  <a:pt x="1096" y="667"/>
                </a:cubicBezTo>
                <a:cubicBezTo>
                  <a:pt x="1103" y="667"/>
                  <a:pt x="1105" y="663"/>
                  <a:pt x="1107" y="661"/>
                </a:cubicBezTo>
                <a:cubicBezTo>
                  <a:pt x="1102" y="659"/>
                  <a:pt x="1109" y="658"/>
                  <a:pt x="1110" y="653"/>
                </a:cubicBezTo>
                <a:cubicBezTo>
                  <a:pt x="1108" y="652"/>
                  <a:pt x="1106" y="655"/>
                  <a:pt x="1105" y="651"/>
                </a:cubicBezTo>
                <a:cubicBezTo>
                  <a:pt x="1106" y="647"/>
                  <a:pt x="1109" y="645"/>
                  <a:pt x="1114" y="644"/>
                </a:cubicBezTo>
                <a:cubicBezTo>
                  <a:pt x="1115" y="643"/>
                  <a:pt x="1112" y="640"/>
                  <a:pt x="1114" y="638"/>
                </a:cubicBezTo>
                <a:cubicBezTo>
                  <a:pt x="1117" y="640"/>
                  <a:pt x="1125" y="639"/>
                  <a:pt x="1122" y="645"/>
                </a:cubicBezTo>
                <a:cubicBezTo>
                  <a:pt x="1131" y="641"/>
                  <a:pt x="1137" y="634"/>
                  <a:pt x="1145" y="629"/>
                </a:cubicBezTo>
                <a:cubicBezTo>
                  <a:pt x="1144" y="625"/>
                  <a:pt x="1144" y="624"/>
                  <a:pt x="1145" y="620"/>
                </a:cubicBezTo>
                <a:cubicBezTo>
                  <a:pt x="1141" y="620"/>
                  <a:pt x="1140" y="624"/>
                  <a:pt x="1136" y="624"/>
                </a:cubicBezTo>
                <a:cubicBezTo>
                  <a:pt x="1135" y="622"/>
                  <a:pt x="1134" y="622"/>
                  <a:pt x="1135" y="621"/>
                </a:cubicBezTo>
                <a:cubicBezTo>
                  <a:pt x="1135" y="618"/>
                  <a:pt x="1142" y="618"/>
                  <a:pt x="1139" y="615"/>
                </a:cubicBezTo>
                <a:cubicBezTo>
                  <a:pt x="1139" y="619"/>
                  <a:pt x="1133" y="616"/>
                  <a:pt x="1132" y="615"/>
                </a:cubicBezTo>
                <a:cubicBezTo>
                  <a:pt x="1130" y="612"/>
                  <a:pt x="1135" y="610"/>
                  <a:pt x="1134" y="604"/>
                </a:cubicBezTo>
                <a:cubicBezTo>
                  <a:pt x="1136" y="602"/>
                  <a:pt x="1137" y="605"/>
                  <a:pt x="1138" y="603"/>
                </a:cubicBezTo>
                <a:cubicBezTo>
                  <a:pt x="1140" y="599"/>
                  <a:pt x="1142" y="591"/>
                  <a:pt x="1148" y="594"/>
                </a:cubicBezTo>
                <a:cubicBezTo>
                  <a:pt x="1150" y="589"/>
                  <a:pt x="1157" y="584"/>
                  <a:pt x="1162" y="583"/>
                </a:cubicBezTo>
                <a:cubicBezTo>
                  <a:pt x="1172" y="580"/>
                  <a:pt x="1182" y="571"/>
                  <a:pt x="1183" y="576"/>
                </a:cubicBezTo>
                <a:cubicBezTo>
                  <a:pt x="1187" y="569"/>
                  <a:pt x="1196" y="567"/>
                  <a:pt x="1201" y="560"/>
                </a:cubicBezTo>
                <a:cubicBezTo>
                  <a:pt x="1194" y="559"/>
                  <a:pt x="1196" y="565"/>
                  <a:pt x="1190" y="564"/>
                </a:cubicBezTo>
                <a:cubicBezTo>
                  <a:pt x="1188" y="560"/>
                  <a:pt x="1192" y="561"/>
                  <a:pt x="1191" y="559"/>
                </a:cubicBezTo>
                <a:cubicBezTo>
                  <a:pt x="1189" y="560"/>
                  <a:pt x="1186" y="557"/>
                  <a:pt x="1183" y="554"/>
                </a:cubicBezTo>
                <a:cubicBezTo>
                  <a:pt x="1184" y="551"/>
                  <a:pt x="1188" y="551"/>
                  <a:pt x="1188" y="547"/>
                </a:cubicBezTo>
                <a:cubicBezTo>
                  <a:pt x="1185" y="547"/>
                  <a:pt x="1185" y="550"/>
                  <a:pt x="1181" y="550"/>
                </a:cubicBezTo>
                <a:cubicBezTo>
                  <a:pt x="1182" y="546"/>
                  <a:pt x="1177" y="549"/>
                  <a:pt x="1176" y="547"/>
                </a:cubicBezTo>
                <a:cubicBezTo>
                  <a:pt x="1176" y="542"/>
                  <a:pt x="1179" y="538"/>
                  <a:pt x="1175" y="534"/>
                </a:cubicBezTo>
                <a:cubicBezTo>
                  <a:pt x="1176" y="527"/>
                  <a:pt x="1192" y="533"/>
                  <a:pt x="1191" y="535"/>
                </a:cubicBezTo>
                <a:cubicBezTo>
                  <a:pt x="1200" y="534"/>
                  <a:pt x="1201" y="524"/>
                  <a:pt x="1210" y="521"/>
                </a:cubicBezTo>
                <a:cubicBezTo>
                  <a:pt x="1211" y="525"/>
                  <a:pt x="1213" y="521"/>
                  <a:pt x="1215" y="521"/>
                </a:cubicBezTo>
                <a:cubicBezTo>
                  <a:pt x="1214" y="514"/>
                  <a:pt x="1226" y="510"/>
                  <a:pt x="1233" y="511"/>
                </a:cubicBezTo>
                <a:cubicBezTo>
                  <a:pt x="1233" y="508"/>
                  <a:pt x="1234" y="507"/>
                  <a:pt x="1237" y="508"/>
                </a:cubicBezTo>
                <a:cubicBezTo>
                  <a:pt x="1244" y="502"/>
                  <a:pt x="1253" y="494"/>
                  <a:pt x="1264" y="495"/>
                </a:cubicBezTo>
                <a:cubicBezTo>
                  <a:pt x="1266" y="494"/>
                  <a:pt x="1266" y="491"/>
                  <a:pt x="1270" y="492"/>
                </a:cubicBezTo>
                <a:cubicBezTo>
                  <a:pt x="1270" y="482"/>
                  <a:pt x="1282" y="485"/>
                  <a:pt x="1284" y="478"/>
                </a:cubicBezTo>
                <a:close/>
                <a:moveTo>
                  <a:pt x="1047" y="497"/>
                </a:moveTo>
                <a:cubicBezTo>
                  <a:pt x="1049" y="495"/>
                  <a:pt x="1050" y="498"/>
                  <a:pt x="1053" y="497"/>
                </a:cubicBezTo>
                <a:cubicBezTo>
                  <a:pt x="1053" y="500"/>
                  <a:pt x="1051" y="500"/>
                  <a:pt x="1048" y="501"/>
                </a:cubicBezTo>
                <a:cubicBezTo>
                  <a:pt x="1048" y="499"/>
                  <a:pt x="1046" y="500"/>
                  <a:pt x="1047" y="497"/>
                </a:cubicBezTo>
                <a:close/>
                <a:moveTo>
                  <a:pt x="1147" y="374"/>
                </a:moveTo>
                <a:cubicBezTo>
                  <a:pt x="1147" y="376"/>
                  <a:pt x="1146" y="378"/>
                  <a:pt x="1143" y="377"/>
                </a:cubicBezTo>
                <a:cubicBezTo>
                  <a:pt x="1143" y="375"/>
                  <a:pt x="1144" y="373"/>
                  <a:pt x="1147" y="374"/>
                </a:cubicBezTo>
                <a:close/>
                <a:moveTo>
                  <a:pt x="1067" y="324"/>
                </a:moveTo>
                <a:cubicBezTo>
                  <a:pt x="1070" y="326"/>
                  <a:pt x="1066" y="329"/>
                  <a:pt x="1064" y="328"/>
                </a:cubicBezTo>
                <a:cubicBezTo>
                  <a:pt x="1063" y="325"/>
                  <a:pt x="1066" y="326"/>
                  <a:pt x="1067" y="324"/>
                </a:cubicBezTo>
                <a:close/>
                <a:moveTo>
                  <a:pt x="1061" y="238"/>
                </a:moveTo>
                <a:cubicBezTo>
                  <a:pt x="1065" y="239"/>
                  <a:pt x="1062" y="244"/>
                  <a:pt x="1059" y="241"/>
                </a:cubicBezTo>
                <a:cubicBezTo>
                  <a:pt x="1060" y="240"/>
                  <a:pt x="1061" y="239"/>
                  <a:pt x="1061" y="238"/>
                </a:cubicBezTo>
                <a:close/>
                <a:moveTo>
                  <a:pt x="1054" y="394"/>
                </a:moveTo>
                <a:cubicBezTo>
                  <a:pt x="1054" y="398"/>
                  <a:pt x="1048" y="399"/>
                  <a:pt x="1048" y="395"/>
                </a:cubicBezTo>
                <a:cubicBezTo>
                  <a:pt x="1051" y="396"/>
                  <a:pt x="1051" y="394"/>
                  <a:pt x="1054" y="394"/>
                </a:cubicBezTo>
                <a:close/>
                <a:moveTo>
                  <a:pt x="1029" y="341"/>
                </a:moveTo>
                <a:cubicBezTo>
                  <a:pt x="1026" y="347"/>
                  <a:pt x="1019" y="344"/>
                  <a:pt x="1013" y="347"/>
                </a:cubicBezTo>
                <a:cubicBezTo>
                  <a:pt x="1014" y="341"/>
                  <a:pt x="1023" y="337"/>
                  <a:pt x="1029" y="341"/>
                </a:cubicBezTo>
                <a:close/>
                <a:moveTo>
                  <a:pt x="205" y="236"/>
                </a:moveTo>
                <a:cubicBezTo>
                  <a:pt x="204" y="235"/>
                  <a:pt x="209" y="232"/>
                  <a:pt x="212" y="231"/>
                </a:cubicBezTo>
                <a:cubicBezTo>
                  <a:pt x="211" y="234"/>
                  <a:pt x="207" y="234"/>
                  <a:pt x="205" y="236"/>
                </a:cubicBezTo>
                <a:close/>
                <a:moveTo>
                  <a:pt x="155" y="482"/>
                </a:moveTo>
                <a:cubicBezTo>
                  <a:pt x="154" y="473"/>
                  <a:pt x="158" y="470"/>
                  <a:pt x="159" y="462"/>
                </a:cubicBezTo>
                <a:cubicBezTo>
                  <a:pt x="162" y="460"/>
                  <a:pt x="162" y="463"/>
                  <a:pt x="166" y="463"/>
                </a:cubicBezTo>
                <a:cubicBezTo>
                  <a:pt x="165" y="471"/>
                  <a:pt x="161" y="478"/>
                  <a:pt x="155" y="482"/>
                </a:cubicBezTo>
                <a:close/>
                <a:moveTo>
                  <a:pt x="230" y="515"/>
                </a:moveTo>
                <a:cubicBezTo>
                  <a:pt x="227" y="515"/>
                  <a:pt x="227" y="512"/>
                  <a:pt x="224" y="511"/>
                </a:cubicBezTo>
                <a:cubicBezTo>
                  <a:pt x="221" y="498"/>
                  <a:pt x="230" y="496"/>
                  <a:pt x="241" y="494"/>
                </a:cubicBezTo>
                <a:cubicBezTo>
                  <a:pt x="242" y="502"/>
                  <a:pt x="238" y="513"/>
                  <a:pt x="230" y="515"/>
                </a:cubicBezTo>
                <a:close/>
                <a:moveTo>
                  <a:pt x="241" y="525"/>
                </a:moveTo>
                <a:cubicBezTo>
                  <a:pt x="241" y="523"/>
                  <a:pt x="243" y="522"/>
                  <a:pt x="245" y="522"/>
                </a:cubicBezTo>
                <a:cubicBezTo>
                  <a:pt x="245" y="525"/>
                  <a:pt x="244" y="525"/>
                  <a:pt x="241" y="525"/>
                </a:cubicBezTo>
                <a:close/>
                <a:moveTo>
                  <a:pt x="247" y="520"/>
                </a:moveTo>
                <a:cubicBezTo>
                  <a:pt x="247" y="518"/>
                  <a:pt x="246" y="518"/>
                  <a:pt x="246" y="516"/>
                </a:cubicBezTo>
                <a:cubicBezTo>
                  <a:pt x="249" y="517"/>
                  <a:pt x="249" y="515"/>
                  <a:pt x="251" y="515"/>
                </a:cubicBezTo>
                <a:cubicBezTo>
                  <a:pt x="252" y="518"/>
                  <a:pt x="249" y="519"/>
                  <a:pt x="247" y="520"/>
                </a:cubicBezTo>
                <a:close/>
                <a:moveTo>
                  <a:pt x="190" y="767"/>
                </a:moveTo>
                <a:cubicBezTo>
                  <a:pt x="190" y="763"/>
                  <a:pt x="193" y="763"/>
                  <a:pt x="196" y="762"/>
                </a:cubicBezTo>
                <a:cubicBezTo>
                  <a:pt x="196" y="766"/>
                  <a:pt x="193" y="766"/>
                  <a:pt x="190" y="767"/>
                </a:cubicBezTo>
                <a:close/>
                <a:moveTo>
                  <a:pt x="171" y="813"/>
                </a:moveTo>
                <a:cubicBezTo>
                  <a:pt x="173" y="813"/>
                  <a:pt x="171" y="817"/>
                  <a:pt x="171" y="818"/>
                </a:cubicBezTo>
                <a:cubicBezTo>
                  <a:pt x="169" y="818"/>
                  <a:pt x="169" y="817"/>
                  <a:pt x="168" y="817"/>
                </a:cubicBezTo>
                <a:cubicBezTo>
                  <a:pt x="168" y="815"/>
                  <a:pt x="170" y="814"/>
                  <a:pt x="171" y="813"/>
                </a:cubicBezTo>
                <a:close/>
                <a:moveTo>
                  <a:pt x="169" y="827"/>
                </a:moveTo>
                <a:cubicBezTo>
                  <a:pt x="168" y="825"/>
                  <a:pt x="170" y="824"/>
                  <a:pt x="168" y="821"/>
                </a:cubicBezTo>
                <a:cubicBezTo>
                  <a:pt x="173" y="817"/>
                  <a:pt x="180" y="812"/>
                  <a:pt x="188" y="815"/>
                </a:cubicBezTo>
                <a:cubicBezTo>
                  <a:pt x="181" y="818"/>
                  <a:pt x="174" y="821"/>
                  <a:pt x="169" y="827"/>
                </a:cubicBezTo>
                <a:close/>
                <a:moveTo>
                  <a:pt x="196" y="826"/>
                </a:moveTo>
                <a:cubicBezTo>
                  <a:pt x="195" y="824"/>
                  <a:pt x="192" y="825"/>
                  <a:pt x="193" y="821"/>
                </a:cubicBezTo>
                <a:cubicBezTo>
                  <a:pt x="191" y="821"/>
                  <a:pt x="191" y="821"/>
                  <a:pt x="191" y="821"/>
                </a:cubicBezTo>
                <a:cubicBezTo>
                  <a:pt x="195" y="814"/>
                  <a:pt x="196" y="826"/>
                  <a:pt x="200" y="822"/>
                </a:cubicBezTo>
                <a:cubicBezTo>
                  <a:pt x="199" y="824"/>
                  <a:pt x="198" y="826"/>
                  <a:pt x="196" y="826"/>
                </a:cubicBezTo>
                <a:close/>
                <a:moveTo>
                  <a:pt x="242" y="829"/>
                </a:moveTo>
                <a:cubicBezTo>
                  <a:pt x="241" y="836"/>
                  <a:pt x="235" y="844"/>
                  <a:pt x="229" y="841"/>
                </a:cubicBezTo>
                <a:cubicBezTo>
                  <a:pt x="236" y="840"/>
                  <a:pt x="236" y="831"/>
                  <a:pt x="242" y="829"/>
                </a:cubicBezTo>
                <a:close/>
                <a:moveTo>
                  <a:pt x="192" y="885"/>
                </a:moveTo>
                <a:cubicBezTo>
                  <a:pt x="190" y="883"/>
                  <a:pt x="195" y="880"/>
                  <a:pt x="197" y="879"/>
                </a:cubicBezTo>
                <a:cubicBezTo>
                  <a:pt x="196" y="882"/>
                  <a:pt x="194" y="883"/>
                  <a:pt x="192" y="885"/>
                </a:cubicBezTo>
                <a:close/>
                <a:moveTo>
                  <a:pt x="191" y="900"/>
                </a:moveTo>
                <a:cubicBezTo>
                  <a:pt x="191" y="897"/>
                  <a:pt x="195" y="898"/>
                  <a:pt x="197" y="897"/>
                </a:cubicBezTo>
                <a:cubicBezTo>
                  <a:pt x="197" y="900"/>
                  <a:pt x="194" y="900"/>
                  <a:pt x="191" y="900"/>
                </a:cubicBezTo>
                <a:close/>
                <a:moveTo>
                  <a:pt x="197" y="887"/>
                </a:moveTo>
                <a:cubicBezTo>
                  <a:pt x="196" y="887"/>
                  <a:pt x="197" y="886"/>
                  <a:pt x="196" y="886"/>
                </a:cubicBezTo>
                <a:cubicBezTo>
                  <a:pt x="200" y="883"/>
                  <a:pt x="203" y="881"/>
                  <a:pt x="208" y="878"/>
                </a:cubicBezTo>
                <a:cubicBezTo>
                  <a:pt x="206" y="883"/>
                  <a:pt x="201" y="884"/>
                  <a:pt x="197" y="887"/>
                </a:cubicBezTo>
                <a:close/>
                <a:moveTo>
                  <a:pt x="209" y="913"/>
                </a:moveTo>
                <a:cubicBezTo>
                  <a:pt x="209" y="911"/>
                  <a:pt x="212" y="910"/>
                  <a:pt x="214" y="910"/>
                </a:cubicBezTo>
                <a:cubicBezTo>
                  <a:pt x="214" y="912"/>
                  <a:pt x="212" y="914"/>
                  <a:pt x="209" y="913"/>
                </a:cubicBezTo>
                <a:close/>
                <a:moveTo>
                  <a:pt x="201" y="899"/>
                </a:moveTo>
                <a:cubicBezTo>
                  <a:pt x="200" y="898"/>
                  <a:pt x="200" y="896"/>
                  <a:pt x="199" y="896"/>
                </a:cubicBezTo>
                <a:cubicBezTo>
                  <a:pt x="201" y="891"/>
                  <a:pt x="206" y="889"/>
                  <a:pt x="210" y="887"/>
                </a:cubicBezTo>
                <a:cubicBezTo>
                  <a:pt x="204" y="887"/>
                  <a:pt x="216" y="881"/>
                  <a:pt x="219" y="883"/>
                </a:cubicBezTo>
                <a:cubicBezTo>
                  <a:pt x="213" y="888"/>
                  <a:pt x="211" y="897"/>
                  <a:pt x="201" y="899"/>
                </a:cubicBezTo>
                <a:close/>
                <a:moveTo>
                  <a:pt x="215" y="874"/>
                </a:moveTo>
                <a:cubicBezTo>
                  <a:pt x="215" y="877"/>
                  <a:pt x="214" y="878"/>
                  <a:pt x="211" y="878"/>
                </a:cubicBezTo>
                <a:cubicBezTo>
                  <a:pt x="209" y="876"/>
                  <a:pt x="212" y="873"/>
                  <a:pt x="215" y="874"/>
                </a:cubicBezTo>
                <a:close/>
                <a:moveTo>
                  <a:pt x="201" y="876"/>
                </a:moveTo>
                <a:cubicBezTo>
                  <a:pt x="207" y="872"/>
                  <a:pt x="210" y="864"/>
                  <a:pt x="219" y="862"/>
                </a:cubicBezTo>
                <a:cubicBezTo>
                  <a:pt x="216" y="869"/>
                  <a:pt x="208" y="872"/>
                  <a:pt x="201" y="876"/>
                </a:cubicBezTo>
                <a:close/>
                <a:moveTo>
                  <a:pt x="223" y="831"/>
                </a:moveTo>
                <a:cubicBezTo>
                  <a:pt x="227" y="828"/>
                  <a:pt x="234" y="825"/>
                  <a:pt x="239" y="827"/>
                </a:cubicBezTo>
                <a:cubicBezTo>
                  <a:pt x="240" y="831"/>
                  <a:pt x="230" y="833"/>
                  <a:pt x="226" y="834"/>
                </a:cubicBezTo>
                <a:cubicBezTo>
                  <a:pt x="226" y="832"/>
                  <a:pt x="222" y="834"/>
                  <a:pt x="223" y="831"/>
                </a:cubicBezTo>
                <a:close/>
                <a:moveTo>
                  <a:pt x="238" y="852"/>
                </a:moveTo>
                <a:cubicBezTo>
                  <a:pt x="235" y="853"/>
                  <a:pt x="231" y="856"/>
                  <a:pt x="228" y="853"/>
                </a:cubicBezTo>
                <a:cubicBezTo>
                  <a:pt x="232" y="848"/>
                  <a:pt x="234" y="842"/>
                  <a:pt x="244" y="843"/>
                </a:cubicBezTo>
                <a:cubicBezTo>
                  <a:pt x="242" y="846"/>
                  <a:pt x="237" y="847"/>
                  <a:pt x="238" y="852"/>
                </a:cubicBezTo>
                <a:close/>
                <a:moveTo>
                  <a:pt x="243" y="950"/>
                </a:moveTo>
                <a:cubicBezTo>
                  <a:pt x="244" y="948"/>
                  <a:pt x="245" y="948"/>
                  <a:pt x="245" y="947"/>
                </a:cubicBezTo>
                <a:cubicBezTo>
                  <a:pt x="247" y="947"/>
                  <a:pt x="247" y="949"/>
                  <a:pt x="248" y="951"/>
                </a:cubicBezTo>
                <a:cubicBezTo>
                  <a:pt x="245" y="951"/>
                  <a:pt x="245" y="949"/>
                  <a:pt x="243" y="950"/>
                </a:cubicBezTo>
                <a:close/>
                <a:moveTo>
                  <a:pt x="270" y="942"/>
                </a:moveTo>
                <a:cubicBezTo>
                  <a:pt x="270" y="941"/>
                  <a:pt x="269" y="940"/>
                  <a:pt x="268" y="939"/>
                </a:cubicBezTo>
                <a:cubicBezTo>
                  <a:pt x="269" y="939"/>
                  <a:pt x="272" y="939"/>
                  <a:pt x="274" y="939"/>
                </a:cubicBezTo>
                <a:cubicBezTo>
                  <a:pt x="275" y="942"/>
                  <a:pt x="272" y="941"/>
                  <a:pt x="270" y="942"/>
                </a:cubicBezTo>
                <a:close/>
                <a:moveTo>
                  <a:pt x="286" y="932"/>
                </a:moveTo>
                <a:cubicBezTo>
                  <a:pt x="285" y="935"/>
                  <a:pt x="283" y="932"/>
                  <a:pt x="283" y="929"/>
                </a:cubicBezTo>
                <a:cubicBezTo>
                  <a:pt x="285" y="929"/>
                  <a:pt x="285" y="930"/>
                  <a:pt x="287" y="930"/>
                </a:cubicBezTo>
                <a:cubicBezTo>
                  <a:pt x="287" y="931"/>
                  <a:pt x="285" y="932"/>
                  <a:pt x="286" y="932"/>
                </a:cubicBezTo>
                <a:close/>
                <a:moveTo>
                  <a:pt x="259" y="1031"/>
                </a:moveTo>
                <a:cubicBezTo>
                  <a:pt x="258" y="1031"/>
                  <a:pt x="258" y="1029"/>
                  <a:pt x="257" y="1029"/>
                </a:cubicBezTo>
                <a:cubicBezTo>
                  <a:pt x="258" y="1027"/>
                  <a:pt x="260" y="1025"/>
                  <a:pt x="262" y="1025"/>
                </a:cubicBezTo>
                <a:cubicBezTo>
                  <a:pt x="264" y="1028"/>
                  <a:pt x="263" y="1031"/>
                  <a:pt x="259" y="1031"/>
                </a:cubicBezTo>
                <a:close/>
                <a:moveTo>
                  <a:pt x="328" y="904"/>
                </a:moveTo>
                <a:cubicBezTo>
                  <a:pt x="327" y="906"/>
                  <a:pt x="323" y="906"/>
                  <a:pt x="322" y="908"/>
                </a:cubicBezTo>
                <a:cubicBezTo>
                  <a:pt x="320" y="908"/>
                  <a:pt x="321" y="905"/>
                  <a:pt x="319" y="905"/>
                </a:cubicBezTo>
                <a:cubicBezTo>
                  <a:pt x="321" y="904"/>
                  <a:pt x="326" y="902"/>
                  <a:pt x="328" y="904"/>
                </a:cubicBezTo>
                <a:close/>
                <a:moveTo>
                  <a:pt x="296" y="923"/>
                </a:moveTo>
                <a:cubicBezTo>
                  <a:pt x="293" y="923"/>
                  <a:pt x="296" y="925"/>
                  <a:pt x="294" y="927"/>
                </a:cubicBezTo>
                <a:cubicBezTo>
                  <a:pt x="291" y="927"/>
                  <a:pt x="291" y="927"/>
                  <a:pt x="289" y="926"/>
                </a:cubicBezTo>
                <a:cubicBezTo>
                  <a:pt x="289" y="922"/>
                  <a:pt x="294" y="920"/>
                  <a:pt x="297" y="923"/>
                </a:cubicBezTo>
                <a:cubicBezTo>
                  <a:pt x="297" y="924"/>
                  <a:pt x="296" y="923"/>
                  <a:pt x="296" y="923"/>
                </a:cubicBezTo>
                <a:close/>
                <a:moveTo>
                  <a:pt x="305" y="921"/>
                </a:moveTo>
                <a:cubicBezTo>
                  <a:pt x="301" y="921"/>
                  <a:pt x="301" y="921"/>
                  <a:pt x="301" y="921"/>
                </a:cubicBezTo>
                <a:cubicBezTo>
                  <a:pt x="302" y="915"/>
                  <a:pt x="297" y="917"/>
                  <a:pt x="296" y="913"/>
                </a:cubicBezTo>
                <a:cubicBezTo>
                  <a:pt x="298" y="914"/>
                  <a:pt x="301" y="915"/>
                  <a:pt x="301" y="912"/>
                </a:cubicBezTo>
                <a:cubicBezTo>
                  <a:pt x="302" y="911"/>
                  <a:pt x="302" y="912"/>
                  <a:pt x="302" y="913"/>
                </a:cubicBezTo>
                <a:cubicBezTo>
                  <a:pt x="302" y="915"/>
                  <a:pt x="307" y="912"/>
                  <a:pt x="308" y="914"/>
                </a:cubicBezTo>
                <a:cubicBezTo>
                  <a:pt x="308" y="918"/>
                  <a:pt x="306" y="918"/>
                  <a:pt x="305" y="921"/>
                </a:cubicBezTo>
                <a:close/>
                <a:moveTo>
                  <a:pt x="309" y="908"/>
                </a:moveTo>
                <a:cubicBezTo>
                  <a:pt x="308" y="908"/>
                  <a:pt x="308" y="909"/>
                  <a:pt x="308" y="910"/>
                </a:cubicBezTo>
                <a:cubicBezTo>
                  <a:pt x="307" y="909"/>
                  <a:pt x="308" y="908"/>
                  <a:pt x="308" y="907"/>
                </a:cubicBezTo>
                <a:cubicBezTo>
                  <a:pt x="312" y="907"/>
                  <a:pt x="314" y="910"/>
                  <a:pt x="316" y="913"/>
                </a:cubicBezTo>
                <a:cubicBezTo>
                  <a:pt x="315" y="914"/>
                  <a:pt x="313" y="912"/>
                  <a:pt x="312" y="915"/>
                </a:cubicBezTo>
                <a:cubicBezTo>
                  <a:pt x="312" y="912"/>
                  <a:pt x="309" y="912"/>
                  <a:pt x="309" y="908"/>
                </a:cubicBezTo>
                <a:close/>
                <a:moveTo>
                  <a:pt x="317" y="967"/>
                </a:moveTo>
                <a:cubicBezTo>
                  <a:pt x="315" y="967"/>
                  <a:pt x="318" y="964"/>
                  <a:pt x="317" y="963"/>
                </a:cubicBezTo>
                <a:cubicBezTo>
                  <a:pt x="317" y="961"/>
                  <a:pt x="314" y="964"/>
                  <a:pt x="313" y="962"/>
                </a:cubicBezTo>
                <a:cubicBezTo>
                  <a:pt x="311" y="951"/>
                  <a:pt x="326" y="950"/>
                  <a:pt x="325" y="959"/>
                </a:cubicBezTo>
                <a:cubicBezTo>
                  <a:pt x="329" y="959"/>
                  <a:pt x="329" y="959"/>
                  <a:pt x="329" y="959"/>
                </a:cubicBezTo>
                <a:cubicBezTo>
                  <a:pt x="330" y="961"/>
                  <a:pt x="327" y="962"/>
                  <a:pt x="330" y="962"/>
                </a:cubicBezTo>
                <a:cubicBezTo>
                  <a:pt x="327" y="965"/>
                  <a:pt x="322" y="967"/>
                  <a:pt x="317" y="967"/>
                </a:cubicBezTo>
                <a:close/>
                <a:moveTo>
                  <a:pt x="478" y="165"/>
                </a:moveTo>
                <a:cubicBezTo>
                  <a:pt x="476" y="165"/>
                  <a:pt x="474" y="165"/>
                  <a:pt x="473" y="164"/>
                </a:cubicBezTo>
                <a:cubicBezTo>
                  <a:pt x="473" y="159"/>
                  <a:pt x="479" y="159"/>
                  <a:pt x="478" y="165"/>
                </a:cubicBezTo>
                <a:close/>
                <a:moveTo>
                  <a:pt x="470" y="1060"/>
                </a:moveTo>
                <a:cubicBezTo>
                  <a:pt x="482" y="1051"/>
                  <a:pt x="496" y="1045"/>
                  <a:pt x="508" y="1036"/>
                </a:cubicBezTo>
                <a:cubicBezTo>
                  <a:pt x="509" y="1036"/>
                  <a:pt x="510" y="1037"/>
                  <a:pt x="511" y="1037"/>
                </a:cubicBezTo>
                <a:cubicBezTo>
                  <a:pt x="500" y="1048"/>
                  <a:pt x="486" y="1053"/>
                  <a:pt x="470" y="1060"/>
                </a:cubicBezTo>
                <a:close/>
                <a:moveTo>
                  <a:pt x="513" y="981"/>
                </a:moveTo>
                <a:cubicBezTo>
                  <a:pt x="513" y="978"/>
                  <a:pt x="513" y="978"/>
                  <a:pt x="513" y="978"/>
                </a:cubicBezTo>
                <a:cubicBezTo>
                  <a:pt x="515" y="977"/>
                  <a:pt x="518" y="978"/>
                  <a:pt x="519" y="979"/>
                </a:cubicBezTo>
                <a:cubicBezTo>
                  <a:pt x="519" y="984"/>
                  <a:pt x="516" y="981"/>
                  <a:pt x="513" y="981"/>
                </a:cubicBezTo>
                <a:close/>
                <a:moveTo>
                  <a:pt x="539" y="208"/>
                </a:moveTo>
                <a:cubicBezTo>
                  <a:pt x="547" y="189"/>
                  <a:pt x="577" y="181"/>
                  <a:pt x="594" y="167"/>
                </a:cubicBezTo>
                <a:cubicBezTo>
                  <a:pt x="602" y="161"/>
                  <a:pt x="606" y="151"/>
                  <a:pt x="618" y="156"/>
                </a:cubicBezTo>
                <a:cubicBezTo>
                  <a:pt x="618" y="159"/>
                  <a:pt x="619" y="161"/>
                  <a:pt x="622" y="162"/>
                </a:cubicBezTo>
                <a:cubicBezTo>
                  <a:pt x="610" y="176"/>
                  <a:pt x="599" y="190"/>
                  <a:pt x="583" y="198"/>
                </a:cubicBezTo>
                <a:cubicBezTo>
                  <a:pt x="569" y="203"/>
                  <a:pt x="553" y="206"/>
                  <a:pt x="539" y="208"/>
                </a:cubicBezTo>
                <a:close/>
                <a:moveTo>
                  <a:pt x="557" y="1047"/>
                </a:moveTo>
                <a:cubicBezTo>
                  <a:pt x="556" y="1044"/>
                  <a:pt x="563" y="1041"/>
                  <a:pt x="563" y="1046"/>
                </a:cubicBezTo>
                <a:cubicBezTo>
                  <a:pt x="561" y="1047"/>
                  <a:pt x="558" y="1049"/>
                  <a:pt x="557" y="1047"/>
                </a:cubicBezTo>
                <a:close/>
                <a:moveTo>
                  <a:pt x="666" y="996"/>
                </a:moveTo>
                <a:cubicBezTo>
                  <a:pt x="667" y="998"/>
                  <a:pt x="668" y="999"/>
                  <a:pt x="666" y="1001"/>
                </a:cubicBezTo>
                <a:cubicBezTo>
                  <a:pt x="653" y="1002"/>
                  <a:pt x="645" y="1000"/>
                  <a:pt x="637" y="1009"/>
                </a:cubicBezTo>
                <a:cubicBezTo>
                  <a:pt x="638" y="1005"/>
                  <a:pt x="634" y="1007"/>
                  <a:pt x="634" y="1005"/>
                </a:cubicBezTo>
                <a:cubicBezTo>
                  <a:pt x="629" y="1007"/>
                  <a:pt x="624" y="1009"/>
                  <a:pt x="617" y="1010"/>
                </a:cubicBezTo>
                <a:cubicBezTo>
                  <a:pt x="620" y="1014"/>
                  <a:pt x="617" y="1012"/>
                  <a:pt x="615" y="1016"/>
                </a:cubicBezTo>
                <a:cubicBezTo>
                  <a:pt x="618" y="1016"/>
                  <a:pt x="618" y="1014"/>
                  <a:pt x="621" y="1015"/>
                </a:cubicBezTo>
                <a:cubicBezTo>
                  <a:pt x="621" y="1017"/>
                  <a:pt x="618" y="1016"/>
                  <a:pt x="618" y="1017"/>
                </a:cubicBezTo>
                <a:cubicBezTo>
                  <a:pt x="623" y="1020"/>
                  <a:pt x="634" y="1014"/>
                  <a:pt x="642" y="1013"/>
                </a:cubicBezTo>
                <a:cubicBezTo>
                  <a:pt x="642" y="1015"/>
                  <a:pt x="641" y="1015"/>
                  <a:pt x="641" y="1017"/>
                </a:cubicBezTo>
                <a:cubicBezTo>
                  <a:pt x="634" y="1014"/>
                  <a:pt x="625" y="1022"/>
                  <a:pt x="617" y="1025"/>
                </a:cubicBezTo>
                <a:cubicBezTo>
                  <a:pt x="605" y="1019"/>
                  <a:pt x="593" y="1032"/>
                  <a:pt x="582" y="1029"/>
                </a:cubicBezTo>
                <a:cubicBezTo>
                  <a:pt x="582" y="1030"/>
                  <a:pt x="584" y="1029"/>
                  <a:pt x="586" y="1030"/>
                </a:cubicBezTo>
                <a:cubicBezTo>
                  <a:pt x="583" y="1036"/>
                  <a:pt x="570" y="1033"/>
                  <a:pt x="568" y="1038"/>
                </a:cubicBezTo>
                <a:cubicBezTo>
                  <a:pt x="567" y="1033"/>
                  <a:pt x="570" y="1031"/>
                  <a:pt x="573" y="1029"/>
                </a:cubicBezTo>
                <a:cubicBezTo>
                  <a:pt x="572" y="1027"/>
                  <a:pt x="570" y="1027"/>
                  <a:pt x="568" y="1027"/>
                </a:cubicBezTo>
                <a:cubicBezTo>
                  <a:pt x="572" y="1022"/>
                  <a:pt x="579" y="1022"/>
                  <a:pt x="589" y="1023"/>
                </a:cubicBezTo>
                <a:cubicBezTo>
                  <a:pt x="593" y="1018"/>
                  <a:pt x="606" y="1018"/>
                  <a:pt x="611" y="1017"/>
                </a:cubicBezTo>
                <a:cubicBezTo>
                  <a:pt x="610" y="1016"/>
                  <a:pt x="609" y="1015"/>
                  <a:pt x="610" y="1013"/>
                </a:cubicBezTo>
                <a:cubicBezTo>
                  <a:pt x="599" y="1016"/>
                  <a:pt x="590" y="1019"/>
                  <a:pt x="580" y="1020"/>
                </a:cubicBezTo>
                <a:cubicBezTo>
                  <a:pt x="591" y="1013"/>
                  <a:pt x="603" y="1008"/>
                  <a:pt x="621" y="1007"/>
                </a:cubicBezTo>
                <a:cubicBezTo>
                  <a:pt x="620" y="1006"/>
                  <a:pt x="619" y="1006"/>
                  <a:pt x="619" y="1005"/>
                </a:cubicBezTo>
                <a:cubicBezTo>
                  <a:pt x="615" y="1004"/>
                  <a:pt x="614" y="1007"/>
                  <a:pt x="611" y="1007"/>
                </a:cubicBezTo>
                <a:cubicBezTo>
                  <a:pt x="627" y="999"/>
                  <a:pt x="642" y="992"/>
                  <a:pt x="657" y="984"/>
                </a:cubicBezTo>
                <a:cubicBezTo>
                  <a:pt x="667" y="989"/>
                  <a:pt x="678" y="977"/>
                  <a:pt x="687" y="978"/>
                </a:cubicBezTo>
                <a:cubicBezTo>
                  <a:pt x="688" y="973"/>
                  <a:pt x="691" y="970"/>
                  <a:pt x="698" y="970"/>
                </a:cubicBezTo>
                <a:cubicBezTo>
                  <a:pt x="696" y="975"/>
                  <a:pt x="698" y="978"/>
                  <a:pt x="694" y="979"/>
                </a:cubicBezTo>
                <a:cubicBezTo>
                  <a:pt x="698" y="983"/>
                  <a:pt x="706" y="976"/>
                  <a:pt x="713" y="977"/>
                </a:cubicBezTo>
                <a:cubicBezTo>
                  <a:pt x="698" y="988"/>
                  <a:pt x="679" y="991"/>
                  <a:pt x="666" y="996"/>
                </a:cubicBezTo>
                <a:close/>
                <a:moveTo>
                  <a:pt x="683" y="1085"/>
                </a:moveTo>
                <a:cubicBezTo>
                  <a:pt x="682" y="1084"/>
                  <a:pt x="687" y="1080"/>
                  <a:pt x="691" y="1082"/>
                </a:cubicBezTo>
                <a:cubicBezTo>
                  <a:pt x="690" y="1087"/>
                  <a:pt x="685" y="1085"/>
                  <a:pt x="683" y="1085"/>
                </a:cubicBezTo>
                <a:close/>
                <a:moveTo>
                  <a:pt x="725" y="940"/>
                </a:moveTo>
                <a:cubicBezTo>
                  <a:pt x="728" y="940"/>
                  <a:pt x="729" y="939"/>
                  <a:pt x="732" y="940"/>
                </a:cubicBezTo>
                <a:cubicBezTo>
                  <a:pt x="732" y="944"/>
                  <a:pt x="732" y="944"/>
                  <a:pt x="732" y="944"/>
                </a:cubicBezTo>
                <a:cubicBezTo>
                  <a:pt x="730" y="947"/>
                  <a:pt x="726" y="942"/>
                  <a:pt x="726" y="947"/>
                </a:cubicBezTo>
                <a:cubicBezTo>
                  <a:pt x="724" y="947"/>
                  <a:pt x="726" y="942"/>
                  <a:pt x="725" y="940"/>
                </a:cubicBezTo>
                <a:close/>
                <a:moveTo>
                  <a:pt x="736" y="947"/>
                </a:moveTo>
                <a:cubicBezTo>
                  <a:pt x="737" y="952"/>
                  <a:pt x="730" y="950"/>
                  <a:pt x="727" y="952"/>
                </a:cubicBezTo>
                <a:cubicBezTo>
                  <a:pt x="728" y="949"/>
                  <a:pt x="731" y="947"/>
                  <a:pt x="736" y="947"/>
                </a:cubicBezTo>
                <a:close/>
                <a:moveTo>
                  <a:pt x="727" y="1030"/>
                </a:moveTo>
                <a:cubicBezTo>
                  <a:pt x="724" y="1027"/>
                  <a:pt x="724" y="1032"/>
                  <a:pt x="720" y="1031"/>
                </a:cubicBezTo>
                <a:cubicBezTo>
                  <a:pt x="722" y="1029"/>
                  <a:pt x="724" y="1027"/>
                  <a:pt x="728" y="1027"/>
                </a:cubicBezTo>
                <a:cubicBezTo>
                  <a:pt x="727" y="1028"/>
                  <a:pt x="727" y="1028"/>
                  <a:pt x="727" y="1030"/>
                </a:cubicBezTo>
                <a:close/>
                <a:moveTo>
                  <a:pt x="759" y="955"/>
                </a:moveTo>
                <a:cubicBezTo>
                  <a:pt x="756" y="955"/>
                  <a:pt x="756" y="957"/>
                  <a:pt x="754" y="955"/>
                </a:cubicBezTo>
                <a:cubicBezTo>
                  <a:pt x="753" y="957"/>
                  <a:pt x="755" y="957"/>
                  <a:pt x="754" y="960"/>
                </a:cubicBezTo>
                <a:cubicBezTo>
                  <a:pt x="747" y="960"/>
                  <a:pt x="739" y="965"/>
                  <a:pt x="737" y="960"/>
                </a:cubicBezTo>
                <a:cubicBezTo>
                  <a:pt x="734" y="961"/>
                  <a:pt x="737" y="962"/>
                  <a:pt x="736" y="965"/>
                </a:cubicBezTo>
                <a:cubicBezTo>
                  <a:pt x="730" y="971"/>
                  <a:pt x="724" y="967"/>
                  <a:pt x="719" y="965"/>
                </a:cubicBezTo>
                <a:cubicBezTo>
                  <a:pt x="720" y="961"/>
                  <a:pt x="727" y="962"/>
                  <a:pt x="726" y="956"/>
                </a:cubicBezTo>
                <a:cubicBezTo>
                  <a:pt x="729" y="956"/>
                  <a:pt x="731" y="954"/>
                  <a:pt x="734" y="953"/>
                </a:cubicBezTo>
                <a:cubicBezTo>
                  <a:pt x="732" y="957"/>
                  <a:pt x="736" y="955"/>
                  <a:pt x="736" y="958"/>
                </a:cubicBezTo>
                <a:cubicBezTo>
                  <a:pt x="743" y="954"/>
                  <a:pt x="749" y="950"/>
                  <a:pt x="761" y="951"/>
                </a:cubicBezTo>
                <a:cubicBezTo>
                  <a:pt x="760" y="952"/>
                  <a:pt x="758" y="952"/>
                  <a:pt x="759" y="955"/>
                </a:cubicBezTo>
                <a:close/>
                <a:moveTo>
                  <a:pt x="764" y="952"/>
                </a:moveTo>
                <a:cubicBezTo>
                  <a:pt x="765" y="950"/>
                  <a:pt x="765" y="947"/>
                  <a:pt x="769" y="948"/>
                </a:cubicBezTo>
                <a:cubicBezTo>
                  <a:pt x="769" y="951"/>
                  <a:pt x="767" y="952"/>
                  <a:pt x="764" y="952"/>
                </a:cubicBezTo>
                <a:close/>
                <a:moveTo>
                  <a:pt x="770" y="948"/>
                </a:moveTo>
                <a:cubicBezTo>
                  <a:pt x="770" y="942"/>
                  <a:pt x="779" y="947"/>
                  <a:pt x="778" y="943"/>
                </a:cubicBezTo>
                <a:cubicBezTo>
                  <a:pt x="782" y="945"/>
                  <a:pt x="774" y="948"/>
                  <a:pt x="770" y="948"/>
                </a:cubicBezTo>
                <a:close/>
                <a:moveTo>
                  <a:pt x="792" y="158"/>
                </a:moveTo>
                <a:cubicBezTo>
                  <a:pt x="787" y="161"/>
                  <a:pt x="782" y="156"/>
                  <a:pt x="777" y="158"/>
                </a:cubicBezTo>
                <a:cubicBezTo>
                  <a:pt x="781" y="157"/>
                  <a:pt x="784" y="147"/>
                  <a:pt x="792" y="147"/>
                </a:cubicBezTo>
                <a:cubicBezTo>
                  <a:pt x="795" y="149"/>
                  <a:pt x="793" y="155"/>
                  <a:pt x="792" y="158"/>
                </a:cubicBezTo>
                <a:close/>
                <a:moveTo>
                  <a:pt x="807" y="821"/>
                </a:moveTo>
                <a:cubicBezTo>
                  <a:pt x="803" y="821"/>
                  <a:pt x="802" y="820"/>
                  <a:pt x="800" y="819"/>
                </a:cubicBezTo>
                <a:cubicBezTo>
                  <a:pt x="800" y="818"/>
                  <a:pt x="801" y="818"/>
                  <a:pt x="801" y="819"/>
                </a:cubicBezTo>
                <a:cubicBezTo>
                  <a:pt x="804" y="819"/>
                  <a:pt x="803" y="816"/>
                  <a:pt x="806" y="816"/>
                </a:cubicBezTo>
                <a:cubicBezTo>
                  <a:pt x="806" y="813"/>
                  <a:pt x="805" y="813"/>
                  <a:pt x="805" y="810"/>
                </a:cubicBezTo>
                <a:cubicBezTo>
                  <a:pt x="808" y="809"/>
                  <a:pt x="811" y="808"/>
                  <a:pt x="809" y="804"/>
                </a:cubicBezTo>
                <a:cubicBezTo>
                  <a:pt x="812" y="802"/>
                  <a:pt x="815" y="802"/>
                  <a:pt x="817" y="800"/>
                </a:cubicBezTo>
                <a:cubicBezTo>
                  <a:pt x="816" y="799"/>
                  <a:pt x="815" y="798"/>
                  <a:pt x="816" y="795"/>
                </a:cubicBezTo>
                <a:cubicBezTo>
                  <a:pt x="818" y="795"/>
                  <a:pt x="819" y="796"/>
                  <a:pt x="819" y="798"/>
                </a:cubicBezTo>
                <a:cubicBezTo>
                  <a:pt x="820" y="798"/>
                  <a:pt x="820" y="796"/>
                  <a:pt x="822" y="796"/>
                </a:cubicBezTo>
                <a:cubicBezTo>
                  <a:pt x="821" y="794"/>
                  <a:pt x="820" y="792"/>
                  <a:pt x="821" y="789"/>
                </a:cubicBezTo>
                <a:cubicBezTo>
                  <a:pt x="827" y="789"/>
                  <a:pt x="828" y="788"/>
                  <a:pt x="831" y="791"/>
                </a:cubicBezTo>
                <a:cubicBezTo>
                  <a:pt x="830" y="795"/>
                  <a:pt x="827" y="797"/>
                  <a:pt x="825" y="800"/>
                </a:cubicBezTo>
                <a:cubicBezTo>
                  <a:pt x="825" y="802"/>
                  <a:pt x="828" y="801"/>
                  <a:pt x="827" y="804"/>
                </a:cubicBezTo>
                <a:cubicBezTo>
                  <a:pt x="830" y="803"/>
                  <a:pt x="830" y="798"/>
                  <a:pt x="834" y="798"/>
                </a:cubicBezTo>
                <a:cubicBezTo>
                  <a:pt x="828" y="809"/>
                  <a:pt x="815" y="812"/>
                  <a:pt x="807" y="821"/>
                </a:cubicBezTo>
                <a:close/>
                <a:moveTo>
                  <a:pt x="833" y="931"/>
                </a:moveTo>
                <a:cubicBezTo>
                  <a:pt x="834" y="930"/>
                  <a:pt x="836" y="929"/>
                  <a:pt x="836" y="927"/>
                </a:cubicBezTo>
                <a:cubicBezTo>
                  <a:pt x="837" y="927"/>
                  <a:pt x="838" y="928"/>
                  <a:pt x="839" y="928"/>
                </a:cubicBezTo>
                <a:cubicBezTo>
                  <a:pt x="839" y="931"/>
                  <a:pt x="835" y="933"/>
                  <a:pt x="833" y="931"/>
                </a:cubicBezTo>
                <a:close/>
                <a:moveTo>
                  <a:pt x="825" y="917"/>
                </a:moveTo>
                <a:cubicBezTo>
                  <a:pt x="827" y="913"/>
                  <a:pt x="831" y="911"/>
                  <a:pt x="839" y="912"/>
                </a:cubicBezTo>
                <a:cubicBezTo>
                  <a:pt x="837" y="918"/>
                  <a:pt x="830" y="918"/>
                  <a:pt x="825" y="917"/>
                </a:cubicBezTo>
                <a:close/>
                <a:moveTo>
                  <a:pt x="842" y="927"/>
                </a:moveTo>
                <a:cubicBezTo>
                  <a:pt x="842" y="925"/>
                  <a:pt x="843" y="924"/>
                  <a:pt x="843" y="923"/>
                </a:cubicBezTo>
                <a:cubicBezTo>
                  <a:pt x="847" y="923"/>
                  <a:pt x="846" y="928"/>
                  <a:pt x="842" y="927"/>
                </a:cubicBezTo>
                <a:close/>
                <a:moveTo>
                  <a:pt x="1212" y="837"/>
                </a:moveTo>
                <a:cubicBezTo>
                  <a:pt x="1209" y="840"/>
                  <a:pt x="1207" y="844"/>
                  <a:pt x="1202" y="844"/>
                </a:cubicBezTo>
                <a:cubicBezTo>
                  <a:pt x="1206" y="842"/>
                  <a:pt x="1207" y="838"/>
                  <a:pt x="1212" y="837"/>
                </a:cubicBezTo>
                <a:close/>
                <a:moveTo>
                  <a:pt x="1168" y="859"/>
                </a:moveTo>
                <a:cubicBezTo>
                  <a:pt x="1168" y="863"/>
                  <a:pt x="1163" y="862"/>
                  <a:pt x="1160" y="863"/>
                </a:cubicBezTo>
                <a:cubicBezTo>
                  <a:pt x="1162" y="861"/>
                  <a:pt x="1164" y="859"/>
                  <a:pt x="1168" y="859"/>
                </a:cubicBezTo>
                <a:close/>
                <a:moveTo>
                  <a:pt x="1156" y="828"/>
                </a:moveTo>
                <a:cubicBezTo>
                  <a:pt x="1158" y="828"/>
                  <a:pt x="1158" y="831"/>
                  <a:pt x="1157" y="833"/>
                </a:cubicBezTo>
                <a:cubicBezTo>
                  <a:pt x="1154" y="833"/>
                  <a:pt x="1154" y="829"/>
                  <a:pt x="1156" y="828"/>
                </a:cubicBezTo>
                <a:close/>
                <a:moveTo>
                  <a:pt x="1189" y="759"/>
                </a:moveTo>
                <a:cubicBezTo>
                  <a:pt x="1192" y="759"/>
                  <a:pt x="1192" y="759"/>
                  <a:pt x="1192" y="759"/>
                </a:cubicBezTo>
                <a:cubicBezTo>
                  <a:pt x="1193" y="764"/>
                  <a:pt x="1187" y="764"/>
                  <a:pt x="1189" y="759"/>
                </a:cubicBezTo>
                <a:close/>
                <a:moveTo>
                  <a:pt x="1193" y="775"/>
                </a:moveTo>
                <a:cubicBezTo>
                  <a:pt x="1193" y="776"/>
                  <a:pt x="1192" y="777"/>
                  <a:pt x="1192" y="779"/>
                </a:cubicBezTo>
                <a:cubicBezTo>
                  <a:pt x="1189" y="778"/>
                  <a:pt x="1189" y="781"/>
                  <a:pt x="1187" y="779"/>
                </a:cubicBezTo>
                <a:cubicBezTo>
                  <a:pt x="1186" y="775"/>
                  <a:pt x="1191" y="776"/>
                  <a:pt x="1193" y="775"/>
                </a:cubicBezTo>
                <a:close/>
                <a:moveTo>
                  <a:pt x="1155" y="784"/>
                </a:moveTo>
                <a:cubicBezTo>
                  <a:pt x="1153" y="780"/>
                  <a:pt x="1156" y="773"/>
                  <a:pt x="1162" y="773"/>
                </a:cubicBezTo>
                <a:cubicBezTo>
                  <a:pt x="1159" y="777"/>
                  <a:pt x="1159" y="783"/>
                  <a:pt x="1155" y="784"/>
                </a:cubicBezTo>
                <a:close/>
                <a:moveTo>
                  <a:pt x="1165" y="754"/>
                </a:moveTo>
                <a:cubicBezTo>
                  <a:pt x="1167" y="752"/>
                  <a:pt x="1171" y="750"/>
                  <a:pt x="1175" y="750"/>
                </a:cubicBezTo>
                <a:cubicBezTo>
                  <a:pt x="1175" y="751"/>
                  <a:pt x="1175" y="753"/>
                  <a:pt x="1176" y="753"/>
                </a:cubicBezTo>
                <a:cubicBezTo>
                  <a:pt x="1172" y="757"/>
                  <a:pt x="1167" y="760"/>
                  <a:pt x="1161" y="762"/>
                </a:cubicBezTo>
                <a:cubicBezTo>
                  <a:pt x="1161" y="764"/>
                  <a:pt x="1162" y="764"/>
                  <a:pt x="1162" y="766"/>
                </a:cubicBezTo>
                <a:cubicBezTo>
                  <a:pt x="1158" y="768"/>
                  <a:pt x="1154" y="772"/>
                  <a:pt x="1147" y="772"/>
                </a:cubicBezTo>
                <a:cubicBezTo>
                  <a:pt x="1146" y="767"/>
                  <a:pt x="1146" y="765"/>
                  <a:pt x="1145" y="761"/>
                </a:cubicBezTo>
                <a:cubicBezTo>
                  <a:pt x="1148" y="756"/>
                  <a:pt x="1160" y="741"/>
                  <a:pt x="1165" y="754"/>
                </a:cubicBezTo>
                <a:close/>
                <a:moveTo>
                  <a:pt x="1145" y="668"/>
                </a:moveTo>
                <a:cubicBezTo>
                  <a:pt x="1145" y="669"/>
                  <a:pt x="1144" y="676"/>
                  <a:pt x="1140" y="677"/>
                </a:cubicBezTo>
                <a:cubicBezTo>
                  <a:pt x="1141" y="674"/>
                  <a:pt x="1139" y="672"/>
                  <a:pt x="1139" y="670"/>
                </a:cubicBezTo>
                <a:cubicBezTo>
                  <a:pt x="1141" y="668"/>
                  <a:pt x="1143" y="670"/>
                  <a:pt x="1145" y="668"/>
                </a:cubicBezTo>
                <a:close/>
                <a:moveTo>
                  <a:pt x="1036" y="490"/>
                </a:moveTo>
                <a:cubicBezTo>
                  <a:pt x="1038" y="489"/>
                  <a:pt x="1037" y="493"/>
                  <a:pt x="1040" y="492"/>
                </a:cubicBezTo>
                <a:cubicBezTo>
                  <a:pt x="1040" y="495"/>
                  <a:pt x="1038" y="495"/>
                  <a:pt x="1035" y="495"/>
                </a:cubicBezTo>
                <a:cubicBezTo>
                  <a:pt x="1035" y="493"/>
                  <a:pt x="1035" y="491"/>
                  <a:pt x="1036" y="490"/>
                </a:cubicBezTo>
                <a:close/>
                <a:moveTo>
                  <a:pt x="1022" y="489"/>
                </a:moveTo>
                <a:cubicBezTo>
                  <a:pt x="1026" y="489"/>
                  <a:pt x="1027" y="493"/>
                  <a:pt x="1031" y="493"/>
                </a:cubicBezTo>
                <a:cubicBezTo>
                  <a:pt x="1028" y="497"/>
                  <a:pt x="1032" y="497"/>
                  <a:pt x="1029" y="501"/>
                </a:cubicBezTo>
                <a:cubicBezTo>
                  <a:pt x="1026" y="501"/>
                  <a:pt x="1022" y="502"/>
                  <a:pt x="1022" y="499"/>
                </a:cubicBezTo>
                <a:cubicBezTo>
                  <a:pt x="1022" y="501"/>
                  <a:pt x="1018" y="504"/>
                  <a:pt x="1015" y="505"/>
                </a:cubicBezTo>
                <a:cubicBezTo>
                  <a:pt x="1015" y="503"/>
                  <a:pt x="1017" y="501"/>
                  <a:pt x="1014" y="500"/>
                </a:cubicBezTo>
                <a:cubicBezTo>
                  <a:pt x="1015" y="495"/>
                  <a:pt x="1021" y="495"/>
                  <a:pt x="1022" y="489"/>
                </a:cubicBezTo>
                <a:close/>
                <a:moveTo>
                  <a:pt x="1019" y="562"/>
                </a:moveTo>
                <a:cubicBezTo>
                  <a:pt x="1020" y="566"/>
                  <a:pt x="1011" y="565"/>
                  <a:pt x="1014" y="567"/>
                </a:cubicBezTo>
                <a:cubicBezTo>
                  <a:pt x="1013" y="568"/>
                  <a:pt x="1010" y="568"/>
                  <a:pt x="1008" y="569"/>
                </a:cubicBezTo>
                <a:cubicBezTo>
                  <a:pt x="1010" y="564"/>
                  <a:pt x="1016" y="565"/>
                  <a:pt x="1019" y="562"/>
                </a:cubicBezTo>
                <a:close/>
                <a:moveTo>
                  <a:pt x="1011" y="730"/>
                </a:moveTo>
                <a:cubicBezTo>
                  <a:pt x="1017" y="732"/>
                  <a:pt x="1019" y="728"/>
                  <a:pt x="1023" y="728"/>
                </a:cubicBezTo>
                <a:cubicBezTo>
                  <a:pt x="1023" y="733"/>
                  <a:pt x="1023" y="733"/>
                  <a:pt x="1023" y="733"/>
                </a:cubicBezTo>
                <a:cubicBezTo>
                  <a:pt x="1019" y="736"/>
                  <a:pt x="1016" y="738"/>
                  <a:pt x="1012" y="740"/>
                </a:cubicBezTo>
                <a:cubicBezTo>
                  <a:pt x="1010" y="739"/>
                  <a:pt x="1012" y="739"/>
                  <a:pt x="1014" y="739"/>
                </a:cubicBezTo>
                <a:cubicBezTo>
                  <a:pt x="1011" y="736"/>
                  <a:pt x="1011" y="735"/>
                  <a:pt x="1011" y="730"/>
                </a:cubicBezTo>
                <a:close/>
                <a:moveTo>
                  <a:pt x="997" y="716"/>
                </a:moveTo>
                <a:cubicBezTo>
                  <a:pt x="1001" y="716"/>
                  <a:pt x="1002" y="713"/>
                  <a:pt x="1005" y="714"/>
                </a:cubicBezTo>
                <a:cubicBezTo>
                  <a:pt x="1005" y="719"/>
                  <a:pt x="1010" y="718"/>
                  <a:pt x="1013" y="720"/>
                </a:cubicBezTo>
                <a:cubicBezTo>
                  <a:pt x="1013" y="724"/>
                  <a:pt x="1010" y="723"/>
                  <a:pt x="1008" y="725"/>
                </a:cubicBezTo>
                <a:cubicBezTo>
                  <a:pt x="1007" y="725"/>
                  <a:pt x="1006" y="723"/>
                  <a:pt x="1006" y="721"/>
                </a:cubicBezTo>
                <a:cubicBezTo>
                  <a:pt x="1003" y="723"/>
                  <a:pt x="1002" y="726"/>
                  <a:pt x="998" y="727"/>
                </a:cubicBezTo>
                <a:cubicBezTo>
                  <a:pt x="998" y="724"/>
                  <a:pt x="1003" y="723"/>
                  <a:pt x="1001" y="720"/>
                </a:cubicBezTo>
                <a:cubicBezTo>
                  <a:pt x="1000" y="720"/>
                  <a:pt x="1000" y="722"/>
                  <a:pt x="1000" y="723"/>
                </a:cubicBezTo>
                <a:cubicBezTo>
                  <a:pt x="995" y="722"/>
                  <a:pt x="997" y="720"/>
                  <a:pt x="997" y="716"/>
                </a:cubicBezTo>
                <a:close/>
                <a:moveTo>
                  <a:pt x="1000" y="751"/>
                </a:moveTo>
                <a:cubicBezTo>
                  <a:pt x="998" y="750"/>
                  <a:pt x="998" y="747"/>
                  <a:pt x="996" y="745"/>
                </a:cubicBezTo>
                <a:cubicBezTo>
                  <a:pt x="999" y="743"/>
                  <a:pt x="1003" y="748"/>
                  <a:pt x="1000" y="751"/>
                </a:cubicBezTo>
                <a:close/>
                <a:moveTo>
                  <a:pt x="997" y="800"/>
                </a:moveTo>
                <a:cubicBezTo>
                  <a:pt x="997" y="802"/>
                  <a:pt x="997" y="802"/>
                  <a:pt x="997" y="802"/>
                </a:cubicBezTo>
                <a:cubicBezTo>
                  <a:pt x="995" y="802"/>
                  <a:pt x="995" y="804"/>
                  <a:pt x="994" y="802"/>
                </a:cubicBezTo>
                <a:cubicBezTo>
                  <a:pt x="994" y="800"/>
                  <a:pt x="994" y="800"/>
                  <a:pt x="994" y="800"/>
                </a:cubicBezTo>
                <a:cubicBezTo>
                  <a:pt x="995" y="799"/>
                  <a:pt x="995" y="800"/>
                  <a:pt x="997" y="800"/>
                </a:cubicBezTo>
                <a:close/>
                <a:moveTo>
                  <a:pt x="994" y="743"/>
                </a:moveTo>
                <a:cubicBezTo>
                  <a:pt x="994" y="747"/>
                  <a:pt x="990" y="747"/>
                  <a:pt x="987" y="748"/>
                </a:cubicBezTo>
                <a:cubicBezTo>
                  <a:pt x="988" y="743"/>
                  <a:pt x="991" y="744"/>
                  <a:pt x="994" y="743"/>
                </a:cubicBezTo>
                <a:close/>
                <a:moveTo>
                  <a:pt x="991" y="494"/>
                </a:moveTo>
                <a:cubicBezTo>
                  <a:pt x="989" y="496"/>
                  <a:pt x="989" y="499"/>
                  <a:pt x="985" y="498"/>
                </a:cubicBezTo>
                <a:cubicBezTo>
                  <a:pt x="987" y="496"/>
                  <a:pt x="987" y="494"/>
                  <a:pt x="991" y="494"/>
                </a:cubicBezTo>
                <a:close/>
                <a:moveTo>
                  <a:pt x="990" y="534"/>
                </a:moveTo>
                <a:cubicBezTo>
                  <a:pt x="989" y="538"/>
                  <a:pt x="986" y="539"/>
                  <a:pt x="983" y="540"/>
                </a:cubicBezTo>
                <a:cubicBezTo>
                  <a:pt x="983" y="539"/>
                  <a:pt x="982" y="538"/>
                  <a:pt x="981" y="538"/>
                </a:cubicBezTo>
                <a:cubicBezTo>
                  <a:pt x="982" y="536"/>
                  <a:pt x="987" y="533"/>
                  <a:pt x="990" y="534"/>
                </a:cubicBezTo>
                <a:close/>
                <a:moveTo>
                  <a:pt x="971" y="775"/>
                </a:moveTo>
                <a:cubicBezTo>
                  <a:pt x="970" y="778"/>
                  <a:pt x="968" y="777"/>
                  <a:pt x="966" y="777"/>
                </a:cubicBezTo>
                <a:cubicBezTo>
                  <a:pt x="966" y="775"/>
                  <a:pt x="968" y="775"/>
                  <a:pt x="971" y="775"/>
                </a:cubicBezTo>
                <a:close/>
                <a:moveTo>
                  <a:pt x="969" y="724"/>
                </a:moveTo>
                <a:cubicBezTo>
                  <a:pt x="967" y="727"/>
                  <a:pt x="963" y="731"/>
                  <a:pt x="965" y="735"/>
                </a:cubicBezTo>
                <a:cubicBezTo>
                  <a:pt x="963" y="735"/>
                  <a:pt x="960" y="741"/>
                  <a:pt x="955" y="741"/>
                </a:cubicBezTo>
                <a:cubicBezTo>
                  <a:pt x="955" y="739"/>
                  <a:pt x="956" y="735"/>
                  <a:pt x="960" y="733"/>
                </a:cubicBezTo>
                <a:cubicBezTo>
                  <a:pt x="960" y="731"/>
                  <a:pt x="958" y="731"/>
                  <a:pt x="956" y="730"/>
                </a:cubicBezTo>
                <a:cubicBezTo>
                  <a:pt x="957" y="723"/>
                  <a:pt x="964" y="724"/>
                  <a:pt x="969" y="724"/>
                </a:cubicBezTo>
                <a:close/>
                <a:moveTo>
                  <a:pt x="961" y="751"/>
                </a:moveTo>
                <a:cubicBezTo>
                  <a:pt x="959" y="751"/>
                  <a:pt x="959" y="749"/>
                  <a:pt x="956" y="750"/>
                </a:cubicBezTo>
                <a:cubicBezTo>
                  <a:pt x="957" y="747"/>
                  <a:pt x="961" y="746"/>
                  <a:pt x="964" y="745"/>
                </a:cubicBezTo>
                <a:cubicBezTo>
                  <a:pt x="965" y="749"/>
                  <a:pt x="962" y="749"/>
                  <a:pt x="961" y="751"/>
                </a:cubicBezTo>
                <a:close/>
                <a:moveTo>
                  <a:pt x="932" y="784"/>
                </a:moveTo>
                <a:cubicBezTo>
                  <a:pt x="933" y="782"/>
                  <a:pt x="934" y="776"/>
                  <a:pt x="931" y="775"/>
                </a:cubicBezTo>
                <a:cubicBezTo>
                  <a:pt x="933" y="773"/>
                  <a:pt x="934" y="771"/>
                  <a:pt x="938" y="770"/>
                </a:cubicBezTo>
                <a:cubicBezTo>
                  <a:pt x="938" y="773"/>
                  <a:pt x="937" y="774"/>
                  <a:pt x="936" y="774"/>
                </a:cubicBezTo>
                <a:cubicBezTo>
                  <a:pt x="938" y="777"/>
                  <a:pt x="943" y="778"/>
                  <a:pt x="944" y="782"/>
                </a:cubicBezTo>
                <a:cubicBezTo>
                  <a:pt x="946" y="780"/>
                  <a:pt x="950" y="777"/>
                  <a:pt x="953" y="780"/>
                </a:cubicBezTo>
                <a:cubicBezTo>
                  <a:pt x="952" y="788"/>
                  <a:pt x="943" y="787"/>
                  <a:pt x="939" y="791"/>
                </a:cubicBezTo>
                <a:cubicBezTo>
                  <a:pt x="936" y="791"/>
                  <a:pt x="934" y="790"/>
                  <a:pt x="933" y="789"/>
                </a:cubicBezTo>
                <a:cubicBezTo>
                  <a:pt x="933" y="786"/>
                  <a:pt x="938" y="787"/>
                  <a:pt x="938" y="784"/>
                </a:cubicBezTo>
                <a:cubicBezTo>
                  <a:pt x="937" y="782"/>
                  <a:pt x="935" y="786"/>
                  <a:pt x="932" y="784"/>
                </a:cubicBezTo>
                <a:close/>
                <a:moveTo>
                  <a:pt x="932" y="742"/>
                </a:moveTo>
                <a:cubicBezTo>
                  <a:pt x="936" y="741"/>
                  <a:pt x="934" y="747"/>
                  <a:pt x="933" y="747"/>
                </a:cubicBezTo>
                <a:cubicBezTo>
                  <a:pt x="931" y="747"/>
                  <a:pt x="933" y="743"/>
                  <a:pt x="932" y="742"/>
                </a:cubicBezTo>
                <a:close/>
                <a:moveTo>
                  <a:pt x="950" y="519"/>
                </a:moveTo>
                <a:cubicBezTo>
                  <a:pt x="948" y="519"/>
                  <a:pt x="948" y="519"/>
                  <a:pt x="948" y="519"/>
                </a:cubicBezTo>
                <a:cubicBezTo>
                  <a:pt x="948" y="519"/>
                  <a:pt x="948" y="520"/>
                  <a:pt x="949" y="520"/>
                </a:cubicBezTo>
                <a:cubicBezTo>
                  <a:pt x="948" y="522"/>
                  <a:pt x="945" y="518"/>
                  <a:pt x="945" y="517"/>
                </a:cubicBezTo>
                <a:cubicBezTo>
                  <a:pt x="946" y="515"/>
                  <a:pt x="951" y="515"/>
                  <a:pt x="950" y="519"/>
                </a:cubicBezTo>
                <a:close/>
                <a:moveTo>
                  <a:pt x="952" y="550"/>
                </a:moveTo>
                <a:cubicBezTo>
                  <a:pt x="954" y="553"/>
                  <a:pt x="946" y="553"/>
                  <a:pt x="948" y="550"/>
                </a:cubicBezTo>
                <a:cubicBezTo>
                  <a:pt x="948" y="550"/>
                  <a:pt x="952" y="548"/>
                  <a:pt x="952" y="550"/>
                </a:cubicBezTo>
                <a:close/>
                <a:moveTo>
                  <a:pt x="949" y="732"/>
                </a:moveTo>
                <a:cubicBezTo>
                  <a:pt x="949" y="731"/>
                  <a:pt x="950" y="730"/>
                  <a:pt x="950" y="729"/>
                </a:cubicBezTo>
                <a:cubicBezTo>
                  <a:pt x="953" y="728"/>
                  <a:pt x="953" y="730"/>
                  <a:pt x="953" y="732"/>
                </a:cubicBezTo>
                <a:lnTo>
                  <a:pt x="949" y="732"/>
                </a:lnTo>
                <a:close/>
                <a:moveTo>
                  <a:pt x="949" y="709"/>
                </a:moveTo>
                <a:cubicBezTo>
                  <a:pt x="949" y="707"/>
                  <a:pt x="948" y="706"/>
                  <a:pt x="948" y="707"/>
                </a:cubicBezTo>
                <a:cubicBezTo>
                  <a:pt x="946" y="703"/>
                  <a:pt x="957" y="702"/>
                  <a:pt x="960" y="704"/>
                </a:cubicBezTo>
                <a:cubicBezTo>
                  <a:pt x="957" y="707"/>
                  <a:pt x="954" y="709"/>
                  <a:pt x="949" y="709"/>
                </a:cubicBezTo>
                <a:close/>
                <a:moveTo>
                  <a:pt x="946" y="472"/>
                </a:moveTo>
                <a:cubicBezTo>
                  <a:pt x="951" y="469"/>
                  <a:pt x="956" y="466"/>
                  <a:pt x="961" y="464"/>
                </a:cubicBezTo>
                <a:cubicBezTo>
                  <a:pt x="962" y="466"/>
                  <a:pt x="964" y="469"/>
                  <a:pt x="966" y="469"/>
                </a:cubicBezTo>
                <a:cubicBezTo>
                  <a:pt x="966" y="472"/>
                  <a:pt x="963" y="473"/>
                  <a:pt x="961" y="475"/>
                </a:cubicBezTo>
                <a:cubicBezTo>
                  <a:pt x="962" y="477"/>
                  <a:pt x="967" y="473"/>
                  <a:pt x="966" y="478"/>
                </a:cubicBezTo>
                <a:cubicBezTo>
                  <a:pt x="970" y="477"/>
                  <a:pt x="969" y="476"/>
                  <a:pt x="972" y="476"/>
                </a:cubicBezTo>
                <a:cubicBezTo>
                  <a:pt x="972" y="477"/>
                  <a:pt x="973" y="478"/>
                  <a:pt x="973" y="478"/>
                </a:cubicBezTo>
                <a:cubicBezTo>
                  <a:pt x="970" y="481"/>
                  <a:pt x="965" y="483"/>
                  <a:pt x="964" y="489"/>
                </a:cubicBezTo>
                <a:cubicBezTo>
                  <a:pt x="955" y="488"/>
                  <a:pt x="958" y="500"/>
                  <a:pt x="951" y="502"/>
                </a:cubicBezTo>
                <a:cubicBezTo>
                  <a:pt x="952" y="503"/>
                  <a:pt x="952" y="504"/>
                  <a:pt x="952" y="506"/>
                </a:cubicBezTo>
                <a:cubicBezTo>
                  <a:pt x="958" y="504"/>
                  <a:pt x="964" y="497"/>
                  <a:pt x="970" y="498"/>
                </a:cubicBezTo>
                <a:cubicBezTo>
                  <a:pt x="970" y="505"/>
                  <a:pt x="965" y="501"/>
                  <a:pt x="965" y="507"/>
                </a:cubicBezTo>
                <a:cubicBezTo>
                  <a:pt x="964" y="506"/>
                  <a:pt x="965" y="505"/>
                  <a:pt x="963" y="505"/>
                </a:cubicBezTo>
                <a:cubicBezTo>
                  <a:pt x="959" y="507"/>
                  <a:pt x="963" y="516"/>
                  <a:pt x="955" y="516"/>
                </a:cubicBezTo>
                <a:cubicBezTo>
                  <a:pt x="955" y="510"/>
                  <a:pt x="954" y="514"/>
                  <a:pt x="952" y="509"/>
                </a:cubicBezTo>
                <a:cubicBezTo>
                  <a:pt x="950" y="509"/>
                  <a:pt x="951" y="512"/>
                  <a:pt x="949" y="511"/>
                </a:cubicBezTo>
                <a:cubicBezTo>
                  <a:pt x="948" y="507"/>
                  <a:pt x="953" y="506"/>
                  <a:pt x="950" y="504"/>
                </a:cubicBezTo>
                <a:cubicBezTo>
                  <a:pt x="948" y="503"/>
                  <a:pt x="937" y="502"/>
                  <a:pt x="941" y="494"/>
                </a:cubicBezTo>
                <a:cubicBezTo>
                  <a:pt x="943" y="493"/>
                  <a:pt x="944" y="496"/>
                  <a:pt x="946" y="494"/>
                </a:cubicBezTo>
                <a:cubicBezTo>
                  <a:pt x="946" y="492"/>
                  <a:pt x="944" y="492"/>
                  <a:pt x="941" y="492"/>
                </a:cubicBezTo>
                <a:cubicBezTo>
                  <a:pt x="943" y="488"/>
                  <a:pt x="944" y="485"/>
                  <a:pt x="939" y="484"/>
                </a:cubicBezTo>
                <a:cubicBezTo>
                  <a:pt x="940" y="478"/>
                  <a:pt x="945" y="478"/>
                  <a:pt x="946" y="472"/>
                </a:cubicBezTo>
                <a:close/>
                <a:moveTo>
                  <a:pt x="933" y="152"/>
                </a:moveTo>
                <a:cubicBezTo>
                  <a:pt x="941" y="148"/>
                  <a:pt x="947" y="142"/>
                  <a:pt x="959" y="145"/>
                </a:cubicBezTo>
                <a:cubicBezTo>
                  <a:pt x="958" y="148"/>
                  <a:pt x="960" y="149"/>
                  <a:pt x="960" y="151"/>
                </a:cubicBezTo>
                <a:cubicBezTo>
                  <a:pt x="951" y="156"/>
                  <a:pt x="940" y="153"/>
                  <a:pt x="932" y="159"/>
                </a:cubicBezTo>
                <a:cubicBezTo>
                  <a:pt x="933" y="155"/>
                  <a:pt x="936" y="156"/>
                  <a:pt x="933" y="152"/>
                </a:cubicBezTo>
                <a:close/>
                <a:moveTo>
                  <a:pt x="938" y="189"/>
                </a:moveTo>
                <a:cubicBezTo>
                  <a:pt x="929" y="190"/>
                  <a:pt x="924" y="197"/>
                  <a:pt x="915" y="200"/>
                </a:cubicBezTo>
                <a:cubicBezTo>
                  <a:pt x="920" y="194"/>
                  <a:pt x="928" y="187"/>
                  <a:pt x="938" y="189"/>
                </a:cubicBezTo>
                <a:close/>
                <a:moveTo>
                  <a:pt x="911" y="762"/>
                </a:moveTo>
                <a:cubicBezTo>
                  <a:pt x="911" y="755"/>
                  <a:pt x="917" y="760"/>
                  <a:pt x="917" y="753"/>
                </a:cubicBezTo>
                <a:cubicBezTo>
                  <a:pt x="920" y="756"/>
                  <a:pt x="922" y="749"/>
                  <a:pt x="927" y="753"/>
                </a:cubicBezTo>
                <a:cubicBezTo>
                  <a:pt x="926" y="759"/>
                  <a:pt x="920" y="763"/>
                  <a:pt x="914" y="761"/>
                </a:cubicBezTo>
                <a:cubicBezTo>
                  <a:pt x="917" y="763"/>
                  <a:pt x="913" y="765"/>
                  <a:pt x="911" y="762"/>
                </a:cubicBezTo>
                <a:close/>
                <a:moveTo>
                  <a:pt x="928" y="765"/>
                </a:moveTo>
                <a:cubicBezTo>
                  <a:pt x="924" y="765"/>
                  <a:pt x="924" y="765"/>
                  <a:pt x="924" y="765"/>
                </a:cubicBezTo>
                <a:cubicBezTo>
                  <a:pt x="923" y="762"/>
                  <a:pt x="926" y="763"/>
                  <a:pt x="927" y="761"/>
                </a:cubicBezTo>
                <a:cubicBezTo>
                  <a:pt x="928" y="761"/>
                  <a:pt x="927" y="763"/>
                  <a:pt x="928" y="765"/>
                </a:cubicBezTo>
                <a:close/>
                <a:moveTo>
                  <a:pt x="931" y="791"/>
                </a:moveTo>
                <a:cubicBezTo>
                  <a:pt x="930" y="795"/>
                  <a:pt x="926" y="796"/>
                  <a:pt x="921" y="796"/>
                </a:cubicBezTo>
                <a:cubicBezTo>
                  <a:pt x="922" y="792"/>
                  <a:pt x="927" y="792"/>
                  <a:pt x="931" y="791"/>
                </a:cubicBezTo>
                <a:close/>
                <a:moveTo>
                  <a:pt x="915" y="730"/>
                </a:moveTo>
                <a:cubicBezTo>
                  <a:pt x="916" y="733"/>
                  <a:pt x="913" y="733"/>
                  <a:pt x="913" y="735"/>
                </a:cubicBezTo>
                <a:cubicBezTo>
                  <a:pt x="912" y="734"/>
                  <a:pt x="911" y="733"/>
                  <a:pt x="911" y="731"/>
                </a:cubicBezTo>
                <a:cubicBezTo>
                  <a:pt x="912" y="731"/>
                  <a:pt x="913" y="730"/>
                  <a:pt x="915" y="730"/>
                </a:cubicBezTo>
                <a:close/>
                <a:moveTo>
                  <a:pt x="908" y="746"/>
                </a:moveTo>
                <a:cubicBezTo>
                  <a:pt x="909" y="743"/>
                  <a:pt x="912" y="743"/>
                  <a:pt x="912" y="740"/>
                </a:cubicBezTo>
                <a:cubicBezTo>
                  <a:pt x="913" y="740"/>
                  <a:pt x="915" y="740"/>
                  <a:pt x="915" y="739"/>
                </a:cubicBezTo>
                <a:cubicBezTo>
                  <a:pt x="917" y="741"/>
                  <a:pt x="912" y="743"/>
                  <a:pt x="911" y="744"/>
                </a:cubicBezTo>
                <a:cubicBezTo>
                  <a:pt x="913" y="748"/>
                  <a:pt x="913" y="749"/>
                  <a:pt x="911" y="753"/>
                </a:cubicBezTo>
                <a:cubicBezTo>
                  <a:pt x="908" y="753"/>
                  <a:pt x="906" y="753"/>
                  <a:pt x="906" y="755"/>
                </a:cubicBezTo>
                <a:cubicBezTo>
                  <a:pt x="904" y="753"/>
                  <a:pt x="902" y="750"/>
                  <a:pt x="899" y="749"/>
                </a:cubicBezTo>
                <a:cubicBezTo>
                  <a:pt x="899" y="745"/>
                  <a:pt x="905" y="744"/>
                  <a:pt x="908" y="746"/>
                </a:cubicBezTo>
                <a:close/>
                <a:moveTo>
                  <a:pt x="898" y="860"/>
                </a:moveTo>
                <a:cubicBezTo>
                  <a:pt x="902" y="860"/>
                  <a:pt x="902" y="865"/>
                  <a:pt x="898" y="865"/>
                </a:cubicBezTo>
                <a:cubicBezTo>
                  <a:pt x="899" y="862"/>
                  <a:pt x="899" y="863"/>
                  <a:pt x="898" y="860"/>
                </a:cubicBezTo>
                <a:close/>
                <a:moveTo>
                  <a:pt x="900" y="872"/>
                </a:moveTo>
                <a:cubicBezTo>
                  <a:pt x="901" y="872"/>
                  <a:pt x="901" y="875"/>
                  <a:pt x="902" y="876"/>
                </a:cubicBezTo>
                <a:cubicBezTo>
                  <a:pt x="899" y="879"/>
                  <a:pt x="896" y="883"/>
                  <a:pt x="892" y="884"/>
                </a:cubicBezTo>
                <a:cubicBezTo>
                  <a:pt x="892" y="883"/>
                  <a:pt x="891" y="883"/>
                  <a:pt x="890" y="883"/>
                </a:cubicBezTo>
                <a:cubicBezTo>
                  <a:pt x="892" y="879"/>
                  <a:pt x="894" y="877"/>
                  <a:pt x="895" y="874"/>
                </a:cubicBezTo>
                <a:cubicBezTo>
                  <a:pt x="898" y="874"/>
                  <a:pt x="900" y="874"/>
                  <a:pt x="900" y="872"/>
                </a:cubicBezTo>
                <a:close/>
                <a:moveTo>
                  <a:pt x="901" y="841"/>
                </a:moveTo>
                <a:cubicBezTo>
                  <a:pt x="901" y="840"/>
                  <a:pt x="902" y="839"/>
                  <a:pt x="902" y="838"/>
                </a:cubicBezTo>
                <a:cubicBezTo>
                  <a:pt x="906" y="838"/>
                  <a:pt x="906" y="838"/>
                  <a:pt x="906" y="838"/>
                </a:cubicBezTo>
                <a:cubicBezTo>
                  <a:pt x="906" y="841"/>
                  <a:pt x="904" y="841"/>
                  <a:pt x="901" y="841"/>
                </a:cubicBezTo>
                <a:close/>
                <a:moveTo>
                  <a:pt x="898" y="109"/>
                </a:moveTo>
                <a:cubicBezTo>
                  <a:pt x="894" y="111"/>
                  <a:pt x="889" y="112"/>
                  <a:pt x="885" y="114"/>
                </a:cubicBezTo>
                <a:cubicBezTo>
                  <a:pt x="886" y="109"/>
                  <a:pt x="893" y="107"/>
                  <a:pt x="898" y="109"/>
                </a:cubicBezTo>
                <a:close/>
                <a:moveTo>
                  <a:pt x="895" y="782"/>
                </a:moveTo>
                <a:cubicBezTo>
                  <a:pt x="893" y="782"/>
                  <a:pt x="893" y="780"/>
                  <a:pt x="893" y="778"/>
                </a:cubicBezTo>
                <a:cubicBezTo>
                  <a:pt x="894" y="778"/>
                  <a:pt x="896" y="778"/>
                  <a:pt x="896" y="777"/>
                </a:cubicBezTo>
                <a:cubicBezTo>
                  <a:pt x="899" y="778"/>
                  <a:pt x="895" y="779"/>
                  <a:pt x="895" y="782"/>
                </a:cubicBezTo>
                <a:close/>
                <a:moveTo>
                  <a:pt x="892" y="784"/>
                </a:moveTo>
                <a:cubicBezTo>
                  <a:pt x="892" y="787"/>
                  <a:pt x="891" y="788"/>
                  <a:pt x="889" y="788"/>
                </a:cubicBezTo>
                <a:cubicBezTo>
                  <a:pt x="887" y="786"/>
                  <a:pt x="889" y="784"/>
                  <a:pt x="892" y="784"/>
                </a:cubicBezTo>
                <a:close/>
                <a:moveTo>
                  <a:pt x="885" y="784"/>
                </a:moveTo>
                <a:cubicBezTo>
                  <a:pt x="885" y="781"/>
                  <a:pt x="888" y="781"/>
                  <a:pt x="890" y="781"/>
                </a:cubicBezTo>
                <a:cubicBezTo>
                  <a:pt x="889" y="783"/>
                  <a:pt x="888" y="784"/>
                  <a:pt x="885" y="784"/>
                </a:cubicBezTo>
                <a:close/>
                <a:moveTo>
                  <a:pt x="880" y="901"/>
                </a:moveTo>
                <a:cubicBezTo>
                  <a:pt x="878" y="902"/>
                  <a:pt x="877" y="900"/>
                  <a:pt x="875" y="900"/>
                </a:cubicBezTo>
                <a:cubicBezTo>
                  <a:pt x="876" y="902"/>
                  <a:pt x="878" y="903"/>
                  <a:pt x="877" y="907"/>
                </a:cubicBezTo>
                <a:cubicBezTo>
                  <a:pt x="872" y="910"/>
                  <a:pt x="867" y="917"/>
                  <a:pt x="861" y="915"/>
                </a:cubicBezTo>
                <a:cubicBezTo>
                  <a:pt x="861" y="913"/>
                  <a:pt x="863" y="912"/>
                  <a:pt x="865" y="912"/>
                </a:cubicBezTo>
                <a:cubicBezTo>
                  <a:pt x="865" y="911"/>
                  <a:pt x="864" y="909"/>
                  <a:pt x="864" y="908"/>
                </a:cubicBezTo>
                <a:cubicBezTo>
                  <a:pt x="863" y="908"/>
                  <a:pt x="861" y="908"/>
                  <a:pt x="861" y="910"/>
                </a:cubicBezTo>
                <a:cubicBezTo>
                  <a:pt x="858" y="910"/>
                  <a:pt x="861" y="904"/>
                  <a:pt x="859" y="904"/>
                </a:cubicBezTo>
                <a:cubicBezTo>
                  <a:pt x="861" y="903"/>
                  <a:pt x="863" y="902"/>
                  <a:pt x="864" y="900"/>
                </a:cubicBezTo>
                <a:cubicBezTo>
                  <a:pt x="864" y="899"/>
                  <a:pt x="862" y="899"/>
                  <a:pt x="861" y="898"/>
                </a:cubicBezTo>
                <a:cubicBezTo>
                  <a:pt x="861" y="895"/>
                  <a:pt x="864" y="895"/>
                  <a:pt x="868" y="895"/>
                </a:cubicBezTo>
                <a:cubicBezTo>
                  <a:pt x="868" y="897"/>
                  <a:pt x="868" y="899"/>
                  <a:pt x="870" y="900"/>
                </a:cubicBezTo>
                <a:cubicBezTo>
                  <a:pt x="873" y="895"/>
                  <a:pt x="877" y="898"/>
                  <a:pt x="880" y="893"/>
                </a:cubicBezTo>
                <a:cubicBezTo>
                  <a:pt x="884" y="894"/>
                  <a:pt x="879" y="898"/>
                  <a:pt x="880" y="901"/>
                </a:cubicBezTo>
                <a:close/>
                <a:moveTo>
                  <a:pt x="865" y="868"/>
                </a:moveTo>
                <a:cubicBezTo>
                  <a:pt x="867" y="866"/>
                  <a:pt x="868" y="863"/>
                  <a:pt x="873" y="863"/>
                </a:cubicBezTo>
                <a:cubicBezTo>
                  <a:pt x="872" y="866"/>
                  <a:pt x="869" y="870"/>
                  <a:pt x="865" y="868"/>
                </a:cubicBezTo>
                <a:close/>
                <a:moveTo>
                  <a:pt x="869" y="789"/>
                </a:moveTo>
                <a:cubicBezTo>
                  <a:pt x="867" y="787"/>
                  <a:pt x="869" y="785"/>
                  <a:pt x="870" y="782"/>
                </a:cubicBezTo>
                <a:cubicBezTo>
                  <a:pt x="867" y="782"/>
                  <a:pt x="867" y="785"/>
                  <a:pt x="864" y="784"/>
                </a:cubicBezTo>
                <a:cubicBezTo>
                  <a:pt x="863" y="782"/>
                  <a:pt x="859" y="780"/>
                  <a:pt x="862" y="776"/>
                </a:cubicBezTo>
                <a:cubicBezTo>
                  <a:pt x="865" y="776"/>
                  <a:pt x="865" y="780"/>
                  <a:pt x="868" y="781"/>
                </a:cubicBezTo>
                <a:cubicBezTo>
                  <a:pt x="872" y="779"/>
                  <a:pt x="866" y="776"/>
                  <a:pt x="867" y="771"/>
                </a:cubicBezTo>
                <a:cubicBezTo>
                  <a:pt x="870" y="763"/>
                  <a:pt x="885" y="754"/>
                  <a:pt x="890" y="767"/>
                </a:cubicBezTo>
                <a:cubicBezTo>
                  <a:pt x="890" y="769"/>
                  <a:pt x="884" y="770"/>
                  <a:pt x="888" y="771"/>
                </a:cubicBezTo>
                <a:cubicBezTo>
                  <a:pt x="882" y="777"/>
                  <a:pt x="877" y="784"/>
                  <a:pt x="869" y="789"/>
                </a:cubicBezTo>
                <a:close/>
                <a:moveTo>
                  <a:pt x="885" y="860"/>
                </a:moveTo>
                <a:cubicBezTo>
                  <a:pt x="890" y="859"/>
                  <a:pt x="884" y="855"/>
                  <a:pt x="886" y="853"/>
                </a:cubicBezTo>
                <a:cubicBezTo>
                  <a:pt x="890" y="853"/>
                  <a:pt x="887" y="854"/>
                  <a:pt x="887" y="856"/>
                </a:cubicBezTo>
                <a:cubicBezTo>
                  <a:pt x="889" y="854"/>
                  <a:pt x="891" y="852"/>
                  <a:pt x="894" y="852"/>
                </a:cubicBezTo>
                <a:cubicBezTo>
                  <a:pt x="893" y="849"/>
                  <a:pt x="895" y="848"/>
                  <a:pt x="895" y="844"/>
                </a:cubicBezTo>
                <a:cubicBezTo>
                  <a:pt x="897" y="845"/>
                  <a:pt x="897" y="842"/>
                  <a:pt x="899" y="843"/>
                </a:cubicBezTo>
                <a:cubicBezTo>
                  <a:pt x="898" y="847"/>
                  <a:pt x="899" y="848"/>
                  <a:pt x="899" y="853"/>
                </a:cubicBezTo>
                <a:cubicBezTo>
                  <a:pt x="897" y="858"/>
                  <a:pt x="889" y="857"/>
                  <a:pt x="888" y="863"/>
                </a:cubicBezTo>
                <a:cubicBezTo>
                  <a:pt x="886" y="863"/>
                  <a:pt x="887" y="860"/>
                  <a:pt x="885" y="860"/>
                </a:cubicBezTo>
                <a:close/>
                <a:moveTo>
                  <a:pt x="975" y="902"/>
                </a:moveTo>
                <a:cubicBezTo>
                  <a:pt x="975" y="894"/>
                  <a:pt x="985" y="896"/>
                  <a:pt x="986" y="888"/>
                </a:cubicBezTo>
                <a:cubicBezTo>
                  <a:pt x="989" y="888"/>
                  <a:pt x="989" y="890"/>
                  <a:pt x="991" y="890"/>
                </a:cubicBezTo>
                <a:cubicBezTo>
                  <a:pt x="988" y="897"/>
                  <a:pt x="983" y="901"/>
                  <a:pt x="975" y="902"/>
                </a:cubicBezTo>
                <a:close/>
                <a:moveTo>
                  <a:pt x="1022" y="871"/>
                </a:moveTo>
                <a:cubicBezTo>
                  <a:pt x="1020" y="870"/>
                  <a:pt x="1019" y="868"/>
                  <a:pt x="1018" y="865"/>
                </a:cubicBezTo>
                <a:cubicBezTo>
                  <a:pt x="1022" y="866"/>
                  <a:pt x="1020" y="862"/>
                  <a:pt x="1024" y="863"/>
                </a:cubicBezTo>
                <a:cubicBezTo>
                  <a:pt x="1024" y="867"/>
                  <a:pt x="1023" y="869"/>
                  <a:pt x="1022" y="871"/>
                </a:cubicBezTo>
                <a:close/>
                <a:moveTo>
                  <a:pt x="1038" y="828"/>
                </a:moveTo>
                <a:cubicBezTo>
                  <a:pt x="1039" y="828"/>
                  <a:pt x="1039" y="829"/>
                  <a:pt x="1040" y="829"/>
                </a:cubicBezTo>
                <a:cubicBezTo>
                  <a:pt x="1041" y="831"/>
                  <a:pt x="1038" y="831"/>
                  <a:pt x="1038" y="833"/>
                </a:cubicBezTo>
                <a:cubicBezTo>
                  <a:pt x="1036" y="833"/>
                  <a:pt x="1038" y="829"/>
                  <a:pt x="1038" y="828"/>
                </a:cubicBezTo>
                <a:close/>
                <a:moveTo>
                  <a:pt x="1034" y="826"/>
                </a:moveTo>
                <a:cubicBezTo>
                  <a:pt x="1034" y="821"/>
                  <a:pt x="1040" y="818"/>
                  <a:pt x="1044" y="821"/>
                </a:cubicBezTo>
                <a:cubicBezTo>
                  <a:pt x="1042" y="824"/>
                  <a:pt x="1040" y="827"/>
                  <a:pt x="1034" y="826"/>
                </a:cubicBezTo>
                <a:close/>
                <a:moveTo>
                  <a:pt x="1042" y="862"/>
                </a:moveTo>
                <a:cubicBezTo>
                  <a:pt x="1044" y="858"/>
                  <a:pt x="1044" y="857"/>
                  <a:pt x="1047" y="853"/>
                </a:cubicBezTo>
                <a:cubicBezTo>
                  <a:pt x="1048" y="855"/>
                  <a:pt x="1048" y="859"/>
                  <a:pt x="1049" y="864"/>
                </a:cubicBezTo>
                <a:cubicBezTo>
                  <a:pt x="1046" y="864"/>
                  <a:pt x="1046" y="862"/>
                  <a:pt x="1042" y="862"/>
                </a:cubicBezTo>
                <a:close/>
                <a:moveTo>
                  <a:pt x="1057" y="850"/>
                </a:moveTo>
                <a:cubicBezTo>
                  <a:pt x="1053" y="848"/>
                  <a:pt x="1059" y="848"/>
                  <a:pt x="1059" y="846"/>
                </a:cubicBezTo>
                <a:cubicBezTo>
                  <a:pt x="1063" y="846"/>
                  <a:pt x="1058" y="850"/>
                  <a:pt x="1057" y="850"/>
                </a:cubicBezTo>
                <a:close/>
                <a:moveTo>
                  <a:pt x="1041" y="795"/>
                </a:moveTo>
                <a:cubicBezTo>
                  <a:pt x="1040" y="797"/>
                  <a:pt x="1040" y="801"/>
                  <a:pt x="1038" y="803"/>
                </a:cubicBezTo>
                <a:cubicBezTo>
                  <a:pt x="1028" y="803"/>
                  <a:pt x="1024" y="810"/>
                  <a:pt x="1015" y="811"/>
                </a:cubicBezTo>
                <a:cubicBezTo>
                  <a:pt x="1017" y="808"/>
                  <a:pt x="1016" y="808"/>
                  <a:pt x="1016" y="804"/>
                </a:cubicBezTo>
                <a:cubicBezTo>
                  <a:pt x="1011" y="805"/>
                  <a:pt x="1015" y="809"/>
                  <a:pt x="1013" y="812"/>
                </a:cubicBezTo>
                <a:cubicBezTo>
                  <a:pt x="1010" y="812"/>
                  <a:pt x="1008" y="809"/>
                  <a:pt x="1010" y="808"/>
                </a:cubicBezTo>
                <a:cubicBezTo>
                  <a:pt x="1006" y="808"/>
                  <a:pt x="1006" y="811"/>
                  <a:pt x="1002" y="811"/>
                </a:cubicBezTo>
                <a:cubicBezTo>
                  <a:pt x="1004" y="817"/>
                  <a:pt x="997" y="818"/>
                  <a:pt x="995" y="822"/>
                </a:cubicBezTo>
                <a:cubicBezTo>
                  <a:pt x="997" y="823"/>
                  <a:pt x="998" y="825"/>
                  <a:pt x="996" y="827"/>
                </a:cubicBezTo>
                <a:cubicBezTo>
                  <a:pt x="1000" y="828"/>
                  <a:pt x="1001" y="829"/>
                  <a:pt x="1004" y="833"/>
                </a:cubicBezTo>
                <a:cubicBezTo>
                  <a:pt x="1009" y="828"/>
                  <a:pt x="1014" y="825"/>
                  <a:pt x="1016" y="818"/>
                </a:cubicBezTo>
                <a:cubicBezTo>
                  <a:pt x="1029" y="815"/>
                  <a:pt x="1036" y="806"/>
                  <a:pt x="1047" y="802"/>
                </a:cubicBezTo>
                <a:cubicBezTo>
                  <a:pt x="1052" y="803"/>
                  <a:pt x="1051" y="812"/>
                  <a:pt x="1058" y="812"/>
                </a:cubicBezTo>
                <a:cubicBezTo>
                  <a:pt x="1054" y="815"/>
                  <a:pt x="1054" y="821"/>
                  <a:pt x="1049" y="822"/>
                </a:cubicBezTo>
                <a:cubicBezTo>
                  <a:pt x="1050" y="819"/>
                  <a:pt x="1047" y="820"/>
                  <a:pt x="1047" y="821"/>
                </a:cubicBezTo>
                <a:cubicBezTo>
                  <a:pt x="1044" y="821"/>
                  <a:pt x="1045" y="818"/>
                  <a:pt x="1044" y="817"/>
                </a:cubicBezTo>
                <a:cubicBezTo>
                  <a:pt x="1037" y="818"/>
                  <a:pt x="1031" y="820"/>
                  <a:pt x="1027" y="824"/>
                </a:cubicBezTo>
                <a:cubicBezTo>
                  <a:pt x="1029" y="825"/>
                  <a:pt x="1031" y="827"/>
                  <a:pt x="1033" y="827"/>
                </a:cubicBezTo>
                <a:cubicBezTo>
                  <a:pt x="1031" y="830"/>
                  <a:pt x="1033" y="831"/>
                  <a:pt x="1033" y="834"/>
                </a:cubicBezTo>
                <a:cubicBezTo>
                  <a:pt x="1037" y="834"/>
                  <a:pt x="1037" y="834"/>
                  <a:pt x="1040" y="835"/>
                </a:cubicBezTo>
                <a:cubicBezTo>
                  <a:pt x="1041" y="836"/>
                  <a:pt x="1041" y="835"/>
                  <a:pt x="1041" y="835"/>
                </a:cubicBezTo>
                <a:cubicBezTo>
                  <a:pt x="1040" y="838"/>
                  <a:pt x="1035" y="842"/>
                  <a:pt x="1031" y="842"/>
                </a:cubicBezTo>
                <a:cubicBezTo>
                  <a:pt x="1029" y="839"/>
                  <a:pt x="1030" y="838"/>
                  <a:pt x="1028" y="834"/>
                </a:cubicBezTo>
                <a:cubicBezTo>
                  <a:pt x="1024" y="834"/>
                  <a:pt x="1027" y="839"/>
                  <a:pt x="1026" y="840"/>
                </a:cubicBezTo>
                <a:cubicBezTo>
                  <a:pt x="1026" y="842"/>
                  <a:pt x="1028" y="842"/>
                  <a:pt x="1030" y="842"/>
                </a:cubicBezTo>
                <a:cubicBezTo>
                  <a:pt x="1029" y="845"/>
                  <a:pt x="1026" y="847"/>
                  <a:pt x="1026" y="850"/>
                </a:cubicBezTo>
                <a:cubicBezTo>
                  <a:pt x="1023" y="849"/>
                  <a:pt x="1020" y="849"/>
                  <a:pt x="1019" y="847"/>
                </a:cubicBezTo>
                <a:cubicBezTo>
                  <a:pt x="1017" y="848"/>
                  <a:pt x="1019" y="853"/>
                  <a:pt x="1018" y="856"/>
                </a:cubicBezTo>
                <a:cubicBezTo>
                  <a:pt x="1021" y="855"/>
                  <a:pt x="1021" y="851"/>
                  <a:pt x="1027" y="852"/>
                </a:cubicBezTo>
                <a:cubicBezTo>
                  <a:pt x="1023" y="855"/>
                  <a:pt x="1022" y="860"/>
                  <a:pt x="1021" y="863"/>
                </a:cubicBezTo>
                <a:cubicBezTo>
                  <a:pt x="1010" y="862"/>
                  <a:pt x="1020" y="881"/>
                  <a:pt x="1008" y="884"/>
                </a:cubicBezTo>
                <a:cubicBezTo>
                  <a:pt x="1007" y="879"/>
                  <a:pt x="1004" y="872"/>
                  <a:pt x="1012" y="873"/>
                </a:cubicBezTo>
                <a:cubicBezTo>
                  <a:pt x="1012" y="870"/>
                  <a:pt x="1012" y="869"/>
                  <a:pt x="1013" y="868"/>
                </a:cubicBezTo>
                <a:cubicBezTo>
                  <a:pt x="1010" y="867"/>
                  <a:pt x="1011" y="871"/>
                  <a:pt x="1007" y="870"/>
                </a:cubicBezTo>
                <a:cubicBezTo>
                  <a:pt x="1006" y="868"/>
                  <a:pt x="1004" y="866"/>
                  <a:pt x="1005" y="862"/>
                </a:cubicBezTo>
                <a:cubicBezTo>
                  <a:pt x="1007" y="862"/>
                  <a:pt x="1008" y="864"/>
                  <a:pt x="1011" y="863"/>
                </a:cubicBezTo>
                <a:cubicBezTo>
                  <a:pt x="1013" y="862"/>
                  <a:pt x="1012" y="860"/>
                  <a:pt x="1015" y="860"/>
                </a:cubicBezTo>
                <a:cubicBezTo>
                  <a:pt x="1015" y="857"/>
                  <a:pt x="1011" y="857"/>
                  <a:pt x="1014" y="855"/>
                </a:cubicBezTo>
                <a:cubicBezTo>
                  <a:pt x="1005" y="851"/>
                  <a:pt x="999" y="865"/>
                  <a:pt x="990" y="867"/>
                </a:cubicBezTo>
                <a:cubicBezTo>
                  <a:pt x="989" y="866"/>
                  <a:pt x="989" y="865"/>
                  <a:pt x="989" y="862"/>
                </a:cubicBezTo>
                <a:cubicBezTo>
                  <a:pt x="986" y="863"/>
                  <a:pt x="986" y="867"/>
                  <a:pt x="982" y="866"/>
                </a:cubicBezTo>
                <a:cubicBezTo>
                  <a:pt x="982" y="863"/>
                  <a:pt x="980" y="864"/>
                  <a:pt x="981" y="861"/>
                </a:cubicBezTo>
                <a:cubicBezTo>
                  <a:pt x="980" y="858"/>
                  <a:pt x="983" y="860"/>
                  <a:pt x="983" y="858"/>
                </a:cubicBezTo>
                <a:cubicBezTo>
                  <a:pt x="979" y="858"/>
                  <a:pt x="974" y="864"/>
                  <a:pt x="968" y="866"/>
                </a:cubicBezTo>
                <a:cubicBezTo>
                  <a:pt x="968" y="862"/>
                  <a:pt x="968" y="862"/>
                  <a:pt x="968" y="862"/>
                </a:cubicBezTo>
                <a:cubicBezTo>
                  <a:pt x="964" y="861"/>
                  <a:pt x="965" y="866"/>
                  <a:pt x="961" y="865"/>
                </a:cubicBezTo>
                <a:cubicBezTo>
                  <a:pt x="961" y="864"/>
                  <a:pt x="961" y="863"/>
                  <a:pt x="960" y="862"/>
                </a:cubicBezTo>
                <a:cubicBezTo>
                  <a:pt x="958" y="863"/>
                  <a:pt x="958" y="864"/>
                  <a:pt x="958" y="866"/>
                </a:cubicBezTo>
                <a:cubicBezTo>
                  <a:pt x="957" y="862"/>
                  <a:pt x="951" y="866"/>
                  <a:pt x="953" y="861"/>
                </a:cubicBezTo>
                <a:cubicBezTo>
                  <a:pt x="950" y="861"/>
                  <a:pt x="952" y="867"/>
                  <a:pt x="948" y="865"/>
                </a:cubicBezTo>
                <a:cubicBezTo>
                  <a:pt x="950" y="867"/>
                  <a:pt x="951" y="870"/>
                  <a:pt x="950" y="875"/>
                </a:cubicBezTo>
                <a:cubicBezTo>
                  <a:pt x="949" y="878"/>
                  <a:pt x="943" y="877"/>
                  <a:pt x="944" y="882"/>
                </a:cubicBezTo>
                <a:cubicBezTo>
                  <a:pt x="940" y="882"/>
                  <a:pt x="939" y="883"/>
                  <a:pt x="935" y="882"/>
                </a:cubicBezTo>
                <a:cubicBezTo>
                  <a:pt x="936" y="878"/>
                  <a:pt x="938" y="874"/>
                  <a:pt x="940" y="871"/>
                </a:cubicBezTo>
                <a:cubicBezTo>
                  <a:pt x="943" y="871"/>
                  <a:pt x="942" y="869"/>
                  <a:pt x="944" y="871"/>
                </a:cubicBezTo>
                <a:cubicBezTo>
                  <a:pt x="946" y="870"/>
                  <a:pt x="947" y="866"/>
                  <a:pt x="946" y="865"/>
                </a:cubicBezTo>
                <a:cubicBezTo>
                  <a:pt x="936" y="864"/>
                  <a:pt x="934" y="872"/>
                  <a:pt x="929" y="879"/>
                </a:cubicBezTo>
                <a:cubicBezTo>
                  <a:pt x="927" y="878"/>
                  <a:pt x="927" y="876"/>
                  <a:pt x="927" y="874"/>
                </a:cubicBezTo>
                <a:cubicBezTo>
                  <a:pt x="917" y="877"/>
                  <a:pt x="924" y="885"/>
                  <a:pt x="919" y="891"/>
                </a:cubicBezTo>
                <a:cubicBezTo>
                  <a:pt x="915" y="892"/>
                  <a:pt x="916" y="891"/>
                  <a:pt x="912" y="890"/>
                </a:cubicBezTo>
                <a:cubicBezTo>
                  <a:pt x="909" y="896"/>
                  <a:pt x="908" y="903"/>
                  <a:pt x="902" y="905"/>
                </a:cubicBezTo>
                <a:cubicBezTo>
                  <a:pt x="896" y="903"/>
                  <a:pt x="890" y="905"/>
                  <a:pt x="887" y="899"/>
                </a:cubicBezTo>
                <a:cubicBezTo>
                  <a:pt x="889" y="884"/>
                  <a:pt x="908" y="887"/>
                  <a:pt x="914" y="876"/>
                </a:cubicBezTo>
                <a:cubicBezTo>
                  <a:pt x="917" y="876"/>
                  <a:pt x="914" y="878"/>
                  <a:pt x="916" y="879"/>
                </a:cubicBezTo>
                <a:cubicBezTo>
                  <a:pt x="923" y="869"/>
                  <a:pt x="939" y="868"/>
                  <a:pt x="942" y="854"/>
                </a:cubicBezTo>
                <a:cubicBezTo>
                  <a:pt x="952" y="854"/>
                  <a:pt x="952" y="854"/>
                  <a:pt x="952" y="854"/>
                </a:cubicBezTo>
                <a:cubicBezTo>
                  <a:pt x="954" y="851"/>
                  <a:pt x="955" y="848"/>
                  <a:pt x="957" y="846"/>
                </a:cubicBezTo>
                <a:cubicBezTo>
                  <a:pt x="959" y="845"/>
                  <a:pt x="958" y="847"/>
                  <a:pt x="960" y="848"/>
                </a:cubicBezTo>
                <a:cubicBezTo>
                  <a:pt x="962" y="847"/>
                  <a:pt x="960" y="843"/>
                  <a:pt x="961" y="843"/>
                </a:cubicBezTo>
                <a:cubicBezTo>
                  <a:pt x="966" y="845"/>
                  <a:pt x="969" y="839"/>
                  <a:pt x="971" y="835"/>
                </a:cubicBezTo>
                <a:cubicBezTo>
                  <a:pt x="970" y="832"/>
                  <a:pt x="970" y="838"/>
                  <a:pt x="968" y="836"/>
                </a:cubicBezTo>
                <a:cubicBezTo>
                  <a:pt x="969" y="834"/>
                  <a:pt x="968" y="833"/>
                  <a:pt x="968" y="832"/>
                </a:cubicBezTo>
                <a:cubicBezTo>
                  <a:pt x="966" y="835"/>
                  <a:pt x="956" y="846"/>
                  <a:pt x="950" y="844"/>
                </a:cubicBezTo>
                <a:cubicBezTo>
                  <a:pt x="950" y="843"/>
                  <a:pt x="952" y="841"/>
                  <a:pt x="951" y="841"/>
                </a:cubicBezTo>
                <a:cubicBezTo>
                  <a:pt x="948" y="842"/>
                  <a:pt x="948" y="846"/>
                  <a:pt x="945" y="848"/>
                </a:cubicBezTo>
                <a:cubicBezTo>
                  <a:pt x="942" y="848"/>
                  <a:pt x="941" y="847"/>
                  <a:pt x="940" y="845"/>
                </a:cubicBezTo>
                <a:cubicBezTo>
                  <a:pt x="937" y="846"/>
                  <a:pt x="938" y="852"/>
                  <a:pt x="932" y="852"/>
                </a:cubicBezTo>
                <a:cubicBezTo>
                  <a:pt x="937" y="850"/>
                  <a:pt x="933" y="844"/>
                  <a:pt x="932" y="840"/>
                </a:cubicBezTo>
                <a:cubicBezTo>
                  <a:pt x="929" y="842"/>
                  <a:pt x="928" y="846"/>
                  <a:pt x="923" y="846"/>
                </a:cubicBezTo>
                <a:cubicBezTo>
                  <a:pt x="922" y="844"/>
                  <a:pt x="922" y="842"/>
                  <a:pt x="922" y="839"/>
                </a:cubicBezTo>
                <a:cubicBezTo>
                  <a:pt x="917" y="839"/>
                  <a:pt x="917" y="844"/>
                  <a:pt x="916" y="848"/>
                </a:cubicBezTo>
                <a:cubicBezTo>
                  <a:pt x="914" y="848"/>
                  <a:pt x="913" y="847"/>
                  <a:pt x="912" y="847"/>
                </a:cubicBezTo>
                <a:cubicBezTo>
                  <a:pt x="910" y="847"/>
                  <a:pt x="911" y="850"/>
                  <a:pt x="909" y="849"/>
                </a:cubicBezTo>
                <a:cubicBezTo>
                  <a:pt x="910" y="851"/>
                  <a:pt x="913" y="848"/>
                  <a:pt x="916" y="850"/>
                </a:cubicBezTo>
                <a:cubicBezTo>
                  <a:pt x="915" y="853"/>
                  <a:pt x="914" y="856"/>
                  <a:pt x="910" y="856"/>
                </a:cubicBezTo>
                <a:cubicBezTo>
                  <a:pt x="912" y="860"/>
                  <a:pt x="912" y="861"/>
                  <a:pt x="909" y="863"/>
                </a:cubicBezTo>
                <a:cubicBezTo>
                  <a:pt x="906" y="863"/>
                  <a:pt x="908" y="858"/>
                  <a:pt x="907" y="855"/>
                </a:cubicBezTo>
                <a:cubicBezTo>
                  <a:pt x="906" y="855"/>
                  <a:pt x="905" y="856"/>
                  <a:pt x="905" y="857"/>
                </a:cubicBezTo>
                <a:cubicBezTo>
                  <a:pt x="903" y="853"/>
                  <a:pt x="908" y="852"/>
                  <a:pt x="906" y="847"/>
                </a:cubicBezTo>
                <a:cubicBezTo>
                  <a:pt x="911" y="845"/>
                  <a:pt x="912" y="840"/>
                  <a:pt x="917" y="838"/>
                </a:cubicBezTo>
                <a:cubicBezTo>
                  <a:pt x="919" y="839"/>
                  <a:pt x="915" y="840"/>
                  <a:pt x="916" y="841"/>
                </a:cubicBezTo>
                <a:cubicBezTo>
                  <a:pt x="917" y="842"/>
                  <a:pt x="921" y="837"/>
                  <a:pt x="922" y="834"/>
                </a:cubicBezTo>
                <a:cubicBezTo>
                  <a:pt x="922" y="833"/>
                  <a:pt x="920" y="834"/>
                  <a:pt x="919" y="834"/>
                </a:cubicBezTo>
                <a:cubicBezTo>
                  <a:pt x="926" y="827"/>
                  <a:pt x="934" y="822"/>
                  <a:pt x="943" y="819"/>
                </a:cubicBezTo>
                <a:cubicBezTo>
                  <a:pt x="942" y="822"/>
                  <a:pt x="946" y="820"/>
                  <a:pt x="945" y="823"/>
                </a:cubicBezTo>
                <a:cubicBezTo>
                  <a:pt x="948" y="822"/>
                  <a:pt x="945" y="817"/>
                  <a:pt x="949" y="815"/>
                </a:cubicBezTo>
                <a:cubicBezTo>
                  <a:pt x="960" y="820"/>
                  <a:pt x="946" y="829"/>
                  <a:pt x="942" y="834"/>
                </a:cubicBezTo>
                <a:cubicBezTo>
                  <a:pt x="946" y="836"/>
                  <a:pt x="947" y="837"/>
                  <a:pt x="947" y="842"/>
                </a:cubicBezTo>
                <a:cubicBezTo>
                  <a:pt x="949" y="840"/>
                  <a:pt x="948" y="839"/>
                  <a:pt x="948" y="835"/>
                </a:cubicBezTo>
                <a:cubicBezTo>
                  <a:pt x="953" y="833"/>
                  <a:pt x="954" y="826"/>
                  <a:pt x="959" y="823"/>
                </a:cubicBezTo>
                <a:cubicBezTo>
                  <a:pt x="957" y="822"/>
                  <a:pt x="955" y="820"/>
                  <a:pt x="955" y="817"/>
                </a:cubicBezTo>
                <a:cubicBezTo>
                  <a:pt x="960" y="817"/>
                  <a:pt x="969" y="816"/>
                  <a:pt x="967" y="808"/>
                </a:cubicBezTo>
                <a:cubicBezTo>
                  <a:pt x="969" y="807"/>
                  <a:pt x="971" y="807"/>
                  <a:pt x="972" y="805"/>
                </a:cubicBezTo>
                <a:cubicBezTo>
                  <a:pt x="974" y="806"/>
                  <a:pt x="970" y="807"/>
                  <a:pt x="971" y="808"/>
                </a:cubicBezTo>
                <a:cubicBezTo>
                  <a:pt x="973" y="807"/>
                  <a:pt x="975" y="810"/>
                  <a:pt x="974" y="806"/>
                </a:cubicBezTo>
                <a:cubicBezTo>
                  <a:pt x="977" y="808"/>
                  <a:pt x="978" y="805"/>
                  <a:pt x="981" y="805"/>
                </a:cubicBezTo>
                <a:cubicBezTo>
                  <a:pt x="982" y="807"/>
                  <a:pt x="978" y="811"/>
                  <a:pt x="977" y="814"/>
                </a:cubicBezTo>
                <a:cubicBezTo>
                  <a:pt x="976" y="814"/>
                  <a:pt x="976" y="812"/>
                  <a:pt x="975" y="812"/>
                </a:cubicBezTo>
                <a:cubicBezTo>
                  <a:pt x="976" y="815"/>
                  <a:pt x="969" y="822"/>
                  <a:pt x="975" y="823"/>
                </a:cubicBezTo>
                <a:cubicBezTo>
                  <a:pt x="975" y="826"/>
                  <a:pt x="974" y="827"/>
                  <a:pt x="973" y="830"/>
                </a:cubicBezTo>
                <a:cubicBezTo>
                  <a:pt x="974" y="831"/>
                  <a:pt x="978" y="829"/>
                  <a:pt x="980" y="829"/>
                </a:cubicBezTo>
                <a:cubicBezTo>
                  <a:pt x="979" y="826"/>
                  <a:pt x="979" y="825"/>
                  <a:pt x="976" y="826"/>
                </a:cubicBezTo>
                <a:cubicBezTo>
                  <a:pt x="976" y="823"/>
                  <a:pt x="978" y="821"/>
                  <a:pt x="977" y="818"/>
                </a:cubicBezTo>
                <a:cubicBezTo>
                  <a:pt x="980" y="817"/>
                  <a:pt x="980" y="818"/>
                  <a:pt x="983" y="819"/>
                </a:cubicBezTo>
                <a:cubicBezTo>
                  <a:pt x="986" y="818"/>
                  <a:pt x="988" y="809"/>
                  <a:pt x="993" y="814"/>
                </a:cubicBezTo>
                <a:cubicBezTo>
                  <a:pt x="998" y="810"/>
                  <a:pt x="997" y="801"/>
                  <a:pt x="1005" y="799"/>
                </a:cubicBezTo>
                <a:cubicBezTo>
                  <a:pt x="1004" y="797"/>
                  <a:pt x="1003" y="795"/>
                  <a:pt x="1004" y="792"/>
                </a:cubicBezTo>
                <a:cubicBezTo>
                  <a:pt x="1006" y="791"/>
                  <a:pt x="1007" y="789"/>
                  <a:pt x="1010" y="790"/>
                </a:cubicBezTo>
                <a:cubicBezTo>
                  <a:pt x="1010" y="793"/>
                  <a:pt x="1010" y="793"/>
                  <a:pt x="1010" y="793"/>
                </a:cubicBezTo>
                <a:cubicBezTo>
                  <a:pt x="1014" y="792"/>
                  <a:pt x="1015" y="788"/>
                  <a:pt x="1016" y="784"/>
                </a:cubicBezTo>
                <a:cubicBezTo>
                  <a:pt x="1022" y="786"/>
                  <a:pt x="1021" y="779"/>
                  <a:pt x="1025" y="777"/>
                </a:cubicBezTo>
                <a:cubicBezTo>
                  <a:pt x="1026" y="778"/>
                  <a:pt x="1028" y="778"/>
                  <a:pt x="1030" y="778"/>
                </a:cubicBezTo>
                <a:cubicBezTo>
                  <a:pt x="1030" y="782"/>
                  <a:pt x="1029" y="781"/>
                  <a:pt x="1030" y="785"/>
                </a:cubicBezTo>
                <a:cubicBezTo>
                  <a:pt x="1028" y="786"/>
                  <a:pt x="1028" y="784"/>
                  <a:pt x="1026" y="784"/>
                </a:cubicBezTo>
                <a:cubicBezTo>
                  <a:pt x="1032" y="792"/>
                  <a:pt x="1025" y="800"/>
                  <a:pt x="1017" y="802"/>
                </a:cubicBezTo>
                <a:cubicBezTo>
                  <a:pt x="1018" y="803"/>
                  <a:pt x="1020" y="804"/>
                  <a:pt x="1019" y="807"/>
                </a:cubicBezTo>
                <a:cubicBezTo>
                  <a:pt x="1023" y="807"/>
                  <a:pt x="1023" y="807"/>
                  <a:pt x="1023" y="807"/>
                </a:cubicBezTo>
                <a:cubicBezTo>
                  <a:pt x="1026" y="806"/>
                  <a:pt x="1021" y="805"/>
                  <a:pt x="1022" y="803"/>
                </a:cubicBezTo>
                <a:cubicBezTo>
                  <a:pt x="1025" y="801"/>
                  <a:pt x="1029" y="802"/>
                  <a:pt x="1032" y="800"/>
                </a:cubicBezTo>
                <a:cubicBezTo>
                  <a:pt x="1032" y="798"/>
                  <a:pt x="1030" y="796"/>
                  <a:pt x="1034" y="796"/>
                </a:cubicBezTo>
                <a:cubicBezTo>
                  <a:pt x="1031" y="794"/>
                  <a:pt x="1032" y="789"/>
                  <a:pt x="1031" y="785"/>
                </a:cubicBezTo>
                <a:cubicBezTo>
                  <a:pt x="1040" y="778"/>
                  <a:pt x="1050" y="771"/>
                  <a:pt x="1060" y="766"/>
                </a:cubicBezTo>
                <a:cubicBezTo>
                  <a:pt x="1060" y="768"/>
                  <a:pt x="1062" y="768"/>
                  <a:pt x="1061" y="770"/>
                </a:cubicBezTo>
                <a:cubicBezTo>
                  <a:pt x="1056" y="771"/>
                  <a:pt x="1055" y="778"/>
                  <a:pt x="1051" y="781"/>
                </a:cubicBezTo>
                <a:cubicBezTo>
                  <a:pt x="1053" y="785"/>
                  <a:pt x="1060" y="777"/>
                  <a:pt x="1063" y="780"/>
                </a:cubicBezTo>
                <a:cubicBezTo>
                  <a:pt x="1063" y="781"/>
                  <a:pt x="1062" y="781"/>
                  <a:pt x="1063" y="782"/>
                </a:cubicBezTo>
                <a:cubicBezTo>
                  <a:pt x="1054" y="786"/>
                  <a:pt x="1053" y="801"/>
                  <a:pt x="1041" y="795"/>
                </a:cubicBezTo>
                <a:close/>
                <a:moveTo>
                  <a:pt x="929" y="862"/>
                </a:moveTo>
                <a:cubicBezTo>
                  <a:pt x="930" y="866"/>
                  <a:pt x="928" y="867"/>
                  <a:pt x="924" y="867"/>
                </a:cubicBezTo>
                <a:cubicBezTo>
                  <a:pt x="921" y="863"/>
                  <a:pt x="923" y="859"/>
                  <a:pt x="928" y="858"/>
                </a:cubicBezTo>
                <a:cubicBezTo>
                  <a:pt x="930" y="861"/>
                  <a:pt x="924" y="863"/>
                  <a:pt x="929" y="862"/>
                </a:cubicBezTo>
                <a:close/>
                <a:moveTo>
                  <a:pt x="1047" y="751"/>
                </a:moveTo>
                <a:cubicBezTo>
                  <a:pt x="1044" y="757"/>
                  <a:pt x="1034" y="753"/>
                  <a:pt x="1038" y="744"/>
                </a:cubicBezTo>
                <a:cubicBezTo>
                  <a:pt x="1039" y="743"/>
                  <a:pt x="1042" y="746"/>
                  <a:pt x="1043" y="743"/>
                </a:cubicBezTo>
                <a:cubicBezTo>
                  <a:pt x="1045" y="743"/>
                  <a:pt x="1043" y="746"/>
                  <a:pt x="1042" y="746"/>
                </a:cubicBezTo>
                <a:cubicBezTo>
                  <a:pt x="1045" y="745"/>
                  <a:pt x="1044" y="749"/>
                  <a:pt x="1047" y="751"/>
                </a:cubicBezTo>
                <a:close/>
                <a:moveTo>
                  <a:pt x="1038" y="768"/>
                </a:moveTo>
                <a:cubicBezTo>
                  <a:pt x="1038" y="767"/>
                  <a:pt x="1041" y="762"/>
                  <a:pt x="1045" y="763"/>
                </a:cubicBezTo>
                <a:cubicBezTo>
                  <a:pt x="1045" y="766"/>
                  <a:pt x="1043" y="769"/>
                  <a:pt x="1038" y="769"/>
                </a:cubicBezTo>
                <a:cubicBezTo>
                  <a:pt x="1037" y="769"/>
                  <a:pt x="1038" y="768"/>
                  <a:pt x="1039" y="769"/>
                </a:cubicBezTo>
                <a:cubicBezTo>
                  <a:pt x="1040" y="767"/>
                  <a:pt x="1038" y="767"/>
                  <a:pt x="1038" y="768"/>
                </a:cubicBezTo>
                <a:close/>
                <a:moveTo>
                  <a:pt x="1040" y="718"/>
                </a:moveTo>
                <a:cubicBezTo>
                  <a:pt x="1037" y="718"/>
                  <a:pt x="1037" y="716"/>
                  <a:pt x="1034" y="717"/>
                </a:cubicBezTo>
                <a:cubicBezTo>
                  <a:pt x="1037" y="713"/>
                  <a:pt x="1043" y="711"/>
                  <a:pt x="1045" y="704"/>
                </a:cubicBezTo>
                <a:cubicBezTo>
                  <a:pt x="1048" y="704"/>
                  <a:pt x="1046" y="709"/>
                  <a:pt x="1050" y="707"/>
                </a:cubicBezTo>
                <a:cubicBezTo>
                  <a:pt x="1049" y="713"/>
                  <a:pt x="1042" y="713"/>
                  <a:pt x="1040" y="718"/>
                </a:cubicBezTo>
                <a:close/>
                <a:moveTo>
                  <a:pt x="1042" y="720"/>
                </a:moveTo>
                <a:cubicBezTo>
                  <a:pt x="1041" y="724"/>
                  <a:pt x="1042" y="723"/>
                  <a:pt x="1041" y="726"/>
                </a:cubicBezTo>
                <a:cubicBezTo>
                  <a:pt x="1037" y="725"/>
                  <a:pt x="1036" y="730"/>
                  <a:pt x="1033" y="728"/>
                </a:cubicBezTo>
                <a:cubicBezTo>
                  <a:pt x="1036" y="725"/>
                  <a:pt x="1036" y="720"/>
                  <a:pt x="1042" y="720"/>
                </a:cubicBezTo>
                <a:close/>
                <a:moveTo>
                  <a:pt x="1051" y="760"/>
                </a:moveTo>
                <a:cubicBezTo>
                  <a:pt x="1050" y="757"/>
                  <a:pt x="1053" y="757"/>
                  <a:pt x="1054" y="755"/>
                </a:cubicBezTo>
                <a:cubicBezTo>
                  <a:pt x="1058" y="758"/>
                  <a:pt x="1062" y="748"/>
                  <a:pt x="1070" y="750"/>
                </a:cubicBezTo>
                <a:cubicBezTo>
                  <a:pt x="1064" y="756"/>
                  <a:pt x="1059" y="759"/>
                  <a:pt x="1051" y="760"/>
                </a:cubicBezTo>
                <a:close/>
                <a:moveTo>
                  <a:pt x="1065" y="765"/>
                </a:moveTo>
                <a:cubicBezTo>
                  <a:pt x="1065" y="766"/>
                  <a:pt x="1064" y="767"/>
                  <a:pt x="1064" y="769"/>
                </a:cubicBezTo>
                <a:cubicBezTo>
                  <a:pt x="1061" y="769"/>
                  <a:pt x="1061" y="765"/>
                  <a:pt x="1062" y="764"/>
                </a:cubicBezTo>
                <a:cubicBezTo>
                  <a:pt x="1064" y="764"/>
                  <a:pt x="1064" y="765"/>
                  <a:pt x="1065" y="765"/>
                </a:cubicBezTo>
                <a:close/>
                <a:moveTo>
                  <a:pt x="1066" y="831"/>
                </a:moveTo>
                <a:cubicBezTo>
                  <a:pt x="1065" y="830"/>
                  <a:pt x="1064" y="830"/>
                  <a:pt x="1063" y="830"/>
                </a:cubicBezTo>
                <a:cubicBezTo>
                  <a:pt x="1064" y="828"/>
                  <a:pt x="1065" y="827"/>
                  <a:pt x="1067" y="827"/>
                </a:cubicBezTo>
                <a:cubicBezTo>
                  <a:pt x="1067" y="829"/>
                  <a:pt x="1066" y="830"/>
                  <a:pt x="1066" y="831"/>
                </a:cubicBezTo>
                <a:close/>
                <a:moveTo>
                  <a:pt x="1064" y="777"/>
                </a:moveTo>
                <a:cubicBezTo>
                  <a:pt x="1064" y="773"/>
                  <a:pt x="1064" y="773"/>
                  <a:pt x="1064" y="773"/>
                </a:cubicBezTo>
                <a:cubicBezTo>
                  <a:pt x="1066" y="773"/>
                  <a:pt x="1068" y="774"/>
                  <a:pt x="1068" y="776"/>
                </a:cubicBezTo>
                <a:cubicBezTo>
                  <a:pt x="1067" y="777"/>
                  <a:pt x="1066" y="777"/>
                  <a:pt x="1064" y="777"/>
                </a:cubicBezTo>
                <a:close/>
                <a:moveTo>
                  <a:pt x="1111" y="821"/>
                </a:moveTo>
                <a:cubicBezTo>
                  <a:pt x="1111" y="824"/>
                  <a:pt x="1107" y="823"/>
                  <a:pt x="1107" y="827"/>
                </a:cubicBezTo>
                <a:cubicBezTo>
                  <a:pt x="1105" y="827"/>
                  <a:pt x="1105" y="824"/>
                  <a:pt x="1102" y="825"/>
                </a:cubicBezTo>
                <a:cubicBezTo>
                  <a:pt x="1105" y="824"/>
                  <a:pt x="1106" y="821"/>
                  <a:pt x="1111" y="821"/>
                </a:cubicBezTo>
                <a:close/>
                <a:moveTo>
                  <a:pt x="1120" y="787"/>
                </a:moveTo>
                <a:cubicBezTo>
                  <a:pt x="1120" y="784"/>
                  <a:pt x="1123" y="784"/>
                  <a:pt x="1125" y="784"/>
                </a:cubicBezTo>
                <a:cubicBezTo>
                  <a:pt x="1125" y="786"/>
                  <a:pt x="1123" y="787"/>
                  <a:pt x="1120" y="787"/>
                </a:cubicBezTo>
                <a:close/>
                <a:moveTo>
                  <a:pt x="1125" y="761"/>
                </a:moveTo>
                <a:cubicBezTo>
                  <a:pt x="1124" y="764"/>
                  <a:pt x="1125" y="767"/>
                  <a:pt x="1121" y="767"/>
                </a:cubicBezTo>
                <a:cubicBezTo>
                  <a:pt x="1119" y="764"/>
                  <a:pt x="1122" y="761"/>
                  <a:pt x="1125" y="761"/>
                </a:cubicBezTo>
                <a:close/>
                <a:moveTo>
                  <a:pt x="1122" y="773"/>
                </a:moveTo>
                <a:cubicBezTo>
                  <a:pt x="1123" y="771"/>
                  <a:pt x="1120" y="771"/>
                  <a:pt x="1121" y="769"/>
                </a:cubicBezTo>
                <a:cubicBezTo>
                  <a:pt x="1126" y="769"/>
                  <a:pt x="1131" y="763"/>
                  <a:pt x="1131" y="771"/>
                </a:cubicBezTo>
                <a:cubicBezTo>
                  <a:pt x="1128" y="771"/>
                  <a:pt x="1127" y="772"/>
                  <a:pt x="1122" y="773"/>
                </a:cubicBezTo>
                <a:close/>
                <a:moveTo>
                  <a:pt x="1135" y="808"/>
                </a:moveTo>
                <a:cubicBezTo>
                  <a:pt x="1135" y="810"/>
                  <a:pt x="1134" y="811"/>
                  <a:pt x="1132" y="810"/>
                </a:cubicBezTo>
                <a:cubicBezTo>
                  <a:pt x="1132" y="811"/>
                  <a:pt x="1133" y="812"/>
                  <a:pt x="1133" y="813"/>
                </a:cubicBezTo>
                <a:cubicBezTo>
                  <a:pt x="1130" y="813"/>
                  <a:pt x="1130" y="813"/>
                  <a:pt x="1130" y="813"/>
                </a:cubicBezTo>
                <a:cubicBezTo>
                  <a:pt x="1130" y="812"/>
                  <a:pt x="1130" y="810"/>
                  <a:pt x="1129" y="810"/>
                </a:cubicBezTo>
                <a:cubicBezTo>
                  <a:pt x="1129" y="809"/>
                  <a:pt x="1130" y="810"/>
                  <a:pt x="1130" y="810"/>
                </a:cubicBezTo>
                <a:cubicBezTo>
                  <a:pt x="1131" y="810"/>
                  <a:pt x="1131" y="809"/>
                  <a:pt x="1131" y="808"/>
                </a:cubicBezTo>
                <a:lnTo>
                  <a:pt x="1135" y="808"/>
                </a:lnTo>
                <a:close/>
                <a:moveTo>
                  <a:pt x="1128" y="750"/>
                </a:moveTo>
                <a:cubicBezTo>
                  <a:pt x="1131" y="749"/>
                  <a:pt x="1131" y="754"/>
                  <a:pt x="1131" y="750"/>
                </a:cubicBezTo>
                <a:cubicBezTo>
                  <a:pt x="1132" y="750"/>
                  <a:pt x="1132" y="752"/>
                  <a:pt x="1132" y="753"/>
                </a:cubicBezTo>
                <a:cubicBezTo>
                  <a:pt x="1131" y="753"/>
                  <a:pt x="1130" y="753"/>
                  <a:pt x="1130" y="754"/>
                </a:cubicBezTo>
                <a:cubicBezTo>
                  <a:pt x="1129" y="754"/>
                  <a:pt x="1129" y="753"/>
                  <a:pt x="1129" y="752"/>
                </a:cubicBezTo>
                <a:cubicBezTo>
                  <a:pt x="1128" y="752"/>
                  <a:pt x="1128" y="752"/>
                  <a:pt x="1128" y="753"/>
                </a:cubicBezTo>
                <a:cubicBezTo>
                  <a:pt x="1127" y="753"/>
                  <a:pt x="1127" y="752"/>
                  <a:pt x="1127" y="751"/>
                </a:cubicBezTo>
                <a:cubicBezTo>
                  <a:pt x="1128" y="751"/>
                  <a:pt x="1128" y="751"/>
                  <a:pt x="1128" y="750"/>
                </a:cubicBezTo>
                <a:close/>
                <a:moveTo>
                  <a:pt x="1126" y="756"/>
                </a:moveTo>
                <a:cubicBezTo>
                  <a:pt x="1125" y="759"/>
                  <a:pt x="1122" y="761"/>
                  <a:pt x="1118" y="762"/>
                </a:cubicBezTo>
                <a:cubicBezTo>
                  <a:pt x="1120" y="758"/>
                  <a:pt x="1115" y="759"/>
                  <a:pt x="1115" y="755"/>
                </a:cubicBezTo>
                <a:cubicBezTo>
                  <a:pt x="1117" y="755"/>
                  <a:pt x="1119" y="755"/>
                  <a:pt x="1119" y="754"/>
                </a:cubicBezTo>
                <a:cubicBezTo>
                  <a:pt x="1122" y="754"/>
                  <a:pt x="1121" y="758"/>
                  <a:pt x="1126" y="756"/>
                </a:cubicBezTo>
                <a:close/>
                <a:moveTo>
                  <a:pt x="1121" y="731"/>
                </a:moveTo>
                <a:cubicBezTo>
                  <a:pt x="1120" y="733"/>
                  <a:pt x="1120" y="734"/>
                  <a:pt x="1119" y="735"/>
                </a:cubicBezTo>
                <a:cubicBezTo>
                  <a:pt x="1116" y="735"/>
                  <a:pt x="1117" y="730"/>
                  <a:pt x="1121" y="731"/>
                </a:cubicBezTo>
                <a:close/>
                <a:moveTo>
                  <a:pt x="1103" y="692"/>
                </a:moveTo>
                <a:cubicBezTo>
                  <a:pt x="1104" y="693"/>
                  <a:pt x="1104" y="694"/>
                  <a:pt x="1105" y="694"/>
                </a:cubicBezTo>
                <a:cubicBezTo>
                  <a:pt x="1105" y="697"/>
                  <a:pt x="1103" y="699"/>
                  <a:pt x="1100" y="700"/>
                </a:cubicBezTo>
                <a:cubicBezTo>
                  <a:pt x="1098" y="698"/>
                  <a:pt x="1101" y="694"/>
                  <a:pt x="1103" y="692"/>
                </a:cubicBezTo>
                <a:close/>
                <a:moveTo>
                  <a:pt x="1091" y="752"/>
                </a:moveTo>
                <a:cubicBezTo>
                  <a:pt x="1093" y="751"/>
                  <a:pt x="1093" y="752"/>
                  <a:pt x="1094" y="753"/>
                </a:cubicBezTo>
                <a:cubicBezTo>
                  <a:pt x="1100" y="744"/>
                  <a:pt x="1113" y="742"/>
                  <a:pt x="1122" y="736"/>
                </a:cubicBezTo>
                <a:cubicBezTo>
                  <a:pt x="1121" y="739"/>
                  <a:pt x="1120" y="741"/>
                  <a:pt x="1119" y="743"/>
                </a:cubicBezTo>
                <a:cubicBezTo>
                  <a:pt x="1116" y="744"/>
                  <a:pt x="1117" y="742"/>
                  <a:pt x="1114" y="743"/>
                </a:cubicBezTo>
                <a:cubicBezTo>
                  <a:pt x="1114" y="745"/>
                  <a:pt x="1115" y="746"/>
                  <a:pt x="1116" y="746"/>
                </a:cubicBezTo>
                <a:cubicBezTo>
                  <a:pt x="1120" y="747"/>
                  <a:pt x="1119" y="742"/>
                  <a:pt x="1123" y="743"/>
                </a:cubicBezTo>
                <a:cubicBezTo>
                  <a:pt x="1122" y="750"/>
                  <a:pt x="1119" y="753"/>
                  <a:pt x="1113" y="754"/>
                </a:cubicBezTo>
                <a:cubicBezTo>
                  <a:pt x="1112" y="755"/>
                  <a:pt x="1111" y="756"/>
                  <a:pt x="1110" y="757"/>
                </a:cubicBezTo>
                <a:cubicBezTo>
                  <a:pt x="1110" y="759"/>
                  <a:pt x="1111" y="757"/>
                  <a:pt x="1113" y="757"/>
                </a:cubicBezTo>
                <a:cubicBezTo>
                  <a:pt x="1111" y="761"/>
                  <a:pt x="1112" y="765"/>
                  <a:pt x="1115" y="766"/>
                </a:cubicBezTo>
                <a:cubicBezTo>
                  <a:pt x="1116" y="769"/>
                  <a:pt x="1114" y="770"/>
                  <a:pt x="1113" y="772"/>
                </a:cubicBezTo>
                <a:cubicBezTo>
                  <a:pt x="1110" y="771"/>
                  <a:pt x="1108" y="767"/>
                  <a:pt x="1111" y="765"/>
                </a:cubicBezTo>
                <a:cubicBezTo>
                  <a:pt x="1105" y="767"/>
                  <a:pt x="1102" y="772"/>
                  <a:pt x="1096" y="773"/>
                </a:cubicBezTo>
                <a:cubicBezTo>
                  <a:pt x="1095" y="773"/>
                  <a:pt x="1096" y="772"/>
                  <a:pt x="1096" y="771"/>
                </a:cubicBezTo>
                <a:cubicBezTo>
                  <a:pt x="1091" y="773"/>
                  <a:pt x="1088" y="775"/>
                  <a:pt x="1084" y="778"/>
                </a:cubicBezTo>
                <a:cubicBezTo>
                  <a:pt x="1081" y="776"/>
                  <a:pt x="1086" y="774"/>
                  <a:pt x="1087" y="773"/>
                </a:cubicBezTo>
                <a:cubicBezTo>
                  <a:pt x="1083" y="769"/>
                  <a:pt x="1090" y="765"/>
                  <a:pt x="1086" y="759"/>
                </a:cubicBezTo>
                <a:cubicBezTo>
                  <a:pt x="1086" y="758"/>
                  <a:pt x="1082" y="761"/>
                  <a:pt x="1082" y="756"/>
                </a:cubicBezTo>
                <a:cubicBezTo>
                  <a:pt x="1086" y="758"/>
                  <a:pt x="1091" y="757"/>
                  <a:pt x="1091" y="752"/>
                </a:cubicBezTo>
                <a:close/>
                <a:moveTo>
                  <a:pt x="1083" y="748"/>
                </a:moveTo>
                <a:cubicBezTo>
                  <a:pt x="1081" y="750"/>
                  <a:pt x="1078" y="748"/>
                  <a:pt x="1076" y="749"/>
                </a:cubicBezTo>
                <a:cubicBezTo>
                  <a:pt x="1076" y="747"/>
                  <a:pt x="1083" y="743"/>
                  <a:pt x="1083" y="748"/>
                </a:cubicBezTo>
                <a:close/>
                <a:moveTo>
                  <a:pt x="1076" y="807"/>
                </a:moveTo>
                <a:cubicBezTo>
                  <a:pt x="1076" y="803"/>
                  <a:pt x="1072" y="803"/>
                  <a:pt x="1073" y="798"/>
                </a:cubicBezTo>
                <a:cubicBezTo>
                  <a:pt x="1074" y="796"/>
                  <a:pt x="1079" y="795"/>
                  <a:pt x="1081" y="797"/>
                </a:cubicBezTo>
                <a:cubicBezTo>
                  <a:pt x="1084" y="797"/>
                  <a:pt x="1080" y="795"/>
                  <a:pt x="1081" y="793"/>
                </a:cubicBezTo>
                <a:cubicBezTo>
                  <a:pt x="1086" y="793"/>
                  <a:pt x="1087" y="790"/>
                  <a:pt x="1091" y="789"/>
                </a:cubicBezTo>
                <a:cubicBezTo>
                  <a:pt x="1092" y="786"/>
                  <a:pt x="1088" y="788"/>
                  <a:pt x="1089" y="785"/>
                </a:cubicBezTo>
                <a:cubicBezTo>
                  <a:pt x="1090" y="783"/>
                  <a:pt x="1093" y="782"/>
                  <a:pt x="1096" y="782"/>
                </a:cubicBezTo>
                <a:cubicBezTo>
                  <a:pt x="1095" y="779"/>
                  <a:pt x="1095" y="777"/>
                  <a:pt x="1096" y="774"/>
                </a:cubicBezTo>
                <a:cubicBezTo>
                  <a:pt x="1099" y="774"/>
                  <a:pt x="1099" y="774"/>
                  <a:pt x="1099" y="774"/>
                </a:cubicBezTo>
                <a:cubicBezTo>
                  <a:pt x="1099" y="777"/>
                  <a:pt x="1101" y="779"/>
                  <a:pt x="1099" y="781"/>
                </a:cubicBezTo>
                <a:cubicBezTo>
                  <a:pt x="1103" y="781"/>
                  <a:pt x="1103" y="777"/>
                  <a:pt x="1103" y="774"/>
                </a:cubicBezTo>
                <a:cubicBezTo>
                  <a:pt x="1108" y="776"/>
                  <a:pt x="1106" y="775"/>
                  <a:pt x="1112" y="774"/>
                </a:cubicBezTo>
                <a:cubicBezTo>
                  <a:pt x="1112" y="777"/>
                  <a:pt x="1114" y="779"/>
                  <a:pt x="1113" y="782"/>
                </a:cubicBezTo>
                <a:cubicBezTo>
                  <a:pt x="1103" y="786"/>
                  <a:pt x="1102" y="797"/>
                  <a:pt x="1092" y="800"/>
                </a:cubicBezTo>
                <a:cubicBezTo>
                  <a:pt x="1090" y="800"/>
                  <a:pt x="1090" y="798"/>
                  <a:pt x="1088" y="797"/>
                </a:cubicBezTo>
                <a:cubicBezTo>
                  <a:pt x="1084" y="805"/>
                  <a:pt x="1081" y="815"/>
                  <a:pt x="1070" y="816"/>
                </a:cubicBezTo>
                <a:cubicBezTo>
                  <a:pt x="1071" y="812"/>
                  <a:pt x="1076" y="812"/>
                  <a:pt x="1076" y="807"/>
                </a:cubicBezTo>
                <a:close/>
                <a:moveTo>
                  <a:pt x="1066" y="712"/>
                </a:moveTo>
                <a:cubicBezTo>
                  <a:pt x="1069" y="714"/>
                  <a:pt x="1066" y="717"/>
                  <a:pt x="1069" y="719"/>
                </a:cubicBezTo>
                <a:cubicBezTo>
                  <a:pt x="1067" y="723"/>
                  <a:pt x="1063" y="724"/>
                  <a:pt x="1059" y="724"/>
                </a:cubicBezTo>
                <a:cubicBezTo>
                  <a:pt x="1060" y="720"/>
                  <a:pt x="1057" y="720"/>
                  <a:pt x="1055" y="719"/>
                </a:cubicBezTo>
                <a:cubicBezTo>
                  <a:pt x="1056" y="715"/>
                  <a:pt x="1060" y="712"/>
                  <a:pt x="1066" y="712"/>
                </a:cubicBezTo>
                <a:close/>
                <a:moveTo>
                  <a:pt x="1054" y="736"/>
                </a:moveTo>
                <a:cubicBezTo>
                  <a:pt x="1054" y="737"/>
                  <a:pt x="1056" y="740"/>
                  <a:pt x="1054" y="740"/>
                </a:cubicBezTo>
                <a:cubicBezTo>
                  <a:pt x="1054" y="742"/>
                  <a:pt x="1056" y="739"/>
                  <a:pt x="1059" y="740"/>
                </a:cubicBezTo>
                <a:cubicBezTo>
                  <a:pt x="1059" y="737"/>
                  <a:pt x="1057" y="737"/>
                  <a:pt x="1057" y="734"/>
                </a:cubicBezTo>
                <a:cubicBezTo>
                  <a:pt x="1059" y="732"/>
                  <a:pt x="1063" y="731"/>
                  <a:pt x="1063" y="726"/>
                </a:cubicBezTo>
                <a:cubicBezTo>
                  <a:pt x="1067" y="726"/>
                  <a:pt x="1067" y="725"/>
                  <a:pt x="1070" y="726"/>
                </a:cubicBezTo>
                <a:cubicBezTo>
                  <a:pt x="1070" y="731"/>
                  <a:pt x="1068" y="731"/>
                  <a:pt x="1068" y="734"/>
                </a:cubicBezTo>
                <a:cubicBezTo>
                  <a:pt x="1066" y="734"/>
                  <a:pt x="1065" y="733"/>
                  <a:pt x="1062" y="733"/>
                </a:cubicBezTo>
                <a:cubicBezTo>
                  <a:pt x="1062" y="736"/>
                  <a:pt x="1063" y="737"/>
                  <a:pt x="1065" y="737"/>
                </a:cubicBezTo>
                <a:cubicBezTo>
                  <a:pt x="1065" y="740"/>
                  <a:pt x="1063" y="740"/>
                  <a:pt x="1062" y="742"/>
                </a:cubicBezTo>
                <a:cubicBezTo>
                  <a:pt x="1061" y="741"/>
                  <a:pt x="1061" y="740"/>
                  <a:pt x="1061" y="739"/>
                </a:cubicBezTo>
                <a:cubicBezTo>
                  <a:pt x="1058" y="740"/>
                  <a:pt x="1059" y="742"/>
                  <a:pt x="1059" y="745"/>
                </a:cubicBezTo>
                <a:cubicBezTo>
                  <a:pt x="1056" y="747"/>
                  <a:pt x="1056" y="753"/>
                  <a:pt x="1050" y="750"/>
                </a:cubicBezTo>
                <a:cubicBezTo>
                  <a:pt x="1051" y="749"/>
                  <a:pt x="1052" y="748"/>
                  <a:pt x="1052" y="746"/>
                </a:cubicBezTo>
                <a:cubicBezTo>
                  <a:pt x="1050" y="744"/>
                  <a:pt x="1049" y="747"/>
                  <a:pt x="1047" y="747"/>
                </a:cubicBezTo>
                <a:cubicBezTo>
                  <a:pt x="1042" y="742"/>
                  <a:pt x="1049" y="737"/>
                  <a:pt x="1054" y="736"/>
                </a:cubicBezTo>
                <a:close/>
                <a:moveTo>
                  <a:pt x="1050" y="704"/>
                </a:moveTo>
                <a:cubicBezTo>
                  <a:pt x="1047" y="705"/>
                  <a:pt x="1047" y="703"/>
                  <a:pt x="1044" y="704"/>
                </a:cubicBezTo>
                <a:cubicBezTo>
                  <a:pt x="1043" y="700"/>
                  <a:pt x="1047" y="701"/>
                  <a:pt x="1047" y="698"/>
                </a:cubicBezTo>
                <a:cubicBezTo>
                  <a:pt x="1039" y="702"/>
                  <a:pt x="1040" y="714"/>
                  <a:pt x="1031" y="716"/>
                </a:cubicBezTo>
                <a:cubicBezTo>
                  <a:pt x="1028" y="714"/>
                  <a:pt x="1033" y="711"/>
                  <a:pt x="1030" y="710"/>
                </a:cubicBezTo>
                <a:cubicBezTo>
                  <a:pt x="1022" y="710"/>
                  <a:pt x="1024" y="721"/>
                  <a:pt x="1016" y="721"/>
                </a:cubicBezTo>
                <a:cubicBezTo>
                  <a:pt x="1015" y="717"/>
                  <a:pt x="1020" y="715"/>
                  <a:pt x="1015" y="717"/>
                </a:cubicBezTo>
                <a:cubicBezTo>
                  <a:pt x="1014" y="711"/>
                  <a:pt x="1018" y="712"/>
                  <a:pt x="1020" y="710"/>
                </a:cubicBezTo>
                <a:cubicBezTo>
                  <a:pt x="1019" y="707"/>
                  <a:pt x="1018" y="711"/>
                  <a:pt x="1016" y="710"/>
                </a:cubicBezTo>
                <a:cubicBezTo>
                  <a:pt x="1017" y="705"/>
                  <a:pt x="1024" y="704"/>
                  <a:pt x="1019" y="697"/>
                </a:cubicBezTo>
                <a:cubicBezTo>
                  <a:pt x="1021" y="697"/>
                  <a:pt x="1023" y="697"/>
                  <a:pt x="1023" y="696"/>
                </a:cubicBezTo>
                <a:cubicBezTo>
                  <a:pt x="1026" y="697"/>
                  <a:pt x="1023" y="699"/>
                  <a:pt x="1023" y="701"/>
                </a:cubicBezTo>
                <a:cubicBezTo>
                  <a:pt x="1026" y="703"/>
                  <a:pt x="1026" y="700"/>
                  <a:pt x="1030" y="700"/>
                </a:cubicBezTo>
                <a:cubicBezTo>
                  <a:pt x="1038" y="705"/>
                  <a:pt x="1043" y="693"/>
                  <a:pt x="1051" y="692"/>
                </a:cubicBezTo>
                <a:cubicBezTo>
                  <a:pt x="1048" y="697"/>
                  <a:pt x="1053" y="699"/>
                  <a:pt x="1050" y="704"/>
                </a:cubicBezTo>
                <a:close/>
                <a:moveTo>
                  <a:pt x="1067" y="678"/>
                </a:moveTo>
                <a:cubicBezTo>
                  <a:pt x="1065" y="679"/>
                  <a:pt x="1065" y="678"/>
                  <a:pt x="1064" y="678"/>
                </a:cubicBezTo>
                <a:cubicBezTo>
                  <a:pt x="1064" y="675"/>
                  <a:pt x="1065" y="674"/>
                  <a:pt x="1068" y="675"/>
                </a:cubicBezTo>
                <a:cubicBezTo>
                  <a:pt x="1068" y="677"/>
                  <a:pt x="1067" y="677"/>
                  <a:pt x="1067" y="678"/>
                </a:cubicBezTo>
                <a:close/>
                <a:moveTo>
                  <a:pt x="1067" y="520"/>
                </a:moveTo>
                <a:cubicBezTo>
                  <a:pt x="1068" y="518"/>
                  <a:pt x="1069" y="516"/>
                  <a:pt x="1072" y="517"/>
                </a:cubicBezTo>
                <a:cubicBezTo>
                  <a:pt x="1072" y="519"/>
                  <a:pt x="1068" y="521"/>
                  <a:pt x="1067" y="520"/>
                </a:cubicBezTo>
                <a:close/>
                <a:moveTo>
                  <a:pt x="1100" y="574"/>
                </a:moveTo>
                <a:cubicBezTo>
                  <a:pt x="1100" y="577"/>
                  <a:pt x="1098" y="578"/>
                  <a:pt x="1095" y="578"/>
                </a:cubicBezTo>
                <a:cubicBezTo>
                  <a:pt x="1096" y="577"/>
                  <a:pt x="1097" y="574"/>
                  <a:pt x="1100" y="574"/>
                </a:cubicBezTo>
                <a:close/>
                <a:moveTo>
                  <a:pt x="1098" y="659"/>
                </a:moveTo>
                <a:cubicBezTo>
                  <a:pt x="1098" y="656"/>
                  <a:pt x="1098" y="654"/>
                  <a:pt x="1099" y="652"/>
                </a:cubicBezTo>
                <a:cubicBezTo>
                  <a:pt x="1102" y="652"/>
                  <a:pt x="1102" y="654"/>
                  <a:pt x="1104" y="653"/>
                </a:cubicBezTo>
                <a:cubicBezTo>
                  <a:pt x="1104" y="657"/>
                  <a:pt x="1101" y="658"/>
                  <a:pt x="1098" y="659"/>
                </a:cubicBezTo>
                <a:close/>
                <a:moveTo>
                  <a:pt x="1090" y="597"/>
                </a:moveTo>
                <a:cubicBezTo>
                  <a:pt x="1090" y="588"/>
                  <a:pt x="1099" y="584"/>
                  <a:pt x="1106" y="585"/>
                </a:cubicBezTo>
                <a:cubicBezTo>
                  <a:pt x="1103" y="591"/>
                  <a:pt x="1097" y="595"/>
                  <a:pt x="1090" y="597"/>
                </a:cubicBezTo>
                <a:close/>
                <a:moveTo>
                  <a:pt x="1125" y="506"/>
                </a:moveTo>
                <a:cubicBezTo>
                  <a:pt x="1125" y="509"/>
                  <a:pt x="1124" y="513"/>
                  <a:pt x="1120" y="513"/>
                </a:cubicBezTo>
                <a:cubicBezTo>
                  <a:pt x="1119" y="508"/>
                  <a:pt x="1121" y="505"/>
                  <a:pt x="1125" y="506"/>
                </a:cubicBezTo>
                <a:close/>
                <a:moveTo>
                  <a:pt x="1127" y="527"/>
                </a:moveTo>
                <a:cubicBezTo>
                  <a:pt x="1127" y="534"/>
                  <a:pt x="1121" y="535"/>
                  <a:pt x="1117" y="538"/>
                </a:cubicBezTo>
                <a:cubicBezTo>
                  <a:pt x="1116" y="536"/>
                  <a:pt x="1115" y="534"/>
                  <a:pt x="1115" y="531"/>
                </a:cubicBezTo>
                <a:cubicBezTo>
                  <a:pt x="1122" y="532"/>
                  <a:pt x="1122" y="524"/>
                  <a:pt x="1127" y="527"/>
                </a:cubicBezTo>
                <a:close/>
                <a:moveTo>
                  <a:pt x="1151" y="586"/>
                </a:moveTo>
                <a:cubicBezTo>
                  <a:pt x="1148" y="585"/>
                  <a:pt x="1151" y="579"/>
                  <a:pt x="1155" y="580"/>
                </a:cubicBezTo>
                <a:cubicBezTo>
                  <a:pt x="1155" y="583"/>
                  <a:pt x="1152" y="584"/>
                  <a:pt x="1151" y="586"/>
                </a:cubicBezTo>
                <a:close/>
                <a:moveTo>
                  <a:pt x="1151" y="561"/>
                </a:moveTo>
                <a:cubicBezTo>
                  <a:pt x="1151" y="579"/>
                  <a:pt x="1132" y="583"/>
                  <a:pt x="1119" y="585"/>
                </a:cubicBezTo>
                <a:cubicBezTo>
                  <a:pt x="1119" y="582"/>
                  <a:pt x="1117" y="580"/>
                  <a:pt x="1119" y="578"/>
                </a:cubicBezTo>
                <a:cubicBezTo>
                  <a:pt x="1116" y="578"/>
                  <a:pt x="1114" y="583"/>
                  <a:pt x="1111" y="580"/>
                </a:cubicBezTo>
                <a:cubicBezTo>
                  <a:pt x="1115" y="576"/>
                  <a:pt x="1120" y="574"/>
                  <a:pt x="1121" y="567"/>
                </a:cubicBezTo>
                <a:cubicBezTo>
                  <a:pt x="1126" y="568"/>
                  <a:pt x="1125" y="563"/>
                  <a:pt x="1129" y="562"/>
                </a:cubicBezTo>
                <a:cubicBezTo>
                  <a:pt x="1132" y="561"/>
                  <a:pt x="1130" y="565"/>
                  <a:pt x="1133" y="565"/>
                </a:cubicBezTo>
                <a:cubicBezTo>
                  <a:pt x="1139" y="558"/>
                  <a:pt x="1149" y="551"/>
                  <a:pt x="1157" y="556"/>
                </a:cubicBezTo>
                <a:cubicBezTo>
                  <a:pt x="1155" y="557"/>
                  <a:pt x="1154" y="561"/>
                  <a:pt x="1151" y="561"/>
                </a:cubicBezTo>
                <a:close/>
                <a:moveTo>
                  <a:pt x="1158" y="556"/>
                </a:moveTo>
                <a:cubicBezTo>
                  <a:pt x="1157" y="551"/>
                  <a:pt x="1163" y="553"/>
                  <a:pt x="1161" y="547"/>
                </a:cubicBezTo>
                <a:cubicBezTo>
                  <a:pt x="1165" y="547"/>
                  <a:pt x="1165" y="547"/>
                  <a:pt x="1165" y="547"/>
                </a:cubicBezTo>
                <a:cubicBezTo>
                  <a:pt x="1165" y="552"/>
                  <a:pt x="1161" y="554"/>
                  <a:pt x="1158" y="556"/>
                </a:cubicBezTo>
                <a:close/>
                <a:moveTo>
                  <a:pt x="1179" y="548"/>
                </a:moveTo>
                <a:cubicBezTo>
                  <a:pt x="1178" y="551"/>
                  <a:pt x="1177" y="552"/>
                  <a:pt x="1175" y="552"/>
                </a:cubicBezTo>
                <a:cubicBezTo>
                  <a:pt x="1175" y="550"/>
                  <a:pt x="1176" y="548"/>
                  <a:pt x="1179" y="548"/>
                </a:cubicBezTo>
                <a:close/>
                <a:moveTo>
                  <a:pt x="1177" y="514"/>
                </a:moveTo>
                <a:cubicBezTo>
                  <a:pt x="1176" y="512"/>
                  <a:pt x="1177" y="510"/>
                  <a:pt x="1178" y="509"/>
                </a:cubicBezTo>
                <a:cubicBezTo>
                  <a:pt x="1180" y="509"/>
                  <a:pt x="1180" y="511"/>
                  <a:pt x="1182" y="510"/>
                </a:cubicBezTo>
                <a:cubicBezTo>
                  <a:pt x="1182" y="513"/>
                  <a:pt x="1180" y="514"/>
                  <a:pt x="1177" y="514"/>
                </a:cubicBezTo>
                <a:close/>
                <a:moveTo>
                  <a:pt x="1112" y="747"/>
                </a:moveTo>
                <a:cubicBezTo>
                  <a:pt x="1108" y="748"/>
                  <a:pt x="1111" y="752"/>
                  <a:pt x="1113" y="754"/>
                </a:cubicBezTo>
                <a:cubicBezTo>
                  <a:pt x="1113" y="752"/>
                  <a:pt x="1114" y="752"/>
                  <a:pt x="1114" y="750"/>
                </a:cubicBezTo>
                <a:cubicBezTo>
                  <a:pt x="1113" y="749"/>
                  <a:pt x="1112" y="749"/>
                  <a:pt x="1112" y="747"/>
                </a:cubicBezTo>
                <a:close/>
                <a:moveTo>
                  <a:pt x="700" y="1082"/>
                </a:moveTo>
                <a:cubicBezTo>
                  <a:pt x="699" y="1085"/>
                  <a:pt x="702" y="1084"/>
                  <a:pt x="702" y="1085"/>
                </a:cubicBezTo>
                <a:cubicBezTo>
                  <a:pt x="704" y="1082"/>
                  <a:pt x="712" y="1083"/>
                  <a:pt x="715" y="1081"/>
                </a:cubicBezTo>
                <a:cubicBezTo>
                  <a:pt x="710" y="1075"/>
                  <a:pt x="707" y="1081"/>
                  <a:pt x="700" y="1082"/>
                </a:cubicBezTo>
                <a:close/>
                <a:moveTo>
                  <a:pt x="927" y="95"/>
                </a:moveTo>
                <a:cubicBezTo>
                  <a:pt x="937" y="94"/>
                  <a:pt x="932" y="90"/>
                  <a:pt x="927" y="95"/>
                </a:cubicBezTo>
                <a:close/>
                <a:moveTo>
                  <a:pt x="1147" y="166"/>
                </a:moveTo>
                <a:cubicBezTo>
                  <a:pt x="1143" y="165"/>
                  <a:pt x="1136" y="171"/>
                  <a:pt x="1141" y="174"/>
                </a:cubicBezTo>
                <a:cubicBezTo>
                  <a:pt x="1143" y="172"/>
                  <a:pt x="1142" y="167"/>
                  <a:pt x="1147" y="167"/>
                </a:cubicBezTo>
                <a:cubicBezTo>
                  <a:pt x="1147" y="167"/>
                  <a:pt x="1148" y="166"/>
                  <a:pt x="1147" y="166"/>
                </a:cubicBezTo>
                <a:close/>
                <a:moveTo>
                  <a:pt x="959" y="188"/>
                </a:moveTo>
                <a:cubicBezTo>
                  <a:pt x="961" y="182"/>
                  <a:pt x="971" y="177"/>
                  <a:pt x="976" y="181"/>
                </a:cubicBezTo>
                <a:cubicBezTo>
                  <a:pt x="981" y="176"/>
                  <a:pt x="993" y="173"/>
                  <a:pt x="994" y="167"/>
                </a:cubicBezTo>
                <a:cubicBezTo>
                  <a:pt x="979" y="168"/>
                  <a:pt x="971" y="179"/>
                  <a:pt x="957" y="183"/>
                </a:cubicBezTo>
                <a:cubicBezTo>
                  <a:pt x="957" y="185"/>
                  <a:pt x="957" y="187"/>
                  <a:pt x="959" y="188"/>
                </a:cubicBezTo>
                <a:close/>
                <a:moveTo>
                  <a:pt x="1152" y="259"/>
                </a:moveTo>
                <a:cubicBezTo>
                  <a:pt x="1152" y="256"/>
                  <a:pt x="1155" y="255"/>
                  <a:pt x="1157" y="253"/>
                </a:cubicBezTo>
                <a:cubicBezTo>
                  <a:pt x="1154" y="251"/>
                  <a:pt x="1151" y="249"/>
                  <a:pt x="1147" y="249"/>
                </a:cubicBezTo>
                <a:cubicBezTo>
                  <a:pt x="1148" y="254"/>
                  <a:pt x="1151" y="256"/>
                  <a:pt x="1153" y="255"/>
                </a:cubicBezTo>
                <a:cubicBezTo>
                  <a:pt x="1152" y="257"/>
                  <a:pt x="1148" y="258"/>
                  <a:pt x="1152" y="259"/>
                </a:cubicBezTo>
                <a:close/>
                <a:moveTo>
                  <a:pt x="1192" y="338"/>
                </a:moveTo>
                <a:cubicBezTo>
                  <a:pt x="1197" y="336"/>
                  <a:pt x="1200" y="334"/>
                  <a:pt x="1203" y="331"/>
                </a:cubicBezTo>
                <a:cubicBezTo>
                  <a:pt x="1200" y="333"/>
                  <a:pt x="1191" y="334"/>
                  <a:pt x="1192" y="338"/>
                </a:cubicBezTo>
                <a:close/>
                <a:moveTo>
                  <a:pt x="1219" y="382"/>
                </a:moveTo>
                <a:cubicBezTo>
                  <a:pt x="1223" y="382"/>
                  <a:pt x="1228" y="384"/>
                  <a:pt x="1231" y="378"/>
                </a:cubicBezTo>
                <a:cubicBezTo>
                  <a:pt x="1228" y="377"/>
                  <a:pt x="1226" y="381"/>
                  <a:pt x="1225" y="378"/>
                </a:cubicBezTo>
                <a:cubicBezTo>
                  <a:pt x="1228" y="377"/>
                  <a:pt x="1230" y="375"/>
                  <a:pt x="1232" y="374"/>
                </a:cubicBezTo>
                <a:cubicBezTo>
                  <a:pt x="1229" y="375"/>
                  <a:pt x="1226" y="375"/>
                  <a:pt x="1223" y="373"/>
                </a:cubicBezTo>
                <a:cubicBezTo>
                  <a:pt x="1223" y="377"/>
                  <a:pt x="1219" y="378"/>
                  <a:pt x="1219" y="382"/>
                </a:cubicBezTo>
                <a:close/>
                <a:moveTo>
                  <a:pt x="1162" y="385"/>
                </a:moveTo>
                <a:cubicBezTo>
                  <a:pt x="1170" y="385"/>
                  <a:pt x="1172" y="376"/>
                  <a:pt x="1179" y="378"/>
                </a:cubicBezTo>
                <a:cubicBezTo>
                  <a:pt x="1175" y="373"/>
                  <a:pt x="1166" y="382"/>
                  <a:pt x="1162" y="385"/>
                </a:cubicBezTo>
                <a:close/>
                <a:moveTo>
                  <a:pt x="1215" y="381"/>
                </a:moveTo>
                <a:cubicBezTo>
                  <a:pt x="1213" y="381"/>
                  <a:pt x="1202" y="379"/>
                  <a:pt x="1201" y="387"/>
                </a:cubicBezTo>
                <a:cubicBezTo>
                  <a:pt x="1204" y="387"/>
                  <a:pt x="1207" y="387"/>
                  <a:pt x="1208" y="390"/>
                </a:cubicBezTo>
                <a:cubicBezTo>
                  <a:pt x="1204" y="391"/>
                  <a:pt x="1203" y="394"/>
                  <a:pt x="1199" y="394"/>
                </a:cubicBezTo>
                <a:cubicBezTo>
                  <a:pt x="1201" y="396"/>
                  <a:pt x="1205" y="392"/>
                  <a:pt x="1208" y="390"/>
                </a:cubicBezTo>
                <a:cubicBezTo>
                  <a:pt x="1211" y="390"/>
                  <a:pt x="1213" y="390"/>
                  <a:pt x="1213" y="388"/>
                </a:cubicBezTo>
                <a:cubicBezTo>
                  <a:pt x="1212" y="387"/>
                  <a:pt x="1209" y="389"/>
                  <a:pt x="1209" y="387"/>
                </a:cubicBezTo>
                <a:cubicBezTo>
                  <a:pt x="1209" y="383"/>
                  <a:pt x="1214" y="384"/>
                  <a:pt x="1215" y="381"/>
                </a:cubicBezTo>
                <a:close/>
                <a:moveTo>
                  <a:pt x="1267" y="409"/>
                </a:moveTo>
                <a:cubicBezTo>
                  <a:pt x="1269" y="403"/>
                  <a:pt x="1274" y="398"/>
                  <a:pt x="1282" y="398"/>
                </a:cubicBezTo>
                <a:cubicBezTo>
                  <a:pt x="1285" y="394"/>
                  <a:pt x="1291" y="392"/>
                  <a:pt x="1287" y="393"/>
                </a:cubicBezTo>
                <a:cubicBezTo>
                  <a:pt x="1282" y="394"/>
                  <a:pt x="1262" y="406"/>
                  <a:pt x="1255" y="404"/>
                </a:cubicBezTo>
                <a:cubicBezTo>
                  <a:pt x="1255" y="405"/>
                  <a:pt x="1258" y="405"/>
                  <a:pt x="1257" y="407"/>
                </a:cubicBezTo>
                <a:cubicBezTo>
                  <a:pt x="1253" y="407"/>
                  <a:pt x="1253" y="410"/>
                  <a:pt x="1251" y="412"/>
                </a:cubicBezTo>
                <a:cubicBezTo>
                  <a:pt x="1256" y="414"/>
                  <a:pt x="1259" y="407"/>
                  <a:pt x="1267" y="409"/>
                </a:cubicBezTo>
                <a:close/>
                <a:moveTo>
                  <a:pt x="1230" y="407"/>
                </a:moveTo>
                <a:cubicBezTo>
                  <a:pt x="1229" y="408"/>
                  <a:pt x="1226" y="408"/>
                  <a:pt x="1226" y="406"/>
                </a:cubicBezTo>
                <a:cubicBezTo>
                  <a:pt x="1226" y="404"/>
                  <a:pt x="1230" y="405"/>
                  <a:pt x="1230" y="403"/>
                </a:cubicBezTo>
                <a:cubicBezTo>
                  <a:pt x="1229" y="403"/>
                  <a:pt x="1229" y="401"/>
                  <a:pt x="1229" y="400"/>
                </a:cubicBezTo>
                <a:cubicBezTo>
                  <a:pt x="1226" y="401"/>
                  <a:pt x="1224" y="401"/>
                  <a:pt x="1223" y="399"/>
                </a:cubicBezTo>
                <a:cubicBezTo>
                  <a:pt x="1220" y="402"/>
                  <a:pt x="1210" y="404"/>
                  <a:pt x="1218" y="404"/>
                </a:cubicBezTo>
                <a:cubicBezTo>
                  <a:pt x="1216" y="405"/>
                  <a:pt x="1214" y="405"/>
                  <a:pt x="1214" y="408"/>
                </a:cubicBezTo>
                <a:cubicBezTo>
                  <a:pt x="1216" y="408"/>
                  <a:pt x="1217" y="407"/>
                  <a:pt x="1217" y="408"/>
                </a:cubicBezTo>
                <a:cubicBezTo>
                  <a:pt x="1217" y="411"/>
                  <a:pt x="1214" y="412"/>
                  <a:pt x="1214" y="415"/>
                </a:cubicBezTo>
                <a:cubicBezTo>
                  <a:pt x="1219" y="416"/>
                  <a:pt x="1229" y="415"/>
                  <a:pt x="1230" y="407"/>
                </a:cubicBezTo>
                <a:close/>
                <a:moveTo>
                  <a:pt x="1230" y="406"/>
                </a:moveTo>
                <a:cubicBezTo>
                  <a:pt x="1230" y="406"/>
                  <a:pt x="1230" y="407"/>
                  <a:pt x="1230" y="407"/>
                </a:cubicBezTo>
                <a:cubicBezTo>
                  <a:pt x="1230" y="407"/>
                  <a:pt x="1230" y="406"/>
                  <a:pt x="1230" y="406"/>
                </a:cubicBezTo>
                <a:close/>
                <a:moveTo>
                  <a:pt x="1245" y="418"/>
                </a:moveTo>
                <a:cubicBezTo>
                  <a:pt x="1244" y="416"/>
                  <a:pt x="1245" y="414"/>
                  <a:pt x="1246" y="414"/>
                </a:cubicBezTo>
                <a:cubicBezTo>
                  <a:pt x="1249" y="415"/>
                  <a:pt x="1250" y="410"/>
                  <a:pt x="1248" y="413"/>
                </a:cubicBezTo>
                <a:cubicBezTo>
                  <a:pt x="1243" y="414"/>
                  <a:pt x="1239" y="417"/>
                  <a:pt x="1234" y="419"/>
                </a:cubicBezTo>
                <a:cubicBezTo>
                  <a:pt x="1238" y="422"/>
                  <a:pt x="1241" y="415"/>
                  <a:pt x="1245" y="418"/>
                </a:cubicBezTo>
                <a:close/>
                <a:moveTo>
                  <a:pt x="1167" y="425"/>
                </a:moveTo>
                <a:cubicBezTo>
                  <a:pt x="1171" y="423"/>
                  <a:pt x="1175" y="421"/>
                  <a:pt x="1178" y="418"/>
                </a:cubicBezTo>
                <a:cubicBezTo>
                  <a:pt x="1174" y="420"/>
                  <a:pt x="1169" y="421"/>
                  <a:pt x="1167" y="425"/>
                </a:cubicBezTo>
                <a:close/>
                <a:moveTo>
                  <a:pt x="1136" y="429"/>
                </a:moveTo>
                <a:cubicBezTo>
                  <a:pt x="1130" y="428"/>
                  <a:pt x="1127" y="435"/>
                  <a:pt x="1123" y="432"/>
                </a:cubicBezTo>
                <a:cubicBezTo>
                  <a:pt x="1123" y="429"/>
                  <a:pt x="1128" y="430"/>
                  <a:pt x="1128" y="427"/>
                </a:cubicBezTo>
                <a:cubicBezTo>
                  <a:pt x="1123" y="425"/>
                  <a:pt x="1110" y="427"/>
                  <a:pt x="1108" y="434"/>
                </a:cubicBezTo>
                <a:cubicBezTo>
                  <a:pt x="1111" y="435"/>
                  <a:pt x="1116" y="438"/>
                  <a:pt x="1114" y="441"/>
                </a:cubicBezTo>
                <a:cubicBezTo>
                  <a:pt x="1117" y="442"/>
                  <a:pt x="1120" y="438"/>
                  <a:pt x="1121" y="440"/>
                </a:cubicBezTo>
                <a:cubicBezTo>
                  <a:pt x="1120" y="441"/>
                  <a:pt x="1119" y="442"/>
                  <a:pt x="1118" y="443"/>
                </a:cubicBezTo>
                <a:cubicBezTo>
                  <a:pt x="1114" y="440"/>
                  <a:pt x="1108" y="449"/>
                  <a:pt x="1104" y="452"/>
                </a:cubicBezTo>
                <a:cubicBezTo>
                  <a:pt x="1107" y="452"/>
                  <a:pt x="1110" y="451"/>
                  <a:pt x="1109" y="455"/>
                </a:cubicBezTo>
                <a:cubicBezTo>
                  <a:pt x="1106" y="455"/>
                  <a:pt x="1105" y="452"/>
                  <a:pt x="1103" y="455"/>
                </a:cubicBezTo>
                <a:cubicBezTo>
                  <a:pt x="1103" y="458"/>
                  <a:pt x="1103" y="460"/>
                  <a:pt x="1105" y="462"/>
                </a:cubicBezTo>
                <a:cubicBezTo>
                  <a:pt x="1110" y="457"/>
                  <a:pt x="1118" y="457"/>
                  <a:pt x="1120" y="450"/>
                </a:cubicBezTo>
                <a:cubicBezTo>
                  <a:pt x="1123" y="450"/>
                  <a:pt x="1127" y="446"/>
                  <a:pt x="1124" y="445"/>
                </a:cubicBezTo>
                <a:cubicBezTo>
                  <a:pt x="1122" y="447"/>
                  <a:pt x="1120" y="449"/>
                  <a:pt x="1117" y="450"/>
                </a:cubicBezTo>
                <a:cubicBezTo>
                  <a:pt x="1117" y="449"/>
                  <a:pt x="1116" y="449"/>
                  <a:pt x="1116" y="448"/>
                </a:cubicBezTo>
                <a:cubicBezTo>
                  <a:pt x="1117" y="447"/>
                  <a:pt x="1117" y="446"/>
                  <a:pt x="1118" y="445"/>
                </a:cubicBezTo>
                <a:cubicBezTo>
                  <a:pt x="1119" y="448"/>
                  <a:pt x="1121" y="444"/>
                  <a:pt x="1124" y="445"/>
                </a:cubicBezTo>
                <a:cubicBezTo>
                  <a:pt x="1124" y="442"/>
                  <a:pt x="1124" y="442"/>
                  <a:pt x="1126" y="439"/>
                </a:cubicBezTo>
                <a:cubicBezTo>
                  <a:pt x="1124" y="437"/>
                  <a:pt x="1122" y="439"/>
                  <a:pt x="1122" y="438"/>
                </a:cubicBezTo>
                <a:cubicBezTo>
                  <a:pt x="1125" y="433"/>
                  <a:pt x="1132" y="433"/>
                  <a:pt x="1136" y="429"/>
                </a:cubicBezTo>
                <a:close/>
                <a:moveTo>
                  <a:pt x="1094" y="442"/>
                </a:moveTo>
                <a:cubicBezTo>
                  <a:pt x="1090" y="444"/>
                  <a:pt x="1079" y="444"/>
                  <a:pt x="1080" y="448"/>
                </a:cubicBezTo>
                <a:cubicBezTo>
                  <a:pt x="1085" y="447"/>
                  <a:pt x="1095" y="442"/>
                  <a:pt x="1094" y="442"/>
                </a:cubicBezTo>
                <a:close/>
                <a:moveTo>
                  <a:pt x="1002" y="455"/>
                </a:moveTo>
                <a:cubicBezTo>
                  <a:pt x="999" y="456"/>
                  <a:pt x="995" y="456"/>
                  <a:pt x="995" y="460"/>
                </a:cubicBezTo>
                <a:cubicBezTo>
                  <a:pt x="999" y="460"/>
                  <a:pt x="999" y="456"/>
                  <a:pt x="1002" y="455"/>
                </a:cubicBezTo>
                <a:close/>
                <a:moveTo>
                  <a:pt x="1126" y="464"/>
                </a:moveTo>
                <a:cubicBezTo>
                  <a:pt x="1127" y="462"/>
                  <a:pt x="1129" y="462"/>
                  <a:pt x="1131" y="462"/>
                </a:cubicBezTo>
                <a:cubicBezTo>
                  <a:pt x="1131" y="457"/>
                  <a:pt x="1126" y="460"/>
                  <a:pt x="1125" y="462"/>
                </a:cubicBezTo>
                <a:cubicBezTo>
                  <a:pt x="1127" y="462"/>
                  <a:pt x="1125" y="464"/>
                  <a:pt x="1126" y="464"/>
                </a:cubicBezTo>
                <a:close/>
                <a:moveTo>
                  <a:pt x="1234" y="521"/>
                </a:moveTo>
                <a:cubicBezTo>
                  <a:pt x="1230" y="525"/>
                  <a:pt x="1219" y="527"/>
                  <a:pt x="1218" y="531"/>
                </a:cubicBezTo>
                <a:cubicBezTo>
                  <a:pt x="1216" y="534"/>
                  <a:pt x="1197" y="535"/>
                  <a:pt x="1192" y="546"/>
                </a:cubicBezTo>
                <a:cubicBezTo>
                  <a:pt x="1199" y="545"/>
                  <a:pt x="1205" y="540"/>
                  <a:pt x="1212" y="536"/>
                </a:cubicBezTo>
                <a:cubicBezTo>
                  <a:pt x="1220" y="532"/>
                  <a:pt x="1232" y="529"/>
                  <a:pt x="1234" y="521"/>
                </a:cubicBezTo>
                <a:close/>
                <a:moveTo>
                  <a:pt x="162" y="592"/>
                </a:moveTo>
                <a:cubicBezTo>
                  <a:pt x="153" y="594"/>
                  <a:pt x="146" y="599"/>
                  <a:pt x="141" y="605"/>
                </a:cubicBezTo>
                <a:cubicBezTo>
                  <a:pt x="144" y="605"/>
                  <a:pt x="145" y="604"/>
                  <a:pt x="147" y="607"/>
                </a:cubicBezTo>
                <a:cubicBezTo>
                  <a:pt x="147" y="609"/>
                  <a:pt x="143" y="611"/>
                  <a:pt x="145" y="612"/>
                </a:cubicBezTo>
                <a:cubicBezTo>
                  <a:pt x="146" y="609"/>
                  <a:pt x="150" y="609"/>
                  <a:pt x="152" y="608"/>
                </a:cubicBezTo>
                <a:cubicBezTo>
                  <a:pt x="152" y="605"/>
                  <a:pt x="150" y="603"/>
                  <a:pt x="151" y="599"/>
                </a:cubicBezTo>
                <a:cubicBezTo>
                  <a:pt x="152" y="599"/>
                  <a:pt x="152" y="598"/>
                  <a:pt x="153" y="598"/>
                </a:cubicBezTo>
                <a:cubicBezTo>
                  <a:pt x="157" y="600"/>
                  <a:pt x="162" y="596"/>
                  <a:pt x="162" y="592"/>
                </a:cubicBezTo>
                <a:close/>
                <a:moveTo>
                  <a:pt x="202" y="660"/>
                </a:moveTo>
                <a:cubicBezTo>
                  <a:pt x="200" y="659"/>
                  <a:pt x="200" y="657"/>
                  <a:pt x="197" y="658"/>
                </a:cubicBezTo>
                <a:cubicBezTo>
                  <a:pt x="197" y="659"/>
                  <a:pt x="195" y="663"/>
                  <a:pt x="196" y="663"/>
                </a:cubicBezTo>
                <a:cubicBezTo>
                  <a:pt x="196" y="659"/>
                  <a:pt x="201" y="662"/>
                  <a:pt x="202" y="660"/>
                </a:cubicBezTo>
                <a:close/>
                <a:moveTo>
                  <a:pt x="1186" y="672"/>
                </a:moveTo>
                <a:cubicBezTo>
                  <a:pt x="1184" y="675"/>
                  <a:pt x="1182" y="676"/>
                  <a:pt x="1178" y="677"/>
                </a:cubicBezTo>
                <a:cubicBezTo>
                  <a:pt x="1178" y="676"/>
                  <a:pt x="1177" y="675"/>
                  <a:pt x="1177" y="675"/>
                </a:cubicBezTo>
                <a:cubicBezTo>
                  <a:pt x="1178" y="672"/>
                  <a:pt x="1178" y="670"/>
                  <a:pt x="1178" y="666"/>
                </a:cubicBezTo>
                <a:cubicBezTo>
                  <a:pt x="1172" y="668"/>
                  <a:pt x="1168" y="672"/>
                  <a:pt x="1164" y="676"/>
                </a:cubicBezTo>
                <a:cubicBezTo>
                  <a:pt x="1165" y="679"/>
                  <a:pt x="1171" y="677"/>
                  <a:pt x="1173" y="678"/>
                </a:cubicBezTo>
                <a:cubicBezTo>
                  <a:pt x="1173" y="683"/>
                  <a:pt x="1173" y="683"/>
                  <a:pt x="1173" y="683"/>
                </a:cubicBezTo>
                <a:cubicBezTo>
                  <a:pt x="1179" y="681"/>
                  <a:pt x="1186" y="676"/>
                  <a:pt x="1186" y="672"/>
                </a:cubicBezTo>
                <a:close/>
                <a:moveTo>
                  <a:pt x="1169" y="675"/>
                </a:moveTo>
                <a:cubicBezTo>
                  <a:pt x="1169" y="671"/>
                  <a:pt x="1173" y="671"/>
                  <a:pt x="1176" y="670"/>
                </a:cubicBezTo>
                <a:cubicBezTo>
                  <a:pt x="1176" y="673"/>
                  <a:pt x="1175" y="673"/>
                  <a:pt x="1175" y="676"/>
                </a:cubicBezTo>
                <a:cubicBezTo>
                  <a:pt x="1173" y="676"/>
                  <a:pt x="1171" y="676"/>
                  <a:pt x="1169" y="675"/>
                </a:cubicBezTo>
                <a:close/>
                <a:moveTo>
                  <a:pt x="1045" y="783"/>
                </a:moveTo>
                <a:cubicBezTo>
                  <a:pt x="1045" y="786"/>
                  <a:pt x="1040" y="792"/>
                  <a:pt x="1038" y="787"/>
                </a:cubicBezTo>
                <a:cubicBezTo>
                  <a:pt x="1035" y="787"/>
                  <a:pt x="1035" y="790"/>
                  <a:pt x="1034" y="792"/>
                </a:cubicBezTo>
                <a:cubicBezTo>
                  <a:pt x="1037" y="790"/>
                  <a:pt x="1034" y="795"/>
                  <a:pt x="1037" y="795"/>
                </a:cubicBezTo>
                <a:cubicBezTo>
                  <a:pt x="1037" y="792"/>
                  <a:pt x="1040" y="793"/>
                  <a:pt x="1042" y="793"/>
                </a:cubicBezTo>
                <a:cubicBezTo>
                  <a:pt x="1040" y="788"/>
                  <a:pt x="1043" y="786"/>
                  <a:pt x="1048" y="786"/>
                </a:cubicBezTo>
                <a:cubicBezTo>
                  <a:pt x="1048" y="785"/>
                  <a:pt x="1049" y="784"/>
                  <a:pt x="1049" y="783"/>
                </a:cubicBezTo>
                <a:cubicBezTo>
                  <a:pt x="1047" y="784"/>
                  <a:pt x="1048" y="784"/>
                  <a:pt x="1045" y="783"/>
                </a:cubicBezTo>
                <a:close/>
                <a:moveTo>
                  <a:pt x="1192" y="801"/>
                </a:moveTo>
                <a:cubicBezTo>
                  <a:pt x="1193" y="799"/>
                  <a:pt x="1191" y="795"/>
                  <a:pt x="1196" y="794"/>
                </a:cubicBezTo>
                <a:cubicBezTo>
                  <a:pt x="1194" y="792"/>
                  <a:pt x="1191" y="795"/>
                  <a:pt x="1190" y="796"/>
                </a:cubicBezTo>
                <a:cubicBezTo>
                  <a:pt x="1191" y="797"/>
                  <a:pt x="1189" y="798"/>
                  <a:pt x="1190" y="799"/>
                </a:cubicBezTo>
                <a:cubicBezTo>
                  <a:pt x="1191" y="800"/>
                  <a:pt x="1192" y="800"/>
                  <a:pt x="1192" y="801"/>
                </a:cubicBezTo>
                <a:close/>
                <a:moveTo>
                  <a:pt x="1191" y="802"/>
                </a:moveTo>
                <a:cubicBezTo>
                  <a:pt x="1192" y="802"/>
                  <a:pt x="1192" y="801"/>
                  <a:pt x="1192" y="801"/>
                </a:cubicBezTo>
                <a:cubicBezTo>
                  <a:pt x="1192" y="801"/>
                  <a:pt x="1191" y="801"/>
                  <a:pt x="1191" y="802"/>
                </a:cubicBezTo>
                <a:close/>
                <a:moveTo>
                  <a:pt x="1192" y="801"/>
                </a:moveTo>
                <a:cubicBezTo>
                  <a:pt x="1192" y="801"/>
                  <a:pt x="1192" y="801"/>
                  <a:pt x="1192" y="801"/>
                </a:cubicBezTo>
                <a:cubicBezTo>
                  <a:pt x="1192" y="801"/>
                  <a:pt x="1192" y="801"/>
                  <a:pt x="1192" y="801"/>
                </a:cubicBezTo>
                <a:cubicBezTo>
                  <a:pt x="1192" y="801"/>
                  <a:pt x="1192" y="801"/>
                  <a:pt x="1192" y="801"/>
                </a:cubicBezTo>
                <a:close/>
                <a:moveTo>
                  <a:pt x="1117" y="848"/>
                </a:moveTo>
                <a:cubicBezTo>
                  <a:pt x="1117" y="847"/>
                  <a:pt x="1117" y="846"/>
                  <a:pt x="1118" y="846"/>
                </a:cubicBezTo>
                <a:cubicBezTo>
                  <a:pt x="1117" y="846"/>
                  <a:pt x="1117" y="846"/>
                  <a:pt x="1117" y="846"/>
                </a:cubicBezTo>
                <a:lnTo>
                  <a:pt x="1117" y="848"/>
                </a:lnTo>
                <a:close/>
                <a:moveTo>
                  <a:pt x="1138" y="833"/>
                </a:moveTo>
                <a:cubicBezTo>
                  <a:pt x="1136" y="833"/>
                  <a:pt x="1136" y="831"/>
                  <a:pt x="1136" y="831"/>
                </a:cubicBezTo>
                <a:cubicBezTo>
                  <a:pt x="1133" y="838"/>
                  <a:pt x="1121" y="840"/>
                  <a:pt x="1118" y="846"/>
                </a:cubicBezTo>
                <a:cubicBezTo>
                  <a:pt x="1124" y="846"/>
                  <a:pt x="1124" y="846"/>
                  <a:pt x="1124" y="846"/>
                </a:cubicBezTo>
                <a:cubicBezTo>
                  <a:pt x="1127" y="843"/>
                  <a:pt x="1131" y="834"/>
                  <a:pt x="1136" y="838"/>
                </a:cubicBezTo>
                <a:cubicBezTo>
                  <a:pt x="1135" y="835"/>
                  <a:pt x="1139" y="836"/>
                  <a:pt x="1138" y="833"/>
                </a:cubicBezTo>
                <a:close/>
                <a:moveTo>
                  <a:pt x="117" y="847"/>
                </a:moveTo>
                <a:cubicBezTo>
                  <a:pt x="113" y="845"/>
                  <a:pt x="109" y="848"/>
                  <a:pt x="108" y="851"/>
                </a:cubicBezTo>
                <a:cubicBezTo>
                  <a:pt x="113" y="849"/>
                  <a:pt x="117" y="847"/>
                  <a:pt x="121" y="846"/>
                </a:cubicBezTo>
                <a:cubicBezTo>
                  <a:pt x="130" y="844"/>
                  <a:pt x="129" y="845"/>
                  <a:pt x="134" y="836"/>
                </a:cubicBezTo>
                <a:cubicBezTo>
                  <a:pt x="134" y="836"/>
                  <a:pt x="136" y="837"/>
                  <a:pt x="136" y="835"/>
                </a:cubicBezTo>
                <a:cubicBezTo>
                  <a:pt x="133" y="837"/>
                  <a:pt x="134" y="833"/>
                  <a:pt x="131" y="834"/>
                </a:cubicBezTo>
                <a:cubicBezTo>
                  <a:pt x="126" y="837"/>
                  <a:pt x="121" y="841"/>
                  <a:pt x="117" y="847"/>
                </a:cubicBezTo>
                <a:close/>
                <a:moveTo>
                  <a:pt x="167" y="840"/>
                </a:moveTo>
                <a:cubicBezTo>
                  <a:pt x="167" y="844"/>
                  <a:pt x="160" y="841"/>
                  <a:pt x="160" y="845"/>
                </a:cubicBezTo>
                <a:cubicBezTo>
                  <a:pt x="163" y="845"/>
                  <a:pt x="163" y="843"/>
                  <a:pt x="165" y="845"/>
                </a:cubicBezTo>
                <a:cubicBezTo>
                  <a:pt x="164" y="842"/>
                  <a:pt x="170" y="842"/>
                  <a:pt x="167" y="840"/>
                </a:cubicBezTo>
                <a:close/>
                <a:moveTo>
                  <a:pt x="149" y="845"/>
                </a:moveTo>
                <a:cubicBezTo>
                  <a:pt x="142" y="845"/>
                  <a:pt x="132" y="851"/>
                  <a:pt x="129" y="858"/>
                </a:cubicBezTo>
                <a:cubicBezTo>
                  <a:pt x="126" y="858"/>
                  <a:pt x="125" y="857"/>
                  <a:pt x="123" y="857"/>
                </a:cubicBezTo>
                <a:cubicBezTo>
                  <a:pt x="114" y="866"/>
                  <a:pt x="103" y="873"/>
                  <a:pt x="93" y="882"/>
                </a:cubicBezTo>
                <a:cubicBezTo>
                  <a:pt x="105" y="872"/>
                  <a:pt x="122" y="871"/>
                  <a:pt x="133" y="860"/>
                </a:cubicBezTo>
                <a:cubicBezTo>
                  <a:pt x="132" y="860"/>
                  <a:pt x="130" y="860"/>
                  <a:pt x="130" y="858"/>
                </a:cubicBezTo>
                <a:cubicBezTo>
                  <a:pt x="135" y="852"/>
                  <a:pt x="145" y="851"/>
                  <a:pt x="149" y="845"/>
                </a:cubicBezTo>
                <a:close/>
                <a:moveTo>
                  <a:pt x="1051" y="939"/>
                </a:moveTo>
                <a:cubicBezTo>
                  <a:pt x="1054" y="938"/>
                  <a:pt x="1056" y="936"/>
                  <a:pt x="1058" y="934"/>
                </a:cubicBezTo>
                <a:cubicBezTo>
                  <a:pt x="1062" y="934"/>
                  <a:pt x="1062" y="937"/>
                  <a:pt x="1062" y="939"/>
                </a:cubicBezTo>
                <a:cubicBezTo>
                  <a:pt x="1063" y="936"/>
                  <a:pt x="1066" y="938"/>
                  <a:pt x="1068" y="939"/>
                </a:cubicBezTo>
                <a:cubicBezTo>
                  <a:pt x="1068" y="936"/>
                  <a:pt x="1070" y="935"/>
                  <a:pt x="1070" y="932"/>
                </a:cubicBezTo>
                <a:cubicBezTo>
                  <a:pt x="1066" y="927"/>
                  <a:pt x="1075" y="910"/>
                  <a:pt x="1082" y="916"/>
                </a:cubicBezTo>
                <a:cubicBezTo>
                  <a:pt x="1082" y="922"/>
                  <a:pt x="1072" y="926"/>
                  <a:pt x="1076" y="930"/>
                </a:cubicBezTo>
                <a:cubicBezTo>
                  <a:pt x="1081" y="925"/>
                  <a:pt x="1097" y="922"/>
                  <a:pt x="1097" y="913"/>
                </a:cubicBezTo>
                <a:cubicBezTo>
                  <a:pt x="1095" y="914"/>
                  <a:pt x="1097" y="910"/>
                  <a:pt x="1094" y="910"/>
                </a:cubicBezTo>
                <a:cubicBezTo>
                  <a:pt x="1096" y="907"/>
                  <a:pt x="1093" y="906"/>
                  <a:pt x="1097" y="905"/>
                </a:cubicBezTo>
                <a:cubicBezTo>
                  <a:pt x="1097" y="903"/>
                  <a:pt x="1095" y="902"/>
                  <a:pt x="1096" y="900"/>
                </a:cubicBezTo>
                <a:cubicBezTo>
                  <a:pt x="1093" y="901"/>
                  <a:pt x="1094" y="897"/>
                  <a:pt x="1092" y="897"/>
                </a:cubicBezTo>
                <a:cubicBezTo>
                  <a:pt x="1091" y="902"/>
                  <a:pt x="1088" y="905"/>
                  <a:pt x="1084" y="910"/>
                </a:cubicBezTo>
                <a:cubicBezTo>
                  <a:pt x="1082" y="907"/>
                  <a:pt x="1081" y="912"/>
                  <a:pt x="1078" y="912"/>
                </a:cubicBezTo>
                <a:cubicBezTo>
                  <a:pt x="1078" y="909"/>
                  <a:pt x="1078" y="908"/>
                  <a:pt x="1077" y="907"/>
                </a:cubicBezTo>
                <a:cubicBezTo>
                  <a:pt x="1094" y="892"/>
                  <a:pt x="1113" y="879"/>
                  <a:pt x="1135" y="870"/>
                </a:cubicBezTo>
                <a:cubicBezTo>
                  <a:pt x="1133" y="867"/>
                  <a:pt x="1137" y="866"/>
                  <a:pt x="1135" y="865"/>
                </a:cubicBezTo>
                <a:cubicBezTo>
                  <a:pt x="1135" y="867"/>
                  <a:pt x="1130" y="867"/>
                  <a:pt x="1132" y="864"/>
                </a:cubicBezTo>
                <a:cubicBezTo>
                  <a:pt x="1129" y="865"/>
                  <a:pt x="1125" y="870"/>
                  <a:pt x="1121" y="867"/>
                </a:cubicBezTo>
                <a:cubicBezTo>
                  <a:pt x="1120" y="864"/>
                  <a:pt x="1122" y="865"/>
                  <a:pt x="1123" y="863"/>
                </a:cubicBezTo>
                <a:cubicBezTo>
                  <a:pt x="1119" y="863"/>
                  <a:pt x="1115" y="868"/>
                  <a:pt x="1114" y="861"/>
                </a:cubicBezTo>
                <a:cubicBezTo>
                  <a:pt x="1116" y="862"/>
                  <a:pt x="1115" y="864"/>
                  <a:pt x="1118" y="863"/>
                </a:cubicBezTo>
                <a:cubicBezTo>
                  <a:pt x="1118" y="862"/>
                  <a:pt x="1117" y="861"/>
                  <a:pt x="1117" y="860"/>
                </a:cubicBezTo>
                <a:cubicBezTo>
                  <a:pt x="1115" y="859"/>
                  <a:pt x="1113" y="859"/>
                  <a:pt x="1112" y="860"/>
                </a:cubicBezTo>
                <a:cubicBezTo>
                  <a:pt x="1111" y="858"/>
                  <a:pt x="1109" y="857"/>
                  <a:pt x="1109" y="855"/>
                </a:cubicBezTo>
                <a:cubicBezTo>
                  <a:pt x="1111" y="853"/>
                  <a:pt x="1111" y="849"/>
                  <a:pt x="1114" y="848"/>
                </a:cubicBezTo>
                <a:cubicBezTo>
                  <a:pt x="1107" y="845"/>
                  <a:pt x="1101" y="858"/>
                  <a:pt x="1096" y="851"/>
                </a:cubicBezTo>
                <a:cubicBezTo>
                  <a:pt x="1095" y="854"/>
                  <a:pt x="1098" y="854"/>
                  <a:pt x="1097" y="857"/>
                </a:cubicBezTo>
                <a:cubicBezTo>
                  <a:pt x="1093" y="860"/>
                  <a:pt x="1086" y="858"/>
                  <a:pt x="1084" y="866"/>
                </a:cubicBezTo>
                <a:cubicBezTo>
                  <a:pt x="1088" y="864"/>
                  <a:pt x="1087" y="868"/>
                  <a:pt x="1087" y="872"/>
                </a:cubicBezTo>
                <a:cubicBezTo>
                  <a:pt x="1092" y="870"/>
                  <a:pt x="1091" y="872"/>
                  <a:pt x="1092" y="874"/>
                </a:cubicBezTo>
                <a:cubicBezTo>
                  <a:pt x="1093" y="871"/>
                  <a:pt x="1095" y="874"/>
                  <a:pt x="1095" y="876"/>
                </a:cubicBezTo>
                <a:cubicBezTo>
                  <a:pt x="1092" y="880"/>
                  <a:pt x="1089" y="883"/>
                  <a:pt x="1084" y="883"/>
                </a:cubicBezTo>
                <a:cubicBezTo>
                  <a:pt x="1085" y="879"/>
                  <a:pt x="1084" y="876"/>
                  <a:pt x="1081" y="874"/>
                </a:cubicBezTo>
                <a:cubicBezTo>
                  <a:pt x="1081" y="876"/>
                  <a:pt x="1079" y="875"/>
                  <a:pt x="1079" y="876"/>
                </a:cubicBezTo>
                <a:cubicBezTo>
                  <a:pt x="1082" y="882"/>
                  <a:pt x="1075" y="894"/>
                  <a:pt x="1067" y="894"/>
                </a:cubicBezTo>
                <a:cubicBezTo>
                  <a:pt x="1067" y="891"/>
                  <a:pt x="1066" y="889"/>
                  <a:pt x="1065" y="887"/>
                </a:cubicBezTo>
                <a:cubicBezTo>
                  <a:pt x="1063" y="891"/>
                  <a:pt x="1067" y="891"/>
                  <a:pt x="1066" y="896"/>
                </a:cubicBezTo>
                <a:cubicBezTo>
                  <a:pt x="1063" y="898"/>
                  <a:pt x="1058" y="898"/>
                  <a:pt x="1058" y="902"/>
                </a:cubicBezTo>
                <a:cubicBezTo>
                  <a:pt x="1058" y="904"/>
                  <a:pt x="1061" y="902"/>
                  <a:pt x="1061" y="904"/>
                </a:cubicBezTo>
                <a:cubicBezTo>
                  <a:pt x="1058" y="906"/>
                  <a:pt x="1058" y="910"/>
                  <a:pt x="1056" y="913"/>
                </a:cubicBezTo>
                <a:cubicBezTo>
                  <a:pt x="1061" y="913"/>
                  <a:pt x="1063" y="917"/>
                  <a:pt x="1064" y="921"/>
                </a:cubicBezTo>
                <a:cubicBezTo>
                  <a:pt x="1059" y="928"/>
                  <a:pt x="1049" y="929"/>
                  <a:pt x="1051" y="939"/>
                </a:cubicBezTo>
                <a:close/>
                <a:moveTo>
                  <a:pt x="1103" y="880"/>
                </a:moveTo>
                <a:cubicBezTo>
                  <a:pt x="1103" y="876"/>
                  <a:pt x="1106" y="876"/>
                  <a:pt x="1108" y="874"/>
                </a:cubicBezTo>
                <a:cubicBezTo>
                  <a:pt x="1111" y="877"/>
                  <a:pt x="1106" y="880"/>
                  <a:pt x="1103" y="880"/>
                </a:cubicBezTo>
                <a:close/>
                <a:moveTo>
                  <a:pt x="1092" y="868"/>
                </a:moveTo>
                <a:cubicBezTo>
                  <a:pt x="1092" y="865"/>
                  <a:pt x="1090" y="866"/>
                  <a:pt x="1091" y="863"/>
                </a:cubicBezTo>
                <a:cubicBezTo>
                  <a:pt x="1093" y="866"/>
                  <a:pt x="1096" y="861"/>
                  <a:pt x="1096" y="865"/>
                </a:cubicBezTo>
                <a:cubicBezTo>
                  <a:pt x="1099" y="865"/>
                  <a:pt x="1100" y="863"/>
                  <a:pt x="1101" y="860"/>
                </a:cubicBezTo>
                <a:cubicBezTo>
                  <a:pt x="1100" y="861"/>
                  <a:pt x="1099" y="862"/>
                  <a:pt x="1098" y="863"/>
                </a:cubicBezTo>
                <a:cubicBezTo>
                  <a:pt x="1095" y="862"/>
                  <a:pt x="1102" y="856"/>
                  <a:pt x="1102" y="860"/>
                </a:cubicBezTo>
                <a:cubicBezTo>
                  <a:pt x="1104" y="858"/>
                  <a:pt x="1103" y="856"/>
                  <a:pt x="1107" y="854"/>
                </a:cubicBezTo>
                <a:cubicBezTo>
                  <a:pt x="1110" y="857"/>
                  <a:pt x="1105" y="858"/>
                  <a:pt x="1103" y="860"/>
                </a:cubicBezTo>
                <a:cubicBezTo>
                  <a:pt x="1104" y="863"/>
                  <a:pt x="1108" y="860"/>
                  <a:pt x="1111" y="860"/>
                </a:cubicBezTo>
                <a:cubicBezTo>
                  <a:pt x="1110" y="863"/>
                  <a:pt x="1112" y="864"/>
                  <a:pt x="1112" y="867"/>
                </a:cubicBezTo>
                <a:cubicBezTo>
                  <a:pt x="1105" y="872"/>
                  <a:pt x="1103" y="871"/>
                  <a:pt x="1098" y="874"/>
                </a:cubicBezTo>
                <a:cubicBezTo>
                  <a:pt x="1100" y="869"/>
                  <a:pt x="1096" y="869"/>
                  <a:pt x="1092" y="868"/>
                </a:cubicBezTo>
                <a:close/>
                <a:moveTo>
                  <a:pt x="1102" y="878"/>
                </a:moveTo>
                <a:cubicBezTo>
                  <a:pt x="1102" y="881"/>
                  <a:pt x="1100" y="882"/>
                  <a:pt x="1099" y="884"/>
                </a:cubicBezTo>
                <a:cubicBezTo>
                  <a:pt x="1095" y="883"/>
                  <a:pt x="1096" y="883"/>
                  <a:pt x="1092" y="884"/>
                </a:cubicBezTo>
                <a:cubicBezTo>
                  <a:pt x="1094" y="889"/>
                  <a:pt x="1088" y="892"/>
                  <a:pt x="1083" y="893"/>
                </a:cubicBezTo>
                <a:cubicBezTo>
                  <a:pt x="1084" y="883"/>
                  <a:pt x="1093" y="880"/>
                  <a:pt x="1102" y="878"/>
                </a:cubicBezTo>
                <a:close/>
                <a:moveTo>
                  <a:pt x="1070" y="897"/>
                </a:moveTo>
                <a:cubicBezTo>
                  <a:pt x="1070" y="900"/>
                  <a:pt x="1069" y="902"/>
                  <a:pt x="1066" y="902"/>
                </a:cubicBezTo>
                <a:cubicBezTo>
                  <a:pt x="1065" y="898"/>
                  <a:pt x="1068" y="897"/>
                  <a:pt x="1070" y="897"/>
                </a:cubicBezTo>
                <a:close/>
                <a:moveTo>
                  <a:pt x="178" y="865"/>
                </a:moveTo>
                <a:cubicBezTo>
                  <a:pt x="183" y="865"/>
                  <a:pt x="185" y="864"/>
                  <a:pt x="190" y="862"/>
                </a:cubicBezTo>
                <a:cubicBezTo>
                  <a:pt x="188" y="859"/>
                  <a:pt x="184" y="855"/>
                  <a:pt x="179" y="858"/>
                </a:cubicBezTo>
                <a:cubicBezTo>
                  <a:pt x="180" y="861"/>
                  <a:pt x="177" y="867"/>
                  <a:pt x="178" y="865"/>
                </a:cubicBezTo>
                <a:close/>
                <a:moveTo>
                  <a:pt x="1114" y="952"/>
                </a:moveTo>
                <a:cubicBezTo>
                  <a:pt x="1115" y="948"/>
                  <a:pt x="1119" y="947"/>
                  <a:pt x="1118" y="941"/>
                </a:cubicBezTo>
                <a:cubicBezTo>
                  <a:pt x="1121" y="942"/>
                  <a:pt x="1120" y="940"/>
                  <a:pt x="1122" y="939"/>
                </a:cubicBezTo>
                <a:cubicBezTo>
                  <a:pt x="1127" y="942"/>
                  <a:pt x="1129" y="936"/>
                  <a:pt x="1133" y="934"/>
                </a:cubicBezTo>
                <a:cubicBezTo>
                  <a:pt x="1130" y="928"/>
                  <a:pt x="1146" y="928"/>
                  <a:pt x="1142" y="921"/>
                </a:cubicBezTo>
                <a:cubicBezTo>
                  <a:pt x="1136" y="923"/>
                  <a:pt x="1134" y="928"/>
                  <a:pt x="1129" y="926"/>
                </a:cubicBezTo>
                <a:cubicBezTo>
                  <a:pt x="1127" y="933"/>
                  <a:pt x="1121" y="935"/>
                  <a:pt x="1115" y="938"/>
                </a:cubicBezTo>
                <a:cubicBezTo>
                  <a:pt x="1115" y="937"/>
                  <a:pt x="1115" y="937"/>
                  <a:pt x="1114" y="936"/>
                </a:cubicBezTo>
                <a:cubicBezTo>
                  <a:pt x="1117" y="933"/>
                  <a:pt x="1116" y="929"/>
                  <a:pt x="1115" y="925"/>
                </a:cubicBezTo>
                <a:cubicBezTo>
                  <a:pt x="1114" y="924"/>
                  <a:pt x="1111" y="926"/>
                  <a:pt x="1111" y="924"/>
                </a:cubicBezTo>
                <a:cubicBezTo>
                  <a:pt x="1114" y="919"/>
                  <a:pt x="1107" y="921"/>
                  <a:pt x="1108" y="916"/>
                </a:cubicBezTo>
                <a:cubicBezTo>
                  <a:pt x="1110" y="919"/>
                  <a:pt x="1113" y="916"/>
                  <a:pt x="1114" y="913"/>
                </a:cubicBezTo>
                <a:cubicBezTo>
                  <a:pt x="1109" y="914"/>
                  <a:pt x="1104" y="917"/>
                  <a:pt x="1104" y="922"/>
                </a:cubicBezTo>
                <a:cubicBezTo>
                  <a:pt x="1110" y="919"/>
                  <a:pt x="1106" y="927"/>
                  <a:pt x="1110" y="926"/>
                </a:cubicBezTo>
                <a:cubicBezTo>
                  <a:pt x="1107" y="930"/>
                  <a:pt x="1107" y="933"/>
                  <a:pt x="1105" y="939"/>
                </a:cubicBezTo>
                <a:cubicBezTo>
                  <a:pt x="1107" y="940"/>
                  <a:pt x="1108" y="938"/>
                  <a:pt x="1108" y="939"/>
                </a:cubicBezTo>
                <a:cubicBezTo>
                  <a:pt x="1105" y="942"/>
                  <a:pt x="1109" y="950"/>
                  <a:pt x="1111" y="950"/>
                </a:cubicBezTo>
                <a:cubicBezTo>
                  <a:pt x="1111" y="952"/>
                  <a:pt x="1111" y="952"/>
                  <a:pt x="1111" y="952"/>
                </a:cubicBezTo>
                <a:cubicBezTo>
                  <a:pt x="1105" y="949"/>
                  <a:pt x="1107" y="954"/>
                  <a:pt x="1103" y="955"/>
                </a:cubicBezTo>
                <a:cubicBezTo>
                  <a:pt x="1103" y="953"/>
                  <a:pt x="1104" y="950"/>
                  <a:pt x="1102" y="950"/>
                </a:cubicBezTo>
                <a:cubicBezTo>
                  <a:pt x="1100" y="952"/>
                  <a:pt x="1096" y="952"/>
                  <a:pt x="1095" y="956"/>
                </a:cubicBezTo>
                <a:cubicBezTo>
                  <a:pt x="1099" y="956"/>
                  <a:pt x="1099" y="953"/>
                  <a:pt x="1103" y="953"/>
                </a:cubicBezTo>
                <a:cubicBezTo>
                  <a:pt x="1103" y="956"/>
                  <a:pt x="1101" y="956"/>
                  <a:pt x="1102" y="958"/>
                </a:cubicBezTo>
                <a:cubicBezTo>
                  <a:pt x="1103" y="960"/>
                  <a:pt x="1103" y="958"/>
                  <a:pt x="1106" y="958"/>
                </a:cubicBezTo>
                <a:cubicBezTo>
                  <a:pt x="1106" y="953"/>
                  <a:pt x="1111" y="952"/>
                  <a:pt x="1114" y="952"/>
                </a:cubicBezTo>
                <a:close/>
                <a:moveTo>
                  <a:pt x="1019" y="927"/>
                </a:moveTo>
                <a:cubicBezTo>
                  <a:pt x="1022" y="924"/>
                  <a:pt x="1025" y="921"/>
                  <a:pt x="1031" y="921"/>
                </a:cubicBezTo>
                <a:cubicBezTo>
                  <a:pt x="1032" y="917"/>
                  <a:pt x="1029" y="919"/>
                  <a:pt x="1029" y="916"/>
                </a:cubicBezTo>
                <a:cubicBezTo>
                  <a:pt x="1025" y="918"/>
                  <a:pt x="1019" y="924"/>
                  <a:pt x="1019" y="927"/>
                </a:cubicBezTo>
                <a:close/>
                <a:moveTo>
                  <a:pt x="157" y="919"/>
                </a:moveTo>
                <a:cubicBezTo>
                  <a:pt x="149" y="918"/>
                  <a:pt x="147" y="925"/>
                  <a:pt x="143" y="928"/>
                </a:cubicBezTo>
                <a:cubicBezTo>
                  <a:pt x="149" y="926"/>
                  <a:pt x="154" y="924"/>
                  <a:pt x="157" y="919"/>
                </a:cubicBezTo>
                <a:close/>
                <a:moveTo>
                  <a:pt x="986" y="921"/>
                </a:moveTo>
                <a:cubicBezTo>
                  <a:pt x="985" y="923"/>
                  <a:pt x="982" y="919"/>
                  <a:pt x="982" y="923"/>
                </a:cubicBezTo>
                <a:cubicBezTo>
                  <a:pt x="984" y="922"/>
                  <a:pt x="984" y="924"/>
                  <a:pt x="986" y="924"/>
                </a:cubicBezTo>
                <a:cubicBezTo>
                  <a:pt x="986" y="922"/>
                  <a:pt x="988" y="921"/>
                  <a:pt x="986" y="921"/>
                </a:cubicBezTo>
                <a:close/>
                <a:moveTo>
                  <a:pt x="786" y="1120"/>
                </a:moveTo>
                <a:cubicBezTo>
                  <a:pt x="787" y="1118"/>
                  <a:pt x="785" y="1117"/>
                  <a:pt x="786" y="1117"/>
                </a:cubicBezTo>
                <a:cubicBezTo>
                  <a:pt x="796" y="1115"/>
                  <a:pt x="807" y="1109"/>
                  <a:pt x="817" y="1109"/>
                </a:cubicBezTo>
                <a:cubicBezTo>
                  <a:pt x="821" y="1103"/>
                  <a:pt x="831" y="1106"/>
                  <a:pt x="834" y="1098"/>
                </a:cubicBezTo>
                <a:cubicBezTo>
                  <a:pt x="835" y="1096"/>
                  <a:pt x="831" y="1094"/>
                  <a:pt x="833" y="1090"/>
                </a:cubicBezTo>
                <a:cubicBezTo>
                  <a:pt x="839" y="1086"/>
                  <a:pt x="848" y="1084"/>
                  <a:pt x="853" y="1083"/>
                </a:cubicBezTo>
                <a:cubicBezTo>
                  <a:pt x="852" y="1085"/>
                  <a:pt x="852" y="1087"/>
                  <a:pt x="852" y="1089"/>
                </a:cubicBezTo>
                <a:cubicBezTo>
                  <a:pt x="856" y="1089"/>
                  <a:pt x="858" y="1090"/>
                  <a:pt x="859" y="1092"/>
                </a:cubicBezTo>
                <a:cubicBezTo>
                  <a:pt x="854" y="1096"/>
                  <a:pt x="847" y="1099"/>
                  <a:pt x="842" y="1104"/>
                </a:cubicBezTo>
                <a:cubicBezTo>
                  <a:pt x="836" y="1100"/>
                  <a:pt x="826" y="1109"/>
                  <a:pt x="822" y="1114"/>
                </a:cubicBezTo>
                <a:cubicBezTo>
                  <a:pt x="835" y="1111"/>
                  <a:pt x="846" y="1106"/>
                  <a:pt x="858" y="1102"/>
                </a:cubicBezTo>
                <a:cubicBezTo>
                  <a:pt x="857" y="1094"/>
                  <a:pt x="862" y="1089"/>
                  <a:pt x="867" y="1084"/>
                </a:cubicBezTo>
                <a:cubicBezTo>
                  <a:pt x="865" y="1084"/>
                  <a:pt x="862" y="1087"/>
                  <a:pt x="861" y="1084"/>
                </a:cubicBezTo>
                <a:cubicBezTo>
                  <a:pt x="870" y="1074"/>
                  <a:pt x="889" y="1072"/>
                  <a:pt x="900" y="1063"/>
                </a:cubicBezTo>
                <a:cubicBezTo>
                  <a:pt x="898" y="1061"/>
                  <a:pt x="893" y="1064"/>
                  <a:pt x="891" y="1061"/>
                </a:cubicBezTo>
                <a:cubicBezTo>
                  <a:pt x="895" y="1052"/>
                  <a:pt x="908" y="1051"/>
                  <a:pt x="917" y="1046"/>
                </a:cubicBezTo>
                <a:cubicBezTo>
                  <a:pt x="915" y="1044"/>
                  <a:pt x="916" y="1042"/>
                  <a:pt x="917" y="1040"/>
                </a:cubicBezTo>
                <a:cubicBezTo>
                  <a:pt x="912" y="1041"/>
                  <a:pt x="908" y="1044"/>
                  <a:pt x="903" y="1045"/>
                </a:cubicBezTo>
                <a:cubicBezTo>
                  <a:pt x="906" y="1038"/>
                  <a:pt x="917" y="1038"/>
                  <a:pt x="922" y="1032"/>
                </a:cubicBezTo>
                <a:cubicBezTo>
                  <a:pt x="919" y="1032"/>
                  <a:pt x="923" y="1029"/>
                  <a:pt x="922" y="1028"/>
                </a:cubicBezTo>
                <a:cubicBezTo>
                  <a:pt x="916" y="1028"/>
                  <a:pt x="918" y="1036"/>
                  <a:pt x="911" y="1036"/>
                </a:cubicBezTo>
                <a:cubicBezTo>
                  <a:pt x="911" y="1032"/>
                  <a:pt x="911" y="1032"/>
                  <a:pt x="911" y="1032"/>
                </a:cubicBezTo>
                <a:cubicBezTo>
                  <a:pt x="904" y="1034"/>
                  <a:pt x="903" y="1042"/>
                  <a:pt x="895" y="1044"/>
                </a:cubicBezTo>
                <a:cubicBezTo>
                  <a:pt x="896" y="1041"/>
                  <a:pt x="897" y="1040"/>
                  <a:pt x="895" y="1038"/>
                </a:cubicBezTo>
                <a:cubicBezTo>
                  <a:pt x="891" y="1039"/>
                  <a:pt x="888" y="1042"/>
                  <a:pt x="885" y="1045"/>
                </a:cubicBezTo>
                <a:cubicBezTo>
                  <a:pt x="882" y="1041"/>
                  <a:pt x="878" y="1047"/>
                  <a:pt x="875" y="1044"/>
                </a:cubicBezTo>
                <a:cubicBezTo>
                  <a:pt x="888" y="1031"/>
                  <a:pt x="913" y="1030"/>
                  <a:pt x="924" y="1015"/>
                </a:cubicBezTo>
                <a:cubicBezTo>
                  <a:pt x="915" y="1018"/>
                  <a:pt x="909" y="1024"/>
                  <a:pt x="900" y="1028"/>
                </a:cubicBezTo>
                <a:cubicBezTo>
                  <a:pt x="900" y="1026"/>
                  <a:pt x="897" y="1027"/>
                  <a:pt x="897" y="1025"/>
                </a:cubicBezTo>
                <a:cubicBezTo>
                  <a:pt x="917" y="1012"/>
                  <a:pt x="940" y="1004"/>
                  <a:pt x="958" y="990"/>
                </a:cubicBezTo>
                <a:cubicBezTo>
                  <a:pt x="956" y="989"/>
                  <a:pt x="954" y="990"/>
                  <a:pt x="954" y="989"/>
                </a:cubicBezTo>
                <a:cubicBezTo>
                  <a:pt x="954" y="982"/>
                  <a:pt x="958" y="980"/>
                  <a:pt x="963" y="979"/>
                </a:cubicBezTo>
                <a:cubicBezTo>
                  <a:pt x="962" y="981"/>
                  <a:pt x="962" y="982"/>
                  <a:pt x="963" y="983"/>
                </a:cubicBezTo>
                <a:cubicBezTo>
                  <a:pt x="976" y="982"/>
                  <a:pt x="994" y="976"/>
                  <a:pt x="995" y="969"/>
                </a:cubicBezTo>
                <a:cubicBezTo>
                  <a:pt x="1005" y="970"/>
                  <a:pt x="1010" y="961"/>
                  <a:pt x="1017" y="960"/>
                </a:cubicBezTo>
                <a:cubicBezTo>
                  <a:pt x="1017" y="963"/>
                  <a:pt x="1019" y="963"/>
                  <a:pt x="1020" y="964"/>
                </a:cubicBezTo>
                <a:cubicBezTo>
                  <a:pt x="1021" y="963"/>
                  <a:pt x="1021" y="962"/>
                  <a:pt x="1022" y="961"/>
                </a:cubicBezTo>
                <a:cubicBezTo>
                  <a:pt x="1028" y="962"/>
                  <a:pt x="1039" y="953"/>
                  <a:pt x="1043" y="946"/>
                </a:cubicBezTo>
                <a:cubicBezTo>
                  <a:pt x="1041" y="946"/>
                  <a:pt x="1040" y="945"/>
                  <a:pt x="1040" y="943"/>
                </a:cubicBezTo>
                <a:cubicBezTo>
                  <a:pt x="1043" y="942"/>
                  <a:pt x="1044" y="944"/>
                  <a:pt x="1048" y="942"/>
                </a:cubicBezTo>
                <a:cubicBezTo>
                  <a:pt x="1048" y="940"/>
                  <a:pt x="1050" y="938"/>
                  <a:pt x="1047" y="938"/>
                </a:cubicBezTo>
                <a:cubicBezTo>
                  <a:pt x="1048" y="940"/>
                  <a:pt x="1043" y="942"/>
                  <a:pt x="1042" y="939"/>
                </a:cubicBezTo>
                <a:cubicBezTo>
                  <a:pt x="1041" y="936"/>
                  <a:pt x="1047" y="939"/>
                  <a:pt x="1047" y="935"/>
                </a:cubicBezTo>
                <a:cubicBezTo>
                  <a:pt x="1041" y="932"/>
                  <a:pt x="1035" y="943"/>
                  <a:pt x="1028" y="944"/>
                </a:cubicBezTo>
                <a:cubicBezTo>
                  <a:pt x="1026" y="935"/>
                  <a:pt x="1036" y="930"/>
                  <a:pt x="1040" y="923"/>
                </a:cubicBezTo>
                <a:cubicBezTo>
                  <a:pt x="1031" y="925"/>
                  <a:pt x="1016" y="930"/>
                  <a:pt x="1021" y="940"/>
                </a:cubicBezTo>
                <a:cubicBezTo>
                  <a:pt x="1015" y="941"/>
                  <a:pt x="1013" y="946"/>
                  <a:pt x="1008" y="948"/>
                </a:cubicBezTo>
                <a:cubicBezTo>
                  <a:pt x="1007" y="946"/>
                  <a:pt x="1010" y="943"/>
                  <a:pt x="1005" y="943"/>
                </a:cubicBezTo>
                <a:cubicBezTo>
                  <a:pt x="1006" y="950"/>
                  <a:pt x="1003" y="951"/>
                  <a:pt x="999" y="952"/>
                </a:cubicBezTo>
                <a:cubicBezTo>
                  <a:pt x="998" y="949"/>
                  <a:pt x="1000" y="949"/>
                  <a:pt x="1001" y="947"/>
                </a:cubicBezTo>
                <a:cubicBezTo>
                  <a:pt x="993" y="949"/>
                  <a:pt x="994" y="956"/>
                  <a:pt x="985" y="954"/>
                </a:cubicBezTo>
                <a:cubicBezTo>
                  <a:pt x="979" y="959"/>
                  <a:pt x="974" y="965"/>
                  <a:pt x="968" y="969"/>
                </a:cubicBezTo>
                <a:cubicBezTo>
                  <a:pt x="967" y="968"/>
                  <a:pt x="967" y="967"/>
                  <a:pt x="967" y="965"/>
                </a:cubicBezTo>
                <a:cubicBezTo>
                  <a:pt x="962" y="967"/>
                  <a:pt x="955" y="973"/>
                  <a:pt x="949" y="971"/>
                </a:cubicBezTo>
                <a:cubicBezTo>
                  <a:pt x="952" y="967"/>
                  <a:pt x="956" y="963"/>
                  <a:pt x="961" y="960"/>
                </a:cubicBezTo>
                <a:cubicBezTo>
                  <a:pt x="959" y="957"/>
                  <a:pt x="958" y="955"/>
                  <a:pt x="956" y="953"/>
                </a:cubicBezTo>
                <a:cubicBezTo>
                  <a:pt x="959" y="954"/>
                  <a:pt x="958" y="951"/>
                  <a:pt x="961" y="952"/>
                </a:cubicBezTo>
                <a:cubicBezTo>
                  <a:pt x="960" y="953"/>
                  <a:pt x="959" y="953"/>
                  <a:pt x="960" y="955"/>
                </a:cubicBezTo>
                <a:cubicBezTo>
                  <a:pt x="977" y="960"/>
                  <a:pt x="979" y="944"/>
                  <a:pt x="991" y="940"/>
                </a:cubicBezTo>
                <a:cubicBezTo>
                  <a:pt x="991" y="937"/>
                  <a:pt x="988" y="936"/>
                  <a:pt x="989" y="931"/>
                </a:cubicBezTo>
                <a:cubicBezTo>
                  <a:pt x="986" y="932"/>
                  <a:pt x="985" y="934"/>
                  <a:pt x="985" y="938"/>
                </a:cubicBezTo>
                <a:cubicBezTo>
                  <a:pt x="990" y="941"/>
                  <a:pt x="980" y="946"/>
                  <a:pt x="977" y="944"/>
                </a:cubicBezTo>
                <a:cubicBezTo>
                  <a:pt x="977" y="942"/>
                  <a:pt x="980" y="943"/>
                  <a:pt x="980" y="941"/>
                </a:cubicBezTo>
                <a:cubicBezTo>
                  <a:pt x="978" y="941"/>
                  <a:pt x="975" y="942"/>
                  <a:pt x="975" y="940"/>
                </a:cubicBezTo>
                <a:cubicBezTo>
                  <a:pt x="976" y="939"/>
                  <a:pt x="977" y="938"/>
                  <a:pt x="980" y="939"/>
                </a:cubicBezTo>
                <a:cubicBezTo>
                  <a:pt x="979" y="935"/>
                  <a:pt x="978" y="934"/>
                  <a:pt x="979" y="930"/>
                </a:cubicBezTo>
                <a:cubicBezTo>
                  <a:pt x="975" y="931"/>
                  <a:pt x="973" y="933"/>
                  <a:pt x="971" y="930"/>
                </a:cubicBezTo>
                <a:cubicBezTo>
                  <a:pt x="962" y="942"/>
                  <a:pt x="947" y="948"/>
                  <a:pt x="935" y="956"/>
                </a:cubicBezTo>
                <a:cubicBezTo>
                  <a:pt x="933" y="956"/>
                  <a:pt x="931" y="955"/>
                  <a:pt x="928" y="955"/>
                </a:cubicBezTo>
                <a:cubicBezTo>
                  <a:pt x="926" y="957"/>
                  <a:pt x="924" y="958"/>
                  <a:pt x="924" y="962"/>
                </a:cubicBezTo>
                <a:cubicBezTo>
                  <a:pt x="926" y="962"/>
                  <a:pt x="928" y="962"/>
                  <a:pt x="928" y="964"/>
                </a:cubicBezTo>
                <a:cubicBezTo>
                  <a:pt x="921" y="972"/>
                  <a:pt x="911" y="979"/>
                  <a:pt x="897" y="972"/>
                </a:cubicBezTo>
                <a:cubicBezTo>
                  <a:pt x="896" y="975"/>
                  <a:pt x="891" y="976"/>
                  <a:pt x="889" y="978"/>
                </a:cubicBezTo>
                <a:cubicBezTo>
                  <a:pt x="893" y="979"/>
                  <a:pt x="894" y="978"/>
                  <a:pt x="897" y="978"/>
                </a:cubicBezTo>
                <a:cubicBezTo>
                  <a:pt x="894" y="983"/>
                  <a:pt x="900" y="979"/>
                  <a:pt x="901" y="983"/>
                </a:cubicBezTo>
                <a:cubicBezTo>
                  <a:pt x="897" y="984"/>
                  <a:pt x="892" y="988"/>
                  <a:pt x="894" y="991"/>
                </a:cubicBezTo>
                <a:cubicBezTo>
                  <a:pt x="895" y="987"/>
                  <a:pt x="899" y="991"/>
                  <a:pt x="900" y="988"/>
                </a:cubicBezTo>
                <a:cubicBezTo>
                  <a:pt x="900" y="989"/>
                  <a:pt x="902" y="989"/>
                  <a:pt x="902" y="991"/>
                </a:cubicBezTo>
                <a:cubicBezTo>
                  <a:pt x="899" y="993"/>
                  <a:pt x="900" y="993"/>
                  <a:pt x="901" y="996"/>
                </a:cubicBezTo>
                <a:cubicBezTo>
                  <a:pt x="895" y="998"/>
                  <a:pt x="894" y="1005"/>
                  <a:pt x="890" y="1009"/>
                </a:cubicBezTo>
                <a:cubicBezTo>
                  <a:pt x="887" y="1010"/>
                  <a:pt x="887" y="1008"/>
                  <a:pt x="885" y="1008"/>
                </a:cubicBezTo>
                <a:cubicBezTo>
                  <a:pt x="879" y="1011"/>
                  <a:pt x="877" y="1015"/>
                  <a:pt x="873" y="1017"/>
                </a:cubicBezTo>
                <a:cubicBezTo>
                  <a:pt x="865" y="1023"/>
                  <a:pt x="855" y="1022"/>
                  <a:pt x="850" y="1030"/>
                </a:cubicBezTo>
                <a:cubicBezTo>
                  <a:pt x="858" y="1032"/>
                  <a:pt x="859" y="1028"/>
                  <a:pt x="864" y="1024"/>
                </a:cubicBezTo>
                <a:cubicBezTo>
                  <a:pt x="873" y="1018"/>
                  <a:pt x="888" y="1014"/>
                  <a:pt x="895" y="1011"/>
                </a:cubicBezTo>
                <a:cubicBezTo>
                  <a:pt x="892" y="1017"/>
                  <a:pt x="886" y="1020"/>
                  <a:pt x="880" y="1024"/>
                </a:cubicBezTo>
                <a:cubicBezTo>
                  <a:pt x="879" y="1023"/>
                  <a:pt x="880" y="1020"/>
                  <a:pt x="878" y="1020"/>
                </a:cubicBezTo>
                <a:cubicBezTo>
                  <a:pt x="872" y="1029"/>
                  <a:pt x="860" y="1033"/>
                  <a:pt x="849" y="1039"/>
                </a:cubicBezTo>
                <a:cubicBezTo>
                  <a:pt x="838" y="1044"/>
                  <a:pt x="822" y="1053"/>
                  <a:pt x="813" y="1052"/>
                </a:cubicBezTo>
                <a:cubicBezTo>
                  <a:pt x="813" y="1053"/>
                  <a:pt x="813" y="1055"/>
                  <a:pt x="812" y="1056"/>
                </a:cubicBezTo>
                <a:cubicBezTo>
                  <a:pt x="804" y="1054"/>
                  <a:pt x="800" y="1059"/>
                  <a:pt x="792" y="1061"/>
                </a:cubicBezTo>
                <a:cubicBezTo>
                  <a:pt x="792" y="1064"/>
                  <a:pt x="794" y="1064"/>
                  <a:pt x="795" y="1066"/>
                </a:cubicBezTo>
                <a:cubicBezTo>
                  <a:pt x="792" y="1066"/>
                  <a:pt x="790" y="1069"/>
                  <a:pt x="791" y="1070"/>
                </a:cubicBezTo>
                <a:cubicBezTo>
                  <a:pt x="803" y="1066"/>
                  <a:pt x="820" y="1061"/>
                  <a:pt x="836" y="1053"/>
                </a:cubicBezTo>
                <a:cubicBezTo>
                  <a:pt x="838" y="1044"/>
                  <a:pt x="849" y="1046"/>
                  <a:pt x="855" y="1043"/>
                </a:cubicBezTo>
                <a:cubicBezTo>
                  <a:pt x="856" y="1045"/>
                  <a:pt x="853" y="1044"/>
                  <a:pt x="853" y="1047"/>
                </a:cubicBezTo>
                <a:cubicBezTo>
                  <a:pt x="856" y="1047"/>
                  <a:pt x="858" y="1049"/>
                  <a:pt x="856" y="1051"/>
                </a:cubicBezTo>
                <a:cubicBezTo>
                  <a:pt x="863" y="1052"/>
                  <a:pt x="870" y="1040"/>
                  <a:pt x="874" y="1047"/>
                </a:cubicBezTo>
                <a:cubicBezTo>
                  <a:pt x="867" y="1048"/>
                  <a:pt x="858" y="1052"/>
                  <a:pt x="853" y="1058"/>
                </a:cubicBezTo>
                <a:cubicBezTo>
                  <a:pt x="857" y="1057"/>
                  <a:pt x="860" y="1058"/>
                  <a:pt x="861" y="1061"/>
                </a:cubicBezTo>
                <a:cubicBezTo>
                  <a:pt x="859" y="1061"/>
                  <a:pt x="859" y="1063"/>
                  <a:pt x="858" y="1063"/>
                </a:cubicBezTo>
                <a:cubicBezTo>
                  <a:pt x="854" y="1058"/>
                  <a:pt x="847" y="1064"/>
                  <a:pt x="844" y="1063"/>
                </a:cubicBezTo>
                <a:cubicBezTo>
                  <a:pt x="843" y="1059"/>
                  <a:pt x="849" y="1063"/>
                  <a:pt x="849" y="1059"/>
                </a:cubicBezTo>
                <a:cubicBezTo>
                  <a:pt x="846" y="1056"/>
                  <a:pt x="845" y="1061"/>
                  <a:pt x="841" y="1060"/>
                </a:cubicBezTo>
                <a:cubicBezTo>
                  <a:pt x="842" y="1058"/>
                  <a:pt x="842" y="1056"/>
                  <a:pt x="840" y="1056"/>
                </a:cubicBezTo>
                <a:cubicBezTo>
                  <a:pt x="830" y="1061"/>
                  <a:pt x="823" y="1069"/>
                  <a:pt x="811" y="1070"/>
                </a:cubicBezTo>
                <a:cubicBezTo>
                  <a:pt x="811" y="1071"/>
                  <a:pt x="812" y="1072"/>
                  <a:pt x="812" y="1073"/>
                </a:cubicBezTo>
                <a:cubicBezTo>
                  <a:pt x="810" y="1074"/>
                  <a:pt x="808" y="1076"/>
                  <a:pt x="805" y="1076"/>
                </a:cubicBezTo>
                <a:cubicBezTo>
                  <a:pt x="805" y="1075"/>
                  <a:pt x="806" y="1074"/>
                  <a:pt x="807" y="1073"/>
                </a:cubicBezTo>
                <a:cubicBezTo>
                  <a:pt x="803" y="1073"/>
                  <a:pt x="799" y="1074"/>
                  <a:pt x="797" y="1077"/>
                </a:cubicBezTo>
                <a:cubicBezTo>
                  <a:pt x="800" y="1078"/>
                  <a:pt x="802" y="1074"/>
                  <a:pt x="804" y="1077"/>
                </a:cubicBezTo>
                <a:cubicBezTo>
                  <a:pt x="798" y="1079"/>
                  <a:pt x="787" y="1088"/>
                  <a:pt x="782" y="1082"/>
                </a:cubicBezTo>
                <a:cubicBezTo>
                  <a:pt x="777" y="1083"/>
                  <a:pt x="772" y="1085"/>
                  <a:pt x="768" y="1088"/>
                </a:cubicBezTo>
                <a:cubicBezTo>
                  <a:pt x="771" y="1088"/>
                  <a:pt x="773" y="1088"/>
                  <a:pt x="774" y="1090"/>
                </a:cubicBezTo>
                <a:cubicBezTo>
                  <a:pt x="767" y="1091"/>
                  <a:pt x="761" y="1092"/>
                  <a:pt x="758" y="1096"/>
                </a:cubicBezTo>
                <a:cubicBezTo>
                  <a:pt x="757" y="1095"/>
                  <a:pt x="755" y="1094"/>
                  <a:pt x="753" y="1095"/>
                </a:cubicBezTo>
                <a:cubicBezTo>
                  <a:pt x="751" y="1098"/>
                  <a:pt x="747" y="1098"/>
                  <a:pt x="746" y="1101"/>
                </a:cubicBezTo>
                <a:cubicBezTo>
                  <a:pt x="749" y="1100"/>
                  <a:pt x="747" y="1104"/>
                  <a:pt x="749" y="1104"/>
                </a:cubicBezTo>
                <a:cubicBezTo>
                  <a:pt x="749" y="1103"/>
                  <a:pt x="751" y="1103"/>
                  <a:pt x="752" y="1102"/>
                </a:cubicBezTo>
                <a:cubicBezTo>
                  <a:pt x="751" y="1105"/>
                  <a:pt x="755" y="1104"/>
                  <a:pt x="754" y="1108"/>
                </a:cubicBezTo>
                <a:cubicBezTo>
                  <a:pt x="750" y="1106"/>
                  <a:pt x="752" y="1112"/>
                  <a:pt x="750" y="1112"/>
                </a:cubicBezTo>
                <a:cubicBezTo>
                  <a:pt x="745" y="1115"/>
                  <a:pt x="743" y="1109"/>
                  <a:pt x="738" y="1109"/>
                </a:cubicBezTo>
                <a:cubicBezTo>
                  <a:pt x="737" y="1113"/>
                  <a:pt x="732" y="1117"/>
                  <a:pt x="728" y="1115"/>
                </a:cubicBezTo>
                <a:cubicBezTo>
                  <a:pt x="728" y="1114"/>
                  <a:pt x="730" y="1114"/>
                  <a:pt x="730" y="1112"/>
                </a:cubicBezTo>
                <a:cubicBezTo>
                  <a:pt x="711" y="1113"/>
                  <a:pt x="700" y="1127"/>
                  <a:pt x="684" y="1122"/>
                </a:cubicBezTo>
                <a:cubicBezTo>
                  <a:pt x="681" y="1133"/>
                  <a:pt x="662" y="1127"/>
                  <a:pt x="657" y="1136"/>
                </a:cubicBezTo>
                <a:cubicBezTo>
                  <a:pt x="660" y="1138"/>
                  <a:pt x="664" y="1137"/>
                  <a:pt x="666" y="1138"/>
                </a:cubicBezTo>
                <a:cubicBezTo>
                  <a:pt x="666" y="1141"/>
                  <a:pt x="663" y="1140"/>
                  <a:pt x="664" y="1144"/>
                </a:cubicBezTo>
                <a:cubicBezTo>
                  <a:pt x="667" y="1145"/>
                  <a:pt x="665" y="1141"/>
                  <a:pt x="667" y="1140"/>
                </a:cubicBezTo>
                <a:cubicBezTo>
                  <a:pt x="683" y="1140"/>
                  <a:pt x="694" y="1136"/>
                  <a:pt x="706" y="1133"/>
                </a:cubicBezTo>
                <a:cubicBezTo>
                  <a:pt x="714" y="1130"/>
                  <a:pt x="726" y="1131"/>
                  <a:pt x="727" y="1122"/>
                </a:cubicBezTo>
                <a:cubicBezTo>
                  <a:pt x="726" y="1122"/>
                  <a:pt x="724" y="1123"/>
                  <a:pt x="724" y="1122"/>
                </a:cubicBezTo>
                <a:cubicBezTo>
                  <a:pt x="727" y="1120"/>
                  <a:pt x="731" y="1119"/>
                  <a:pt x="736" y="1120"/>
                </a:cubicBezTo>
                <a:cubicBezTo>
                  <a:pt x="736" y="1122"/>
                  <a:pt x="736" y="1122"/>
                  <a:pt x="736" y="1122"/>
                </a:cubicBezTo>
                <a:cubicBezTo>
                  <a:pt x="752" y="1118"/>
                  <a:pt x="767" y="1111"/>
                  <a:pt x="783" y="1109"/>
                </a:cubicBezTo>
                <a:cubicBezTo>
                  <a:pt x="775" y="1110"/>
                  <a:pt x="774" y="1116"/>
                  <a:pt x="768" y="1118"/>
                </a:cubicBezTo>
                <a:cubicBezTo>
                  <a:pt x="761" y="1120"/>
                  <a:pt x="760" y="1128"/>
                  <a:pt x="753" y="1125"/>
                </a:cubicBezTo>
                <a:cubicBezTo>
                  <a:pt x="747" y="1132"/>
                  <a:pt x="733" y="1131"/>
                  <a:pt x="728" y="1139"/>
                </a:cubicBezTo>
                <a:cubicBezTo>
                  <a:pt x="725" y="1136"/>
                  <a:pt x="722" y="1138"/>
                  <a:pt x="719" y="1139"/>
                </a:cubicBezTo>
                <a:cubicBezTo>
                  <a:pt x="717" y="1141"/>
                  <a:pt x="719" y="1141"/>
                  <a:pt x="720" y="1143"/>
                </a:cubicBezTo>
                <a:cubicBezTo>
                  <a:pt x="717" y="1143"/>
                  <a:pt x="715" y="1144"/>
                  <a:pt x="715" y="1147"/>
                </a:cubicBezTo>
                <a:cubicBezTo>
                  <a:pt x="731" y="1148"/>
                  <a:pt x="734" y="1136"/>
                  <a:pt x="749" y="1136"/>
                </a:cubicBezTo>
                <a:cubicBezTo>
                  <a:pt x="751" y="1135"/>
                  <a:pt x="749" y="1135"/>
                  <a:pt x="751" y="1134"/>
                </a:cubicBezTo>
                <a:cubicBezTo>
                  <a:pt x="752" y="1135"/>
                  <a:pt x="752" y="1133"/>
                  <a:pt x="755" y="1134"/>
                </a:cubicBezTo>
                <a:cubicBezTo>
                  <a:pt x="755" y="1135"/>
                  <a:pt x="755" y="1136"/>
                  <a:pt x="754" y="1136"/>
                </a:cubicBezTo>
                <a:cubicBezTo>
                  <a:pt x="769" y="1135"/>
                  <a:pt x="774" y="1124"/>
                  <a:pt x="786" y="1120"/>
                </a:cubicBezTo>
                <a:close/>
                <a:moveTo>
                  <a:pt x="1029" y="945"/>
                </a:moveTo>
                <a:cubicBezTo>
                  <a:pt x="1032" y="946"/>
                  <a:pt x="1032" y="943"/>
                  <a:pt x="1035" y="944"/>
                </a:cubicBezTo>
                <a:cubicBezTo>
                  <a:pt x="1034" y="946"/>
                  <a:pt x="1036" y="946"/>
                  <a:pt x="1036" y="945"/>
                </a:cubicBezTo>
                <a:cubicBezTo>
                  <a:pt x="1037" y="944"/>
                  <a:pt x="1034" y="954"/>
                  <a:pt x="1030" y="954"/>
                </a:cubicBezTo>
                <a:cubicBezTo>
                  <a:pt x="1030" y="951"/>
                  <a:pt x="1029" y="949"/>
                  <a:pt x="1029" y="945"/>
                </a:cubicBezTo>
                <a:close/>
                <a:moveTo>
                  <a:pt x="971" y="944"/>
                </a:moveTo>
                <a:cubicBezTo>
                  <a:pt x="969" y="946"/>
                  <a:pt x="967" y="952"/>
                  <a:pt x="963" y="950"/>
                </a:cubicBezTo>
                <a:cubicBezTo>
                  <a:pt x="966" y="948"/>
                  <a:pt x="967" y="945"/>
                  <a:pt x="971" y="944"/>
                </a:cubicBezTo>
                <a:close/>
                <a:moveTo>
                  <a:pt x="930" y="993"/>
                </a:moveTo>
                <a:cubicBezTo>
                  <a:pt x="932" y="991"/>
                  <a:pt x="928" y="991"/>
                  <a:pt x="930" y="988"/>
                </a:cubicBezTo>
                <a:cubicBezTo>
                  <a:pt x="938" y="987"/>
                  <a:pt x="942" y="984"/>
                  <a:pt x="949" y="983"/>
                </a:cubicBezTo>
                <a:cubicBezTo>
                  <a:pt x="944" y="988"/>
                  <a:pt x="939" y="993"/>
                  <a:pt x="930" y="993"/>
                </a:cubicBezTo>
                <a:close/>
                <a:moveTo>
                  <a:pt x="945" y="957"/>
                </a:moveTo>
                <a:cubicBezTo>
                  <a:pt x="949" y="959"/>
                  <a:pt x="945" y="964"/>
                  <a:pt x="941" y="964"/>
                </a:cubicBezTo>
                <a:cubicBezTo>
                  <a:pt x="944" y="961"/>
                  <a:pt x="944" y="961"/>
                  <a:pt x="945" y="957"/>
                </a:cubicBezTo>
                <a:close/>
                <a:moveTo>
                  <a:pt x="925" y="971"/>
                </a:moveTo>
                <a:cubicBezTo>
                  <a:pt x="926" y="971"/>
                  <a:pt x="926" y="973"/>
                  <a:pt x="926" y="974"/>
                </a:cubicBezTo>
                <a:cubicBezTo>
                  <a:pt x="926" y="973"/>
                  <a:pt x="927" y="973"/>
                  <a:pt x="928" y="973"/>
                </a:cubicBezTo>
                <a:cubicBezTo>
                  <a:pt x="926" y="966"/>
                  <a:pt x="937" y="965"/>
                  <a:pt x="939" y="962"/>
                </a:cubicBezTo>
                <a:cubicBezTo>
                  <a:pt x="942" y="963"/>
                  <a:pt x="935" y="969"/>
                  <a:pt x="932" y="969"/>
                </a:cubicBezTo>
                <a:cubicBezTo>
                  <a:pt x="934" y="972"/>
                  <a:pt x="936" y="966"/>
                  <a:pt x="938" y="969"/>
                </a:cubicBezTo>
                <a:cubicBezTo>
                  <a:pt x="937" y="971"/>
                  <a:pt x="936" y="973"/>
                  <a:pt x="934" y="975"/>
                </a:cubicBezTo>
                <a:cubicBezTo>
                  <a:pt x="931" y="971"/>
                  <a:pt x="929" y="975"/>
                  <a:pt x="925" y="976"/>
                </a:cubicBezTo>
                <a:cubicBezTo>
                  <a:pt x="925" y="973"/>
                  <a:pt x="923" y="973"/>
                  <a:pt x="925" y="971"/>
                </a:cubicBezTo>
                <a:close/>
                <a:moveTo>
                  <a:pt x="913" y="1004"/>
                </a:moveTo>
                <a:cubicBezTo>
                  <a:pt x="911" y="999"/>
                  <a:pt x="918" y="996"/>
                  <a:pt x="924" y="996"/>
                </a:cubicBezTo>
                <a:cubicBezTo>
                  <a:pt x="922" y="1001"/>
                  <a:pt x="916" y="1000"/>
                  <a:pt x="913" y="1004"/>
                </a:cubicBezTo>
                <a:close/>
                <a:moveTo>
                  <a:pt x="918" y="976"/>
                </a:moveTo>
                <a:cubicBezTo>
                  <a:pt x="922" y="981"/>
                  <a:pt x="911" y="983"/>
                  <a:pt x="906" y="987"/>
                </a:cubicBezTo>
                <a:cubicBezTo>
                  <a:pt x="908" y="979"/>
                  <a:pt x="916" y="981"/>
                  <a:pt x="918" y="976"/>
                </a:cubicBezTo>
                <a:close/>
                <a:moveTo>
                  <a:pt x="914" y="986"/>
                </a:moveTo>
                <a:cubicBezTo>
                  <a:pt x="918" y="989"/>
                  <a:pt x="909" y="993"/>
                  <a:pt x="904" y="992"/>
                </a:cubicBezTo>
                <a:cubicBezTo>
                  <a:pt x="906" y="989"/>
                  <a:pt x="911" y="989"/>
                  <a:pt x="914" y="986"/>
                </a:cubicBezTo>
                <a:close/>
                <a:moveTo>
                  <a:pt x="885" y="1027"/>
                </a:moveTo>
                <a:cubicBezTo>
                  <a:pt x="888" y="1030"/>
                  <a:pt x="891" y="1028"/>
                  <a:pt x="895" y="1027"/>
                </a:cubicBezTo>
                <a:cubicBezTo>
                  <a:pt x="893" y="1033"/>
                  <a:pt x="887" y="1035"/>
                  <a:pt x="881" y="1036"/>
                </a:cubicBezTo>
                <a:cubicBezTo>
                  <a:pt x="882" y="1032"/>
                  <a:pt x="886" y="1032"/>
                  <a:pt x="885" y="1027"/>
                </a:cubicBezTo>
                <a:close/>
                <a:moveTo>
                  <a:pt x="865" y="1045"/>
                </a:moveTo>
                <a:cubicBezTo>
                  <a:pt x="864" y="1048"/>
                  <a:pt x="867" y="1040"/>
                  <a:pt x="870" y="1041"/>
                </a:cubicBezTo>
                <a:cubicBezTo>
                  <a:pt x="871" y="1045"/>
                  <a:pt x="867" y="1044"/>
                  <a:pt x="865" y="1045"/>
                </a:cubicBezTo>
                <a:close/>
                <a:moveTo>
                  <a:pt x="837" y="1067"/>
                </a:moveTo>
                <a:cubicBezTo>
                  <a:pt x="837" y="1070"/>
                  <a:pt x="834" y="1071"/>
                  <a:pt x="831" y="1071"/>
                </a:cubicBezTo>
                <a:cubicBezTo>
                  <a:pt x="830" y="1069"/>
                  <a:pt x="832" y="1066"/>
                  <a:pt x="837" y="1067"/>
                </a:cubicBezTo>
                <a:close/>
                <a:moveTo>
                  <a:pt x="821" y="1093"/>
                </a:moveTo>
                <a:cubicBezTo>
                  <a:pt x="822" y="1092"/>
                  <a:pt x="825" y="1092"/>
                  <a:pt x="827" y="1092"/>
                </a:cubicBezTo>
                <a:cubicBezTo>
                  <a:pt x="826" y="1094"/>
                  <a:pt x="825" y="1095"/>
                  <a:pt x="823" y="1096"/>
                </a:cubicBezTo>
                <a:cubicBezTo>
                  <a:pt x="821" y="1096"/>
                  <a:pt x="821" y="1095"/>
                  <a:pt x="821" y="1093"/>
                </a:cubicBezTo>
                <a:close/>
                <a:moveTo>
                  <a:pt x="785" y="1113"/>
                </a:moveTo>
                <a:cubicBezTo>
                  <a:pt x="786" y="1110"/>
                  <a:pt x="794" y="1108"/>
                  <a:pt x="798" y="1109"/>
                </a:cubicBezTo>
                <a:cubicBezTo>
                  <a:pt x="795" y="1111"/>
                  <a:pt x="790" y="1112"/>
                  <a:pt x="785" y="1113"/>
                </a:cubicBezTo>
                <a:close/>
                <a:moveTo>
                  <a:pt x="815" y="1075"/>
                </a:moveTo>
                <a:cubicBezTo>
                  <a:pt x="815" y="1079"/>
                  <a:pt x="815" y="1079"/>
                  <a:pt x="815" y="1079"/>
                </a:cubicBezTo>
                <a:cubicBezTo>
                  <a:pt x="810" y="1081"/>
                  <a:pt x="806" y="1077"/>
                  <a:pt x="805" y="1082"/>
                </a:cubicBezTo>
                <a:cubicBezTo>
                  <a:pt x="802" y="1077"/>
                  <a:pt x="810" y="1075"/>
                  <a:pt x="815" y="1075"/>
                </a:cubicBezTo>
                <a:close/>
                <a:moveTo>
                  <a:pt x="800" y="1089"/>
                </a:moveTo>
                <a:cubicBezTo>
                  <a:pt x="800" y="1080"/>
                  <a:pt x="809" y="1084"/>
                  <a:pt x="814" y="1083"/>
                </a:cubicBezTo>
                <a:cubicBezTo>
                  <a:pt x="810" y="1092"/>
                  <a:pt x="790" y="1102"/>
                  <a:pt x="784" y="1094"/>
                </a:cubicBezTo>
                <a:cubicBezTo>
                  <a:pt x="786" y="1089"/>
                  <a:pt x="795" y="1091"/>
                  <a:pt x="800" y="1089"/>
                </a:cubicBezTo>
                <a:close/>
                <a:moveTo>
                  <a:pt x="40" y="932"/>
                </a:moveTo>
                <a:cubicBezTo>
                  <a:pt x="40" y="932"/>
                  <a:pt x="40" y="932"/>
                  <a:pt x="41" y="932"/>
                </a:cubicBezTo>
                <a:cubicBezTo>
                  <a:pt x="42" y="932"/>
                  <a:pt x="41" y="935"/>
                  <a:pt x="43" y="935"/>
                </a:cubicBezTo>
                <a:cubicBezTo>
                  <a:pt x="44" y="930"/>
                  <a:pt x="51" y="930"/>
                  <a:pt x="51" y="925"/>
                </a:cubicBezTo>
                <a:cubicBezTo>
                  <a:pt x="48" y="928"/>
                  <a:pt x="41" y="930"/>
                  <a:pt x="40" y="932"/>
                </a:cubicBezTo>
                <a:close/>
                <a:moveTo>
                  <a:pt x="227" y="928"/>
                </a:moveTo>
                <a:cubicBezTo>
                  <a:pt x="228" y="926"/>
                  <a:pt x="229" y="927"/>
                  <a:pt x="231" y="927"/>
                </a:cubicBezTo>
                <a:cubicBezTo>
                  <a:pt x="231" y="925"/>
                  <a:pt x="231" y="925"/>
                  <a:pt x="231" y="925"/>
                </a:cubicBezTo>
                <a:cubicBezTo>
                  <a:pt x="229" y="924"/>
                  <a:pt x="229" y="926"/>
                  <a:pt x="227" y="926"/>
                </a:cubicBezTo>
                <a:cubicBezTo>
                  <a:pt x="227" y="927"/>
                  <a:pt x="225" y="928"/>
                  <a:pt x="227" y="928"/>
                </a:cubicBezTo>
                <a:close/>
                <a:moveTo>
                  <a:pt x="1158" y="939"/>
                </a:moveTo>
                <a:cubicBezTo>
                  <a:pt x="1155" y="941"/>
                  <a:pt x="1154" y="938"/>
                  <a:pt x="1152" y="938"/>
                </a:cubicBezTo>
                <a:cubicBezTo>
                  <a:pt x="1155" y="941"/>
                  <a:pt x="1150" y="945"/>
                  <a:pt x="1153" y="947"/>
                </a:cubicBezTo>
                <a:cubicBezTo>
                  <a:pt x="1162" y="947"/>
                  <a:pt x="1170" y="939"/>
                  <a:pt x="1176" y="933"/>
                </a:cubicBezTo>
                <a:cubicBezTo>
                  <a:pt x="1172" y="932"/>
                  <a:pt x="1168" y="933"/>
                  <a:pt x="1168" y="929"/>
                </a:cubicBezTo>
                <a:cubicBezTo>
                  <a:pt x="1166" y="927"/>
                  <a:pt x="1172" y="927"/>
                  <a:pt x="1169" y="926"/>
                </a:cubicBezTo>
                <a:cubicBezTo>
                  <a:pt x="1162" y="927"/>
                  <a:pt x="1162" y="935"/>
                  <a:pt x="1158" y="939"/>
                </a:cubicBezTo>
                <a:close/>
                <a:moveTo>
                  <a:pt x="214" y="934"/>
                </a:moveTo>
                <a:cubicBezTo>
                  <a:pt x="212" y="935"/>
                  <a:pt x="205" y="937"/>
                  <a:pt x="207" y="939"/>
                </a:cubicBezTo>
                <a:cubicBezTo>
                  <a:pt x="209" y="938"/>
                  <a:pt x="216" y="936"/>
                  <a:pt x="214" y="934"/>
                </a:cubicBezTo>
                <a:close/>
                <a:moveTo>
                  <a:pt x="130" y="938"/>
                </a:moveTo>
                <a:cubicBezTo>
                  <a:pt x="133" y="938"/>
                  <a:pt x="134" y="936"/>
                  <a:pt x="134" y="934"/>
                </a:cubicBezTo>
                <a:cubicBezTo>
                  <a:pt x="123" y="930"/>
                  <a:pt x="117" y="944"/>
                  <a:pt x="109" y="949"/>
                </a:cubicBezTo>
                <a:cubicBezTo>
                  <a:pt x="114" y="946"/>
                  <a:pt x="119" y="944"/>
                  <a:pt x="125" y="942"/>
                </a:cubicBezTo>
                <a:cubicBezTo>
                  <a:pt x="125" y="944"/>
                  <a:pt x="125" y="946"/>
                  <a:pt x="126" y="946"/>
                </a:cubicBezTo>
                <a:cubicBezTo>
                  <a:pt x="129" y="946"/>
                  <a:pt x="134" y="941"/>
                  <a:pt x="130" y="938"/>
                </a:cubicBezTo>
                <a:close/>
                <a:moveTo>
                  <a:pt x="1092" y="954"/>
                </a:moveTo>
                <a:cubicBezTo>
                  <a:pt x="1089" y="958"/>
                  <a:pt x="1088" y="956"/>
                  <a:pt x="1086" y="958"/>
                </a:cubicBezTo>
                <a:cubicBezTo>
                  <a:pt x="1090" y="958"/>
                  <a:pt x="1085" y="962"/>
                  <a:pt x="1089" y="962"/>
                </a:cubicBezTo>
                <a:cubicBezTo>
                  <a:pt x="1091" y="959"/>
                  <a:pt x="1091" y="957"/>
                  <a:pt x="1092" y="954"/>
                </a:cubicBezTo>
                <a:close/>
                <a:moveTo>
                  <a:pt x="972" y="962"/>
                </a:moveTo>
                <a:cubicBezTo>
                  <a:pt x="972" y="959"/>
                  <a:pt x="974" y="963"/>
                  <a:pt x="975" y="961"/>
                </a:cubicBezTo>
                <a:cubicBezTo>
                  <a:pt x="975" y="958"/>
                  <a:pt x="975" y="958"/>
                  <a:pt x="975" y="958"/>
                </a:cubicBezTo>
                <a:cubicBezTo>
                  <a:pt x="973" y="958"/>
                  <a:pt x="970" y="961"/>
                  <a:pt x="972" y="962"/>
                </a:cubicBezTo>
                <a:close/>
                <a:moveTo>
                  <a:pt x="1072" y="960"/>
                </a:moveTo>
                <a:cubicBezTo>
                  <a:pt x="1076" y="961"/>
                  <a:pt x="1077" y="966"/>
                  <a:pt x="1076" y="959"/>
                </a:cubicBezTo>
                <a:cubicBezTo>
                  <a:pt x="1076" y="959"/>
                  <a:pt x="1077" y="958"/>
                  <a:pt x="1076" y="958"/>
                </a:cubicBezTo>
                <a:cubicBezTo>
                  <a:pt x="1077" y="961"/>
                  <a:pt x="1072" y="957"/>
                  <a:pt x="1072" y="960"/>
                </a:cubicBezTo>
                <a:close/>
                <a:moveTo>
                  <a:pt x="1114" y="963"/>
                </a:moveTo>
                <a:cubicBezTo>
                  <a:pt x="1112" y="961"/>
                  <a:pt x="1108" y="963"/>
                  <a:pt x="1107" y="963"/>
                </a:cubicBezTo>
                <a:cubicBezTo>
                  <a:pt x="1108" y="963"/>
                  <a:pt x="1108" y="964"/>
                  <a:pt x="1107" y="965"/>
                </a:cubicBezTo>
                <a:cubicBezTo>
                  <a:pt x="1110" y="962"/>
                  <a:pt x="1113" y="966"/>
                  <a:pt x="1114" y="963"/>
                </a:cubicBezTo>
                <a:close/>
                <a:moveTo>
                  <a:pt x="26" y="975"/>
                </a:moveTo>
                <a:cubicBezTo>
                  <a:pt x="28" y="971"/>
                  <a:pt x="29" y="976"/>
                  <a:pt x="34" y="975"/>
                </a:cubicBezTo>
                <a:cubicBezTo>
                  <a:pt x="37" y="971"/>
                  <a:pt x="36" y="968"/>
                  <a:pt x="38" y="964"/>
                </a:cubicBezTo>
                <a:cubicBezTo>
                  <a:pt x="32" y="965"/>
                  <a:pt x="27" y="972"/>
                  <a:pt x="26" y="975"/>
                </a:cubicBezTo>
                <a:close/>
                <a:moveTo>
                  <a:pt x="1040" y="979"/>
                </a:moveTo>
                <a:cubicBezTo>
                  <a:pt x="1039" y="979"/>
                  <a:pt x="1038" y="978"/>
                  <a:pt x="1038" y="978"/>
                </a:cubicBezTo>
                <a:cubicBezTo>
                  <a:pt x="1028" y="984"/>
                  <a:pt x="1017" y="989"/>
                  <a:pt x="1009" y="997"/>
                </a:cubicBezTo>
                <a:cubicBezTo>
                  <a:pt x="1000" y="995"/>
                  <a:pt x="992" y="1002"/>
                  <a:pt x="987" y="1007"/>
                </a:cubicBezTo>
                <a:cubicBezTo>
                  <a:pt x="989" y="1007"/>
                  <a:pt x="989" y="1008"/>
                  <a:pt x="988" y="1009"/>
                </a:cubicBezTo>
                <a:cubicBezTo>
                  <a:pt x="1000" y="1009"/>
                  <a:pt x="1004" y="997"/>
                  <a:pt x="1014" y="998"/>
                </a:cubicBezTo>
                <a:cubicBezTo>
                  <a:pt x="1018" y="994"/>
                  <a:pt x="1024" y="991"/>
                  <a:pt x="1027" y="986"/>
                </a:cubicBezTo>
                <a:cubicBezTo>
                  <a:pt x="1033" y="986"/>
                  <a:pt x="1033" y="986"/>
                  <a:pt x="1033" y="986"/>
                </a:cubicBezTo>
                <a:cubicBezTo>
                  <a:pt x="1031" y="978"/>
                  <a:pt x="1039" y="983"/>
                  <a:pt x="1040" y="979"/>
                </a:cubicBezTo>
                <a:close/>
                <a:moveTo>
                  <a:pt x="928" y="1013"/>
                </a:moveTo>
                <a:cubicBezTo>
                  <a:pt x="930" y="1010"/>
                  <a:pt x="933" y="1014"/>
                  <a:pt x="935" y="1014"/>
                </a:cubicBezTo>
                <a:cubicBezTo>
                  <a:pt x="938" y="1007"/>
                  <a:pt x="947" y="1006"/>
                  <a:pt x="950" y="999"/>
                </a:cubicBezTo>
                <a:cubicBezTo>
                  <a:pt x="942" y="1003"/>
                  <a:pt x="932" y="1008"/>
                  <a:pt x="928" y="1013"/>
                </a:cubicBezTo>
                <a:close/>
                <a:moveTo>
                  <a:pt x="233" y="1024"/>
                </a:moveTo>
                <a:cubicBezTo>
                  <a:pt x="231" y="1027"/>
                  <a:pt x="227" y="1027"/>
                  <a:pt x="225" y="1030"/>
                </a:cubicBezTo>
                <a:cubicBezTo>
                  <a:pt x="229" y="1030"/>
                  <a:pt x="234" y="1026"/>
                  <a:pt x="233" y="1024"/>
                </a:cubicBezTo>
                <a:close/>
                <a:moveTo>
                  <a:pt x="89" y="1041"/>
                </a:moveTo>
                <a:cubicBezTo>
                  <a:pt x="86" y="1044"/>
                  <a:pt x="85" y="1040"/>
                  <a:pt x="84" y="1040"/>
                </a:cubicBezTo>
                <a:cubicBezTo>
                  <a:pt x="76" y="1046"/>
                  <a:pt x="66" y="1047"/>
                  <a:pt x="58" y="1055"/>
                </a:cubicBezTo>
                <a:cubicBezTo>
                  <a:pt x="59" y="1056"/>
                  <a:pt x="61" y="1056"/>
                  <a:pt x="63" y="1057"/>
                </a:cubicBezTo>
                <a:cubicBezTo>
                  <a:pt x="66" y="1047"/>
                  <a:pt x="79" y="1051"/>
                  <a:pt x="84" y="1044"/>
                </a:cubicBezTo>
                <a:cubicBezTo>
                  <a:pt x="86" y="1044"/>
                  <a:pt x="87" y="1045"/>
                  <a:pt x="88" y="1045"/>
                </a:cubicBezTo>
                <a:cubicBezTo>
                  <a:pt x="87" y="1042"/>
                  <a:pt x="92" y="1042"/>
                  <a:pt x="89" y="1041"/>
                </a:cubicBezTo>
                <a:close/>
                <a:moveTo>
                  <a:pt x="224" y="1053"/>
                </a:moveTo>
                <a:cubicBezTo>
                  <a:pt x="225" y="1048"/>
                  <a:pt x="222" y="1048"/>
                  <a:pt x="221" y="1045"/>
                </a:cubicBezTo>
                <a:cubicBezTo>
                  <a:pt x="222" y="1043"/>
                  <a:pt x="225" y="1043"/>
                  <a:pt x="224" y="1040"/>
                </a:cubicBezTo>
                <a:cubicBezTo>
                  <a:pt x="218" y="1039"/>
                  <a:pt x="223" y="1047"/>
                  <a:pt x="215" y="1045"/>
                </a:cubicBezTo>
                <a:cubicBezTo>
                  <a:pt x="214" y="1051"/>
                  <a:pt x="206" y="1050"/>
                  <a:pt x="205" y="1056"/>
                </a:cubicBezTo>
                <a:cubicBezTo>
                  <a:pt x="206" y="1056"/>
                  <a:pt x="209" y="1056"/>
                  <a:pt x="210" y="1057"/>
                </a:cubicBezTo>
                <a:cubicBezTo>
                  <a:pt x="218" y="1074"/>
                  <a:pt x="194" y="1065"/>
                  <a:pt x="192" y="1077"/>
                </a:cubicBezTo>
                <a:cubicBezTo>
                  <a:pt x="195" y="1078"/>
                  <a:pt x="192" y="1074"/>
                  <a:pt x="195" y="1074"/>
                </a:cubicBezTo>
                <a:cubicBezTo>
                  <a:pt x="195" y="1077"/>
                  <a:pt x="199" y="1076"/>
                  <a:pt x="200" y="1079"/>
                </a:cubicBezTo>
                <a:cubicBezTo>
                  <a:pt x="196" y="1087"/>
                  <a:pt x="206" y="1075"/>
                  <a:pt x="208" y="1073"/>
                </a:cubicBezTo>
                <a:cubicBezTo>
                  <a:pt x="210" y="1074"/>
                  <a:pt x="210" y="1074"/>
                  <a:pt x="210" y="1076"/>
                </a:cubicBezTo>
                <a:cubicBezTo>
                  <a:pt x="209" y="1080"/>
                  <a:pt x="205" y="1081"/>
                  <a:pt x="207" y="1084"/>
                </a:cubicBezTo>
                <a:cubicBezTo>
                  <a:pt x="209" y="1081"/>
                  <a:pt x="214" y="1082"/>
                  <a:pt x="213" y="1077"/>
                </a:cubicBezTo>
                <a:cubicBezTo>
                  <a:pt x="217" y="1077"/>
                  <a:pt x="220" y="1077"/>
                  <a:pt x="220" y="1073"/>
                </a:cubicBezTo>
                <a:cubicBezTo>
                  <a:pt x="220" y="1071"/>
                  <a:pt x="216" y="1073"/>
                  <a:pt x="217" y="1070"/>
                </a:cubicBezTo>
                <a:cubicBezTo>
                  <a:pt x="220" y="1059"/>
                  <a:pt x="230" y="1064"/>
                  <a:pt x="237" y="1062"/>
                </a:cubicBezTo>
                <a:cubicBezTo>
                  <a:pt x="235" y="1059"/>
                  <a:pt x="233" y="1057"/>
                  <a:pt x="232" y="1052"/>
                </a:cubicBezTo>
                <a:cubicBezTo>
                  <a:pt x="230" y="1053"/>
                  <a:pt x="227" y="1053"/>
                  <a:pt x="224" y="1053"/>
                </a:cubicBezTo>
                <a:close/>
                <a:moveTo>
                  <a:pt x="949" y="1049"/>
                </a:moveTo>
                <a:cubicBezTo>
                  <a:pt x="947" y="1051"/>
                  <a:pt x="940" y="1048"/>
                  <a:pt x="940" y="1053"/>
                </a:cubicBezTo>
                <a:cubicBezTo>
                  <a:pt x="943" y="1052"/>
                  <a:pt x="951" y="1049"/>
                  <a:pt x="949" y="1049"/>
                </a:cubicBezTo>
                <a:close/>
                <a:moveTo>
                  <a:pt x="103" y="1058"/>
                </a:moveTo>
                <a:cubicBezTo>
                  <a:pt x="104" y="1062"/>
                  <a:pt x="99" y="1060"/>
                  <a:pt x="99" y="1063"/>
                </a:cubicBezTo>
                <a:cubicBezTo>
                  <a:pt x="103" y="1063"/>
                  <a:pt x="103" y="1063"/>
                  <a:pt x="103" y="1063"/>
                </a:cubicBezTo>
                <a:cubicBezTo>
                  <a:pt x="101" y="1060"/>
                  <a:pt x="107" y="1059"/>
                  <a:pt x="103" y="1058"/>
                </a:cubicBezTo>
                <a:close/>
                <a:moveTo>
                  <a:pt x="1003" y="1090"/>
                </a:moveTo>
                <a:cubicBezTo>
                  <a:pt x="1009" y="1089"/>
                  <a:pt x="1011" y="1085"/>
                  <a:pt x="1018" y="1085"/>
                </a:cubicBezTo>
                <a:cubicBezTo>
                  <a:pt x="1017" y="1090"/>
                  <a:pt x="1011" y="1088"/>
                  <a:pt x="1009" y="1092"/>
                </a:cubicBezTo>
                <a:cubicBezTo>
                  <a:pt x="1021" y="1091"/>
                  <a:pt x="1020" y="1078"/>
                  <a:pt x="1034" y="1079"/>
                </a:cubicBezTo>
                <a:cubicBezTo>
                  <a:pt x="1036" y="1077"/>
                  <a:pt x="1033" y="1077"/>
                  <a:pt x="1035" y="1076"/>
                </a:cubicBezTo>
                <a:cubicBezTo>
                  <a:pt x="1045" y="1073"/>
                  <a:pt x="1060" y="1066"/>
                  <a:pt x="1059" y="1060"/>
                </a:cubicBezTo>
                <a:cubicBezTo>
                  <a:pt x="1042" y="1070"/>
                  <a:pt x="1018" y="1077"/>
                  <a:pt x="1003" y="1090"/>
                </a:cubicBezTo>
                <a:close/>
                <a:moveTo>
                  <a:pt x="938" y="1063"/>
                </a:moveTo>
                <a:cubicBezTo>
                  <a:pt x="933" y="1062"/>
                  <a:pt x="925" y="1068"/>
                  <a:pt x="924" y="1070"/>
                </a:cubicBezTo>
                <a:cubicBezTo>
                  <a:pt x="927" y="1066"/>
                  <a:pt x="935" y="1067"/>
                  <a:pt x="938" y="1063"/>
                </a:cubicBezTo>
                <a:close/>
                <a:moveTo>
                  <a:pt x="912" y="1070"/>
                </a:moveTo>
                <a:cubicBezTo>
                  <a:pt x="907" y="1075"/>
                  <a:pt x="901" y="1075"/>
                  <a:pt x="895" y="1070"/>
                </a:cubicBezTo>
                <a:cubicBezTo>
                  <a:pt x="888" y="1078"/>
                  <a:pt x="875" y="1077"/>
                  <a:pt x="870" y="1086"/>
                </a:cubicBezTo>
                <a:cubicBezTo>
                  <a:pt x="871" y="1089"/>
                  <a:pt x="872" y="1088"/>
                  <a:pt x="871" y="1092"/>
                </a:cubicBezTo>
                <a:cubicBezTo>
                  <a:pt x="880" y="1093"/>
                  <a:pt x="881" y="1087"/>
                  <a:pt x="886" y="1084"/>
                </a:cubicBezTo>
                <a:cubicBezTo>
                  <a:pt x="883" y="1084"/>
                  <a:pt x="880" y="1087"/>
                  <a:pt x="878" y="1085"/>
                </a:cubicBezTo>
                <a:cubicBezTo>
                  <a:pt x="885" y="1085"/>
                  <a:pt x="885" y="1078"/>
                  <a:pt x="893" y="1079"/>
                </a:cubicBezTo>
                <a:cubicBezTo>
                  <a:pt x="893" y="1081"/>
                  <a:pt x="892" y="1081"/>
                  <a:pt x="892" y="1083"/>
                </a:cubicBezTo>
                <a:cubicBezTo>
                  <a:pt x="901" y="1081"/>
                  <a:pt x="911" y="1078"/>
                  <a:pt x="917" y="1072"/>
                </a:cubicBezTo>
                <a:cubicBezTo>
                  <a:pt x="914" y="1072"/>
                  <a:pt x="909" y="1073"/>
                  <a:pt x="912" y="1070"/>
                </a:cubicBezTo>
                <a:close/>
                <a:moveTo>
                  <a:pt x="720" y="1088"/>
                </a:moveTo>
                <a:cubicBezTo>
                  <a:pt x="720" y="1088"/>
                  <a:pt x="726" y="1085"/>
                  <a:pt x="725" y="1084"/>
                </a:cubicBezTo>
                <a:cubicBezTo>
                  <a:pt x="723" y="1085"/>
                  <a:pt x="717" y="1086"/>
                  <a:pt x="720" y="1088"/>
                </a:cubicBezTo>
                <a:close/>
                <a:moveTo>
                  <a:pt x="960" y="1100"/>
                </a:moveTo>
                <a:cubicBezTo>
                  <a:pt x="964" y="1100"/>
                  <a:pt x="967" y="1098"/>
                  <a:pt x="971" y="1096"/>
                </a:cubicBezTo>
                <a:cubicBezTo>
                  <a:pt x="971" y="1094"/>
                  <a:pt x="969" y="1094"/>
                  <a:pt x="971" y="1092"/>
                </a:cubicBezTo>
                <a:cubicBezTo>
                  <a:pt x="968" y="1094"/>
                  <a:pt x="966" y="1090"/>
                  <a:pt x="966" y="1094"/>
                </a:cubicBezTo>
                <a:cubicBezTo>
                  <a:pt x="965" y="1096"/>
                  <a:pt x="970" y="1093"/>
                  <a:pt x="970" y="1096"/>
                </a:cubicBezTo>
                <a:cubicBezTo>
                  <a:pt x="966" y="1097"/>
                  <a:pt x="963" y="1098"/>
                  <a:pt x="960" y="1100"/>
                </a:cubicBezTo>
                <a:close/>
                <a:moveTo>
                  <a:pt x="915" y="1103"/>
                </a:moveTo>
                <a:cubicBezTo>
                  <a:pt x="922" y="1100"/>
                  <a:pt x="929" y="1098"/>
                  <a:pt x="935" y="1094"/>
                </a:cubicBezTo>
                <a:cubicBezTo>
                  <a:pt x="927" y="1095"/>
                  <a:pt x="918" y="1100"/>
                  <a:pt x="915" y="1103"/>
                </a:cubicBezTo>
                <a:close/>
                <a:moveTo>
                  <a:pt x="903" y="1095"/>
                </a:moveTo>
                <a:cubicBezTo>
                  <a:pt x="900" y="1094"/>
                  <a:pt x="899" y="1096"/>
                  <a:pt x="897" y="1095"/>
                </a:cubicBezTo>
                <a:cubicBezTo>
                  <a:pt x="897" y="1099"/>
                  <a:pt x="891" y="1096"/>
                  <a:pt x="893" y="1099"/>
                </a:cubicBezTo>
                <a:cubicBezTo>
                  <a:pt x="895" y="1097"/>
                  <a:pt x="901" y="1098"/>
                  <a:pt x="903" y="1095"/>
                </a:cubicBezTo>
                <a:close/>
                <a:moveTo>
                  <a:pt x="974" y="1099"/>
                </a:moveTo>
                <a:cubicBezTo>
                  <a:pt x="970" y="1100"/>
                  <a:pt x="967" y="1102"/>
                  <a:pt x="964" y="1104"/>
                </a:cubicBezTo>
                <a:cubicBezTo>
                  <a:pt x="969" y="1104"/>
                  <a:pt x="972" y="1101"/>
                  <a:pt x="974" y="1099"/>
                </a:cubicBezTo>
                <a:close/>
                <a:moveTo>
                  <a:pt x="878" y="1116"/>
                </a:moveTo>
                <a:cubicBezTo>
                  <a:pt x="887" y="1110"/>
                  <a:pt x="906" y="1109"/>
                  <a:pt x="911" y="1103"/>
                </a:cubicBezTo>
                <a:cubicBezTo>
                  <a:pt x="910" y="1104"/>
                  <a:pt x="903" y="1105"/>
                  <a:pt x="903" y="1104"/>
                </a:cubicBezTo>
                <a:cubicBezTo>
                  <a:pt x="904" y="1103"/>
                  <a:pt x="907" y="1101"/>
                  <a:pt x="904" y="1100"/>
                </a:cubicBezTo>
                <a:cubicBezTo>
                  <a:pt x="893" y="1105"/>
                  <a:pt x="883" y="1108"/>
                  <a:pt x="873" y="1113"/>
                </a:cubicBezTo>
                <a:cubicBezTo>
                  <a:pt x="876" y="1113"/>
                  <a:pt x="875" y="1116"/>
                  <a:pt x="878" y="1116"/>
                </a:cubicBezTo>
                <a:close/>
                <a:moveTo>
                  <a:pt x="812" y="1117"/>
                </a:moveTo>
                <a:cubicBezTo>
                  <a:pt x="814" y="1114"/>
                  <a:pt x="820" y="1121"/>
                  <a:pt x="820" y="1116"/>
                </a:cubicBezTo>
                <a:cubicBezTo>
                  <a:pt x="819" y="1114"/>
                  <a:pt x="810" y="1115"/>
                  <a:pt x="812" y="1117"/>
                </a:cubicBezTo>
                <a:close/>
                <a:moveTo>
                  <a:pt x="925" y="1142"/>
                </a:moveTo>
                <a:cubicBezTo>
                  <a:pt x="920" y="1144"/>
                  <a:pt x="916" y="1147"/>
                  <a:pt x="911" y="1149"/>
                </a:cubicBezTo>
                <a:cubicBezTo>
                  <a:pt x="917" y="1148"/>
                  <a:pt x="921" y="1146"/>
                  <a:pt x="925" y="1142"/>
                </a:cubicBezTo>
                <a:close/>
                <a:moveTo>
                  <a:pt x="713" y="1155"/>
                </a:moveTo>
                <a:cubicBezTo>
                  <a:pt x="717" y="1153"/>
                  <a:pt x="721" y="1152"/>
                  <a:pt x="724" y="1149"/>
                </a:cubicBezTo>
                <a:cubicBezTo>
                  <a:pt x="721" y="1151"/>
                  <a:pt x="712" y="1152"/>
                  <a:pt x="713" y="1155"/>
                </a:cubicBezTo>
                <a:close/>
                <a:moveTo>
                  <a:pt x="872" y="1168"/>
                </a:moveTo>
                <a:cubicBezTo>
                  <a:pt x="880" y="1167"/>
                  <a:pt x="885" y="1163"/>
                  <a:pt x="890" y="1159"/>
                </a:cubicBezTo>
                <a:cubicBezTo>
                  <a:pt x="897" y="1157"/>
                  <a:pt x="908" y="1154"/>
                  <a:pt x="909" y="1149"/>
                </a:cubicBezTo>
                <a:cubicBezTo>
                  <a:pt x="902" y="1152"/>
                  <a:pt x="893" y="1157"/>
                  <a:pt x="885" y="1158"/>
                </a:cubicBezTo>
                <a:cubicBezTo>
                  <a:pt x="886" y="1163"/>
                  <a:pt x="874" y="1163"/>
                  <a:pt x="872" y="1168"/>
                </a:cubicBezTo>
                <a:close/>
                <a:moveTo>
                  <a:pt x="1138" y="208"/>
                </a:moveTo>
                <a:cubicBezTo>
                  <a:pt x="1129" y="210"/>
                  <a:pt x="1123" y="214"/>
                  <a:pt x="1123" y="223"/>
                </a:cubicBezTo>
                <a:cubicBezTo>
                  <a:pt x="1124" y="224"/>
                  <a:pt x="1126" y="226"/>
                  <a:pt x="1129" y="225"/>
                </a:cubicBezTo>
                <a:cubicBezTo>
                  <a:pt x="1131" y="223"/>
                  <a:pt x="1128" y="220"/>
                  <a:pt x="1132" y="219"/>
                </a:cubicBezTo>
                <a:cubicBezTo>
                  <a:pt x="1132" y="221"/>
                  <a:pt x="1132" y="221"/>
                  <a:pt x="1132" y="221"/>
                </a:cubicBezTo>
                <a:cubicBezTo>
                  <a:pt x="1136" y="219"/>
                  <a:pt x="1139" y="213"/>
                  <a:pt x="1138" y="208"/>
                </a:cubicBezTo>
                <a:close/>
                <a:moveTo>
                  <a:pt x="1097" y="931"/>
                </a:moveTo>
                <a:cubicBezTo>
                  <a:pt x="1098" y="929"/>
                  <a:pt x="1096" y="925"/>
                  <a:pt x="1099" y="923"/>
                </a:cubicBezTo>
                <a:cubicBezTo>
                  <a:pt x="1097" y="922"/>
                  <a:pt x="1096" y="921"/>
                  <a:pt x="1095" y="920"/>
                </a:cubicBezTo>
                <a:cubicBezTo>
                  <a:pt x="1093" y="926"/>
                  <a:pt x="1082" y="928"/>
                  <a:pt x="1085" y="936"/>
                </a:cubicBezTo>
                <a:cubicBezTo>
                  <a:pt x="1087" y="931"/>
                  <a:pt x="1091" y="928"/>
                  <a:pt x="1097" y="931"/>
                </a:cubicBezTo>
                <a:close/>
                <a:moveTo>
                  <a:pt x="1152" y="971"/>
                </a:moveTo>
                <a:cubicBezTo>
                  <a:pt x="1156" y="976"/>
                  <a:pt x="1150" y="978"/>
                  <a:pt x="1151" y="981"/>
                </a:cubicBezTo>
                <a:cubicBezTo>
                  <a:pt x="1154" y="978"/>
                  <a:pt x="1161" y="979"/>
                  <a:pt x="1160" y="972"/>
                </a:cubicBezTo>
                <a:cubicBezTo>
                  <a:pt x="1157" y="971"/>
                  <a:pt x="1154" y="971"/>
                  <a:pt x="1152" y="971"/>
                </a:cubicBezTo>
                <a:close/>
                <a:moveTo>
                  <a:pt x="1069" y="974"/>
                </a:moveTo>
                <a:cubicBezTo>
                  <a:pt x="1067" y="975"/>
                  <a:pt x="1066" y="977"/>
                  <a:pt x="1065" y="979"/>
                </a:cubicBezTo>
                <a:cubicBezTo>
                  <a:pt x="1064" y="978"/>
                  <a:pt x="1063" y="977"/>
                  <a:pt x="1060" y="977"/>
                </a:cubicBezTo>
                <a:cubicBezTo>
                  <a:pt x="1062" y="985"/>
                  <a:pt x="1073" y="982"/>
                  <a:pt x="1077" y="977"/>
                </a:cubicBezTo>
                <a:cubicBezTo>
                  <a:pt x="1073" y="979"/>
                  <a:pt x="1073" y="974"/>
                  <a:pt x="1069" y="974"/>
                </a:cubicBezTo>
                <a:close/>
                <a:moveTo>
                  <a:pt x="1015" y="1019"/>
                </a:moveTo>
                <a:cubicBezTo>
                  <a:pt x="1015" y="1021"/>
                  <a:pt x="1010" y="1023"/>
                  <a:pt x="1013" y="1024"/>
                </a:cubicBezTo>
                <a:cubicBezTo>
                  <a:pt x="1014" y="1021"/>
                  <a:pt x="1019" y="1022"/>
                  <a:pt x="1021" y="1020"/>
                </a:cubicBezTo>
                <a:cubicBezTo>
                  <a:pt x="1022" y="1016"/>
                  <a:pt x="1015" y="1018"/>
                  <a:pt x="1016" y="1014"/>
                </a:cubicBezTo>
                <a:cubicBezTo>
                  <a:pt x="1023" y="1013"/>
                  <a:pt x="1021" y="1005"/>
                  <a:pt x="1027" y="1005"/>
                </a:cubicBezTo>
                <a:cubicBezTo>
                  <a:pt x="1028" y="1001"/>
                  <a:pt x="1026" y="1000"/>
                  <a:pt x="1024" y="999"/>
                </a:cubicBezTo>
                <a:cubicBezTo>
                  <a:pt x="1020" y="1003"/>
                  <a:pt x="1016" y="1007"/>
                  <a:pt x="1012" y="1012"/>
                </a:cubicBezTo>
                <a:cubicBezTo>
                  <a:pt x="1010" y="1012"/>
                  <a:pt x="1011" y="1008"/>
                  <a:pt x="1009" y="1008"/>
                </a:cubicBezTo>
                <a:cubicBezTo>
                  <a:pt x="1004" y="1017"/>
                  <a:pt x="990" y="1020"/>
                  <a:pt x="984" y="1030"/>
                </a:cubicBezTo>
                <a:cubicBezTo>
                  <a:pt x="988" y="1032"/>
                  <a:pt x="987" y="1027"/>
                  <a:pt x="989" y="1027"/>
                </a:cubicBezTo>
                <a:cubicBezTo>
                  <a:pt x="998" y="1028"/>
                  <a:pt x="1005" y="1014"/>
                  <a:pt x="1015" y="1019"/>
                </a:cubicBezTo>
                <a:close/>
                <a:moveTo>
                  <a:pt x="910" y="1114"/>
                </a:moveTo>
                <a:cubicBezTo>
                  <a:pt x="897" y="1124"/>
                  <a:pt x="876" y="1122"/>
                  <a:pt x="863" y="1132"/>
                </a:cubicBezTo>
                <a:cubicBezTo>
                  <a:pt x="857" y="1129"/>
                  <a:pt x="843" y="1133"/>
                  <a:pt x="841" y="1139"/>
                </a:cubicBezTo>
                <a:cubicBezTo>
                  <a:pt x="839" y="1138"/>
                  <a:pt x="836" y="1137"/>
                  <a:pt x="836" y="1134"/>
                </a:cubicBezTo>
                <a:cubicBezTo>
                  <a:pt x="838" y="1129"/>
                  <a:pt x="849" y="1134"/>
                  <a:pt x="848" y="1126"/>
                </a:cubicBezTo>
                <a:cubicBezTo>
                  <a:pt x="841" y="1128"/>
                  <a:pt x="829" y="1131"/>
                  <a:pt x="831" y="1137"/>
                </a:cubicBezTo>
                <a:cubicBezTo>
                  <a:pt x="829" y="1137"/>
                  <a:pt x="829" y="1139"/>
                  <a:pt x="827" y="1138"/>
                </a:cubicBezTo>
                <a:cubicBezTo>
                  <a:pt x="827" y="1142"/>
                  <a:pt x="831" y="1141"/>
                  <a:pt x="830" y="1145"/>
                </a:cubicBezTo>
                <a:cubicBezTo>
                  <a:pt x="828" y="1146"/>
                  <a:pt x="825" y="1147"/>
                  <a:pt x="822" y="1148"/>
                </a:cubicBezTo>
                <a:cubicBezTo>
                  <a:pt x="821" y="1152"/>
                  <a:pt x="827" y="1149"/>
                  <a:pt x="828" y="1151"/>
                </a:cubicBezTo>
                <a:cubicBezTo>
                  <a:pt x="824" y="1157"/>
                  <a:pt x="822" y="1166"/>
                  <a:pt x="813" y="1168"/>
                </a:cubicBezTo>
                <a:cubicBezTo>
                  <a:pt x="815" y="1171"/>
                  <a:pt x="819" y="1167"/>
                  <a:pt x="819" y="1169"/>
                </a:cubicBezTo>
                <a:cubicBezTo>
                  <a:pt x="814" y="1172"/>
                  <a:pt x="807" y="1182"/>
                  <a:pt x="798" y="1176"/>
                </a:cubicBezTo>
                <a:cubicBezTo>
                  <a:pt x="800" y="1170"/>
                  <a:pt x="804" y="1165"/>
                  <a:pt x="810" y="1162"/>
                </a:cubicBezTo>
                <a:cubicBezTo>
                  <a:pt x="807" y="1160"/>
                  <a:pt x="811" y="1156"/>
                  <a:pt x="809" y="1153"/>
                </a:cubicBezTo>
                <a:cubicBezTo>
                  <a:pt x="802" y="1152"/>
                  <a:pt x="790" y="1156"/>
                  <a:pt x="784" y="1161"/>
                </a:cubicBezTo>
                <a:cubicBezTo>
                  <a:pt x="770" y="1155"/>
                  <a:pt x="771" y="1176"/>
                  <a:pt x="773" y="1184"/>
                </a:cubicBezTo>
                <a:cubicBezTo>
                  <a:pt x="778" y="1178"/>
                  <a:pt x="783" y="1191"/>
                  <a:pt x="788" y="1194"/>
                </a:cubicBezTo>
                <a:cubicBezTo>
                  <a:pt x="797" y="1185"/>
                  <a:pt x="809" y="1181"/>
                  <a:pt x="821" y="1176"/>
                </a:cubicBezTo>
                <a:cubicBezTo>
                  <a:pt x="823" y="1167"/>
                  <a:pt x="835" y="1169"/>
                  <a:pt x="835" y="1159"/>
                </a:cubicBezTo>
                <a:cubicBezTo>
                  <a:pt x="846" y="1154"/>
                  <a:pt x="857" y="1150"/>
                  <a:pt x="866" y="1143"/>
                </a:cubicBezTo>
                <a:cubicBezTo>
                  <a:pt x="866" y="1141"/>
                  <a:pt x="861" y="1143"/>
                  <a:pt x="862" y="1139"/>
                </a:cubicBezTo>
                <a:cubicBezTo>
                  <a:pt x="869" y="1135"/>
                  <a:pt x="879" y="1137"/>
                  <a:pt x="886" y="1135"/>
                </a:cubicBezTo>
                <a:cubicBezTo>
                  <a:pt x="899" y="1126"/>
                  <a:pt x="914" y="1127"/>
                  <a:pt x="930" y="1121"/>
                </a:cubicBezTo>
                <a:cubicBezTo>
                  <a:pt x="930" y="1118"/>
                  <a:pt x="932" y="1118"/>
                  <a:pt x="932" y="1116"/>
                </a:cubicBezTo>
                <a:cubicBezTo>
                  <a:pt x="925" y="1119"/>
                  <a:pt x="920" y="1120"/>
                  <a:pt x="910" y="1122"/>
                </a:cubicBezTo>
                <a:cubicBezTo>
                  <a:pt x="911" y="1120"/>
                  <a:pt x="913" y="1115"/>
                  <a:pt x="910" y="1114"/>
                </a:cubicBezTo>
                <a:close/>
                <a:moveTo>
                  <a:pt x="856" y="1146"/>
                </a:moveTo>
                <a:cubicBezTo>
                  <a:pt x="851" y="1147"/>
                  <a:pt x="846" y="1149"/>
                  <a:pt x="840" y="1148"/>
                </a:cubicBezTo>
                <a:cubicBezTo>
                  <a:pt x="845" y="1146"/>
                  <a:pt x="851" y="1140"/>
                  <a:pt x="857" y="1141"/>
                </a:cubicBezTo>
                <a:cubicBezTo>
                  <a:pt x="857" y="1143"/>
                  <a:pt x="855" y="1143"/>
                  <a:pt x="856" y="1146"/>
                </a:cubicBezTo>
                <a:close/>
                <a:moveTo>
                  <a:pt x="645" y="1128"/>
                </a:moveTo>
                <a:cubicBezTo>
                  <a:pt x="633" y="1130"/>
                  <a:pt x="623" y="1134"/>
                  <a:pt x="613" y="1138"/>
                </a:cubicBezTo>
                <a:cubicBezTo>
                  <a:pt x="617" y="1140"/>
                  <a:pt x="619" y="1140"/>
                  <a:pt x="616" y="1143"/>
                </a:cubicBezTo>
                <a:cubicBezTo>
                  <a:pt x="616" y="1144"/>
                  <a:pt x="618" y="1144"/>
                  <a:pt x="618" y="1146"/>
                </a:cubicBezTo>
                <a:cubicBezTo>
                  <a:pt x="627" y="1143"/>
                  <a:pt x="633" y="1139"/>
                  <a:pt x="641" y="1136"/>
                </a:cubicBezTo>
                <a:cubicBezTo>
                  <a:pt x="641" y="1133"/>
                  <a:pt x="642" y="1130"/>
                  <a:pt x="645" y="1128"/>
                </a:cubicBezTo>
                <a:close/>
                <a:moveTo>
                  <a:pt x="619" y="1141"/>
                </a:moveTo>
                <a:cubicBezTo>
                  <a:pt x="619" y="1137"/>
                  <a:pt x="625" y="1139"/>
                  <a:pt x="627" y="1137"/>
                </a:cubicBezTo>
                <a:cubicBezTo>
                  <a:pt x="626" y="1141"/>
                  <a:pt x="622" y="1140"/>
                  <a:pt x="619" y="1141"/>
                </a:cubicBezTo>
                <a:close/>
              </a:path>
            </a:pathLst>
          </a:custGeom>
          <a:solidFill>
            <a:srgbClr val="2C3C5E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sz="8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00" name="Group 4"/>
          <p:cNvGrpSpPr>
            <a:grpSpLocks noChangeAspect="1"/>
          </p:cNvGrpSpPr>
          <p:nvPr userDrawn="1"/>
        </p:nvGrpSpPr>
        <p:grpSpPr bwMode="auto">
          <a:xfrm flipH="1">
            <a:off x="7189221" y="3049523"/>
            <a:ext cx="1387297" cy="618743"/>
            <a:chOff x="3027" y="1795"/>
            <a:chExt cx="1565" cy="698"/>
          </a:xfrm>
        </p:grpSpPr>
        <p:sp>
          <p:nvSpPr>
            <p:cNvPr id="101" name="Freeform 5"/>
            <p:cNvSpPr>
              <a:spLocks/>
            </p:cNvSpPr>
            <p:nvPr/>
          </p:nvSpPr>
          <p:spPr bwMode="auto">
            <a:xfrm>
              <a:off x="3027" y="1795"/>
              <a:ext cx="1508" cy="698"/>
            </a:xfrm>
            <a:custGeom>
              <a:avLst/>
              <a:gdLst>
                <a:gd name="T0" fmla="*/ 411 w 920"/>
                <a:gd name="T1" fmla="*/ 186 h 424"/>
                <a:gd name="T2" fmla="*/ 280 w 920"/>
                <a:gd name="T3" fmla="*/ 198 h 424"/>
                <a:gd name="T4" fmla="*/ 237 w 920"/>
                <a:gd name="T5" fmla="*/ 260 h 424"/>
                <a:gd name="T6" fmla="*/ 298 w 920"/>
                <a:gd name="T7" fmla="*/ 289 h 424"/>
                <a:gd name="T8" fmla="*/ 509 w 920"/>
                <a:gd name="T9" fmla="*/ 390 h 424"/>
                <a:gd name="T10" fmla="*/ 294 w 920"/>
                <a:gd name="T11" fmla="*/ 350 h 424"/>
                <a:gd name="T12" fmla="*/ 191 w 920"/>
                <a:gd name="T13" fmla="*/ 302 h 424"/>
                <a:gd name="T14" fmla="*/ 126 w 920"/>
                <a:gd name="T15" fmla="*/ 365 h 424"/>
                <a:gd name="T16" fmla="*/ 190 w 920"/>
                <a:gd name="T17" fmla="*/ 359 h 424"/>
                <a:gd name="T18" fmla="*/ 109 w 920"/>
                <a:gd name="T19" fmla="*/ 419 h 424"/>
                <a:gd name="T20" fmla="*/ 58 w 920"/>
                <a:gd name="T21" fmla="*/ 310 h 424"/>
                <a:gd name="T22" fmla="*/ 115 w 920"/>
                <a:gd name="T23" fmla="*/ 235 h 424"/>
                <a:gd name="T24" fmla="*/ 177 w 920"/>
                <a:gd name="T25" fmla="*/ 251 h 424"/>
                <a:gd name="T26" fmla="*/ 231 w 920"/>
                <a:gd name="T27" fmla="*/ 206 h 424"/>
                <a:gd name="T28" fmla="*/ 175 w 920"/>
                <a:gd name="T29" fmla="*/ 172 h 424"/>
                <a:gd name="T30" fmla="*/ 222 w 920"/>
                <a:gd name="T31" fmla="*/ 206 h 424"/>
                <a:gd name="T32" fmla="*/ 134 w 920"/>
                <a:gd name="T33" fmla="*/ 226 h 424"/>
                <a:gd name="T34" fmla="*/ 169 w 920"/>
                <a:gd name="T35" fmla="*/ 147 h 424"/>
                <a:gd name="T36" fmla="*/ 250 w 920"/>
                <a:gd name="T37" fmla="*/ 82 h 424"/>
                <a:gd name="T38" fmla="*/ 397 w 920"/>
                <a:gd name="T39" fmla="*/ 56 h 424"/>
                <a:gd name="T40" fmla="*/ 475 w 920"/>
                <a:gd name="T41" fmla="*/ 83 h 424"/>
                <a:gd name="T42" fmla="*/ 436 w 920"/>
                <a:gd name="T43" fmla="*/ 151 h 424"/>
                <a:gd name="T44" fmla="*/ 431 w 920"/>
                <a:gd name="T45" fmla="*/ 89 h 424"/>
                <a:gd name="T46" fmla="*/ 400 w 920"/>
                <a:gd name="T47" fmla="*/ 141 h 424"/>
                <a:gd name="T48" fmla="*/ 446 w 920"/>
                <a:gd name="T49" fmla="*/ 162 h 424"/>
                <a:gd name="T50" fmla="*/ 490 w 920"/>
                <a:gd name="T51" fmla="*/ 109 h 424"/>
                <a:gd name="T52" fmla="*/ 551 w 920"/>
                <a:gd name="T53" fmla="*/ 97 h 424"/>
                <a:gd name="T54" fmla="*/ 622 w 920"/>
                <a:gd name="T55" fmla="*/ 162 h 424"/>
                <a:gd name="T56" fmla="*/ 658 w 920"/>
                <a:gd name="T57" fmla="*/ 241 h 424"/>
                <a:gd name="T58" fmla="*/ 585 w 920"/>
                <a:gd name="T59" fmla="*/ 229 h 424"/>
                <a:gd name="T60" fmla="*/ 620 w 920"/>
                <a:gd name="T61" fmla="*/ 196 h 424"/>
                <a:gd name="T62" fmla="*/ 629 w 920"/>
                <a:gd name="T63" fmla="*/ 225 h 424"/>
                <a:gd name="T64" fmla="*/ 629 w 920"/>
                <a:gd name="T65" fmla="*/ 189 h 424"/>
                <a:gd name="T66" fmla="*/ 569 w 920"/>
                <a:gd name="T67" fmla="*/ 219 h 424"/>
                <a:gd name="T68" fmla="*/ 615 w 920"/>
                <a:gd name="T69" fmla="*/ 266 h 424"/>
                <a:gd name="T70" fmla="*/ 702 w 920"/>
                <a:gd name="T71" fmla="*/ 224 h 424"/>
                <a:gd name="T72" fmla="*/ 827 w 920"/>
                <a:gd name="T73" fmla="*/ 244 h 424"/>
                <a:gd name="T74" fmla="*/ 920 w 920"/>
                <a:gd name="T75" fmla="*/ 298 h 424"/>
                <a:gd name="T76" fmla="*/ 759 w 920"/>
                <a:gd name="T77" fmla="*/ 242 h 424"/>
                <a:gd name="T78" fmla="*/ 657 w 920"/>
                <a:gd name="T79" fmla="*/ 283 h 424"/>
                <a:gd name="T80" fmla="*/ 495 w 920"/>
                <a:gd name="T81" fmla="*/ 297 h 424"/>
                <a:gd name="T82" fmla="*/ 492 w 920"/>
                <a:gd name="T83" fmla="*/ 199 h 424"/>
                <a:gd name="T84" fmla="*/ 411 w 920"/>
                <a:gd name="T85" fmla="*/ 1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20" h="424">
                  <a:moveTo>
                    <a:pt x="411" y="186"/>
                  </a:moveTo>
                  <a:cubicBezTo>
                    <a:pt x="383" y="127"/>
                    <a:pt x="293" y="147"/>
                    <a:pt x="280" y="198"/>
                  </a:cubicBezTo>
                  <a:cubicBezTo>
                    <a:pt x="248" y="202"/>
                    <a:pt x="233" y="240"/>
                    <a:pt x="237" y="260"/>
                  </a:cubicBezTo>
                  <a:cubicBezTo>
                    <a:pt x="242" y="287"/>
                    <a:pt x="270" y="304"/>
                    <a:pt x="298" y="289"/>
                  </a:cubicBezTo>
                  <a:cubicBezTo>
                    <a:pt x="340" y="374"/>
                    <a:pt x="404" y="390"/>
                    <a:pt x="509" y="390"/>
                  </a:cubicBezTo>
                  <a:cubicBezTo>
                    <a:pt x="382" y="416"/>
                    <a:pt x="338" y="391"/>
                    <a:pt x="294" y="350"/>
                  </a:cubicBezTo>
                  <a:cubicBezTo>
                    <a:pt x="260" y="318"/>
                    <a:pt x="217" y="298"/>
                    <a:pt x="191" y="302"/>
                  </a:cubicBezTo>
                  <a:cubicBezTo>
                    <a:pt x="139" y="308"/>
                    <a:pt x="97" y="332"/>
                    <a:pt x="126" y="365"/>
                  </a:cubicBezTo>
                  <a:cubicBezTo>
                    <a:pt x="106" y="311"/>
                    <a:pt x="186" y="317"/>
                    <a:pt x="190" y="359"/>
                  </a:cubicBezTo>
                  <a:cubicBezTo>
                    <a:pt x="194" y="397"/>
                    <a:pt x="156" y="424"/>
                    <a:pt x="109" y="419"/>
                  </a:cubicBezTo>
                  <a:cubicBezTo>
                    <a:pt x="46" y="414"/>
                    <a:pt x="39" y="336"/>
                    <a:pt x="58" y="310"/>
                  </a:cubicBezTo>
                  <a:cubicBezTo>
                    <a:pt x="0" y="264"/>
                    <a:pt x="84" y="207"/>
                    <a:pt x="115" y="235"/>
                  </a:cubicBezTo>
                  <a:cubicBezTo>
                    <a:pt x="136" y="254"/>
                    <a:pt x="160" y="253"/>
                    <a:pt x="177" y="251"/>
                  </a:cubicBezTo>
                  <a:cubicBezTo>
                    <a:pt x="199" y="247"/>
                    <a:pt x="231" y="233"/>
                    <a:pt x="231" y="206"/>
                  </a:cubicBezTo>
                  <a:cubicBezTo>
                    <a:pt x="232" y="156"/>
                    <a:pt x="183" y="159"/>
                    <a:pt x="175" y="172"/>
                  </a:cubicBezTo>
                  <a:cubicBezTo>
                    <a:pt x="195" y="168"/>
                    <a:pt x="223" y="175"/>
                    <a:pt x="222" y="206"/>
                  </a:cubicBezTo>
                  <a:cubicBezTo>
                    <a:pt x="221" y="241"/>
                    <a:pt x="151" y="254"/>
                    <a:pt x="134" y="226"/>
                  </a:cubicBezTo>
                  <a:cubicBezTo>
                    <a:pt x="116" y="198"/>
                    <a:pt x="116" y="155"/>
                    <a:pt x="169" y="147"/>
                  </a:cubicBezTo>
                  <a:cubicBezTo>
                    <a:pt x="149" y="113"/>
                    <a:pt x="202" y="59"/>
                    <a:pt x="250" y="82"/>
                  </a:cubicBezTo>
                  <a:cubicBezTo>
                    <a:pt x="269" y="26"/>
                    <a:pt x="347" y="0"/>
                    <a:pt x="397" y="56"/>
                  </a:cubicBezTo>
                  <a:cubicBezTo>
                    <a:pt x="426" y="34"/>
                    <a:pt x="464" y="41"/>
                    <a:pt x="475" y="83"/>
                  </a:cubicBezTo>
                  <a:cubicBezTo>
                    <a:pt x="486" y="125"/>
                    <a:pt x="468" y="151"/>
                    <a:pt x="436" y="151"/>
                  </a:cubicBezTo>
                  <a:cubicBezTo>
                    <a:pt x="412" y="151"/>
                    <a:pt x="383" y="110"/>
                    <a:pt x="431" y="89"/>
                  </a:cubicBezTo>
                  <a:cubicBezTo>
                    <a:pt x="402" y="88"/>
                    <a:pt x="387" y="114"/>
                    <a:pt x="400" y="141"/>
                  </a:cubicBezTo>
                  <a:cubicBezTo>
                    <a:pt x="407" y="154"/>
                    <a:pt x="423" y="165"/>
                    <a:pt x="446" y="162"/>
                  </a:cubicBezTo>
                  <a:cubicBezTo>
                    <a:pt x="477" y="157"/>
                    <a:pt x="488" y="136"/>
                    <a:pt x="490" y="109"/>
                  </a:cubicBezTo>
                  <a:cubicBezTo>
                    <a:pt x="493" y="59"/>
                    <a:pt x="545" y="75"/>
                    <a:pt x="551" y="97"/>
                  </a:cubicBezTo>
                  <a:cubicBezTo>
                    <a:pt x="595" y="75"/>
                    <a:pt x="643" y="108"/>
                    <a:pt x="622" y="162"/>
                  </a:cubicBezTo>
                  <a:cubicBezTo>
                    <a:pt x="674" y="155"/>
                    <a:pt x="695" y="217"/>
                    <a:pt x="658" y="241"/>
                  </a:cubicBezTo>
                  <a:cubicBezTo>
                    <a:pt x="622" y="265"/>
                    <a:pt x="588" y="252"/>
                    <a:pt x="585" y="229"/>
                  </a:cubicBezTo>
                  <a:cubicBezTo>
                    <a:pt x="581" y="200"/>
                    <a:pt x="603" y="188"/>
                    <a:pt x="620" y="196"/>
                  </a:cubicBezTo>
                  <a:cubicBezTo>
                    <a:pt x="633" y="203"/>
                    <a:pt x="638" y="215"/>
                    <a:pt x="629" y="225"/>
                  </a:cubicBezTo>
                  <a:cubicBezTo>
                    <a:pt x="648" y="223"/>
                    <a:pt x="648" y="204"/>
                    <a:pt x="629" y="189"/>
                  </a:cubicBezTo>
                  <a:cubicBezTo>
                    <a:pt x="608" y="172"/>
                    <a:pt x="568" y="191"/>
                    <a:pt x="569" y="219"/>
                  </a:cubicBezTo>
                  <a:cubicBezTo>
                    <a:pt x="569" y="247"/>
                    <a:pt x="585" y="266"/>
                    <a:pt x="615" y="266"/>
                  </a:cubicBezTo>
                  <a:cubicBezTo>
                    <a:pt x="669" y="265"/>
                    <a:pt x="671" y="235"/>
                    <a:pt x="702" y="224"/>
                  </a:cubicBezTo>
                  <a:cubicBezTo>
                    <a:pt x="744" y="210"/>
                    <a:pt x="794" y="208"/>
                    <a:pt x="827" y="244"/>
                  </a:cubicBezTo>
                  <a:cubicBezTo>
                    <a:pt x="850" y="269"/>
                    <a:pt x="881" y="284"/>
                    <a:pt x="920" y="298"/>
                  </a:cubicBezTo>
                  <a:cubicBezTo>
                    <a:pt x="855" y="306"/>
                    <a:pt x="815" y="249"/>
                    <a:pt x="759" y="242"/>
                  </a:cubicBezTo>
                  <a:cubicBezTo>
                    <a:pt x="724" y="238"/>
                    <a:pt x="693" y="253"/>
                    <a:pt x="657" y="283"/>
                  </a:cubicBezTo>
                  <a:cubicBezTo>
                    <a:pt x="616" y="317"/>
                    <a:pt x="555" y="336"/>
                    <a:pt x="495" y="297"/>
                  </a:cubicBezTo>
                  <a:cubicBezTo>
                    <a:pt x="539" y="272"/>
                    <a:pt x="514" y="224"/>
                    <a:pt x="492" y="199"/>
                  </a:cubicBezTo>
                  <a:cubicBezTo>
                    <a:pt x="476" y="182"/>
                    <a:pt x="439" y="170"/>
                    <a:pt x="411" y="186"/>
                  </a:cubicBezTo>
                  <a:close/>
                </a:path>
              </a:pathLst>
            </a:custGeom>
            <a:solidFill>
              <a:srgbClr val="2C3C5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6"/>
            <p:cNvSpPr>
              <a:spLocks/>
            </p:cNvSpPr>
            <p:nvPr/>
          </p:nvSpPr>
          <p:spPr bwMode="auto">
            <a:xfrm>
              <a:off x="3430" y="2012"/>
              <a:ext cx="1162" cy="415"/>
            </a:xfrm>
            <a:custGeom>
              <a:avLst/>
              <a:gdLst>
                <a:gd name="T0" fmla="*/ 57 w 709"/>
                <a:gd name="T1" fmla="*/ 138 h 252"/>
                <a:gd name="T2" fmla="*/ 8 w 709"/>
                <a:gd name="T3" fmla="*/ 133 h 252"/>
                <a:gd name="T4" fmla="*/ 44 w 709"/>
                <a:gd name="T5" fmla="*/ 77 h 252"/>
                <a:gd name="T6" fmla="*/ 163 w 709"/>
                <a:gd name="T7" fmla="*/ 68 h 252"/>
                <a:gd name="T8" fmla="*/ 259 w 709"/>
                <a:gd name="T9" fmla="*/ 118 h 252"/>
                <a:gd name="T10" fmla="*/ 194 w 709"/>
                <a:gd name="T11" fmla="*/ 156 h 252"/>
                <a:gd name="T12" fmla="*/ 205 w 709"/>
                <a:gd name="T13" fmla="*/ 115 h 252"/>
                <a:gd name="T14" fmla="*/ 227 w 709"/>
                <a:gd name="T15" fmla="*/ 137 h 252"/>
                <a:gd name="T16" fmla="*/ 213 w 709"/>
                <a:gd name="T17" fmla="*/ 100 h 252"/>
                <a:gd name="T18" fmla="*/ 180 w 709"/>
                <a:gd name="T19" fmla="*/ 155 h 252"/>
                <a:gd name="T20" fmla="*/ 241 w 709"/>
                <a:gd name="T21" fmla="*/ 174 h 252"/>
                <a:gd name="T22" fmla="*/ 321 w 709"/>
                <a:gd name="T23" fmla="*/ 199 h 252"/>
                <a:gd name="T24" fmla="*/ 437 w 709"/>
                <a:gd name="T25" fmla="*/ 147 h 252"/>
                <a:gd name="T26" fmla="*/ 554 w 709"/>
                <a:gd name="T27" fmla="*/ 135 h 252"/>
                <a:gd name="T28" fmla="*/ 709 w 709"/>
                <a:gd name="T29" fmla="*/ 170 h 252"/>
                <a:gd name="T30" fmla="*/ 592 w 709"/>
                <a:gd name="T31" fmla="*/ 184 h 252"/>
                <a:gd name="T32" fmla="*/ 492 w 709"/>
                <a:gd name="T33" fmla="*/ 159 h 252"/>
                <a:gd name="T34" fmla="*/ 361 w 709"/>
                <a:gd name="T35" fmla="*/ 228 h 252"/>
                <a:gd name="T36" fmla="*/ 186 w 709"/>
                <a:gd name="T37" fmla="*/ 239 h 252"/>
                <a:gd name="T38" fmla="*/ 57 w 709"/>
                <a:gd name="T39" fmla="*/ 138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9" h="252">
                  <a:moveTo>
                    <a:pt x="57" y="138"/>
                  </a:moveTo>
                  <a:cubicBezTo>
                    <a:pt x="38" y="158"/>
                    <a:pt x="16" y="152"/>
                    <a:pt x="8" y="133"/>
                  </a:cubicBezTo>
                  <a:cubicBezTo>
                    <a:pt x="0" y="113"/>
                    <a:pt x="8" y="83"/>
                    <a:pt x="44" y="77"/>
                  </a:cubicBezTo>
                  <a:cubicBezTo>
                    <a:pt x="45" y="42"/>
                    <a:pt x="123" y="0"/>
                    <a:pt x="163" y="68"/>
                  </a:cubicBezTo>
                  <a:cubicBezTo>
                    <a:pt x="205" y="49"/>
                    <a:pt x="249" y="70"/>
                    <a:pt x="259" y="118"/>
                  </a:cubicBezTo>
                  <a:cubicBezTo>
                    <a:pt x="266" y="153"/>
                    <a:pt x="212" y="180"/>
                    <a:pt x="194" y="156"/>
                  </a:cubicBezTo>
                  <a:cubicBezTo>
                    <a:pt x="185" y="143"/>
                    <a:pt x="185" y="119"/>
                    <a:pt x="205" y="115"/>
                  </a:cubicBezTo>
                  <a:cubicBezTo>
                    <a:pt x="218" y="112"/>
                    <a:pt x="229" y="122"/>
                    <a:pt x="227" y="137"/>
                  </a:cubicBezTo>
                  <a:cubicBezTo>
                    <a:pt x="238" y="134"/>
                    <a:pt x="228" y="101"/>
                    <a:pt x="213" y="100"/>
                  </a:cubicBezTo>
                  <a:cubicBezTo>
                    <a:pt x="184" y="99"/>
                    <a:pt x="168" y="131"/>
                    <a:pt x="180" y="155"/>
                  </a:cubicBezTo>
                  <a:cubicBezTo>
                    <a:pt x="193" y="181"/>
                    <a:pt x="211" y="183"/>
                    <a:pt x="241" y="174"/>
                  </a:cubicBezTo>
                  <a:cubicBezTo>
                    <a:pt x="267" y="192"/>
                    <a:pt x="290" y="201"/>
                    <a:pt x="321" y="199"/>
                  </a:cubicBezTo>
                  <a:cubicBezTo>
                    <a:pt x="381" y="194"/>
                    <a:pt x="400" y="177"/>
                    <a:pt x="437" y="147"/>
                  </a:cubicBezTo>
                  <a:cubicBezTo>
                    <a:pt x="482" y="110"/>
                    <a:pt x="528" y="118"/>
                    <a:pt x="554" y="135"/>
                  </a:cubicBezTo>
                  <a:cubicBezTo>
                    <a:pt x="593" y="160"/>
                    <a:pt x="630" y="188"/>
                    <a:pt x="709" y="170"/>
                  </a:cubicBezTo>
                  <a:cubicBezTo>
                    <a:pt x="668" y="191"/>
                    <a:pt x="626" y="199"/>
                    <a:pt x="592" y="184"/>
                  </a:cubicBezTo>
                  <a:cubicBezTo>
                    <a:pt x="551" y="166"/>
                    <a:pt x="525" y="154"/>
                    <a:pt x="492" y="159"/>
                  </a:cubicBezTo>
                  <a:cubicBezTo>
                    <a:pt x="463" y="163"/>
                    <a:pt x="424" y="211"/>
                    <a:pt x="361" y="228"/>
                  </a:cubicBezTo>
                  <a:cubicBezTo>
                    <a:pt x="302" y="245"/>
                    <a:pt x="248" y="252"/>
                    <a:pt x="186" y="239"/>
                  </a:cubicBezTo>
                  <a:cubicBezTo>
                    <a:pt x="136" y="229"/>
                    <a:pt x="89" y="211"/>
                    <a:pt x="57" y="138"/>
                  </a:cubicBezTo>
                  <a:close/>
                </a:path>
              </a:pathLst>
            </a:custGeom>
            <a:solidFill>
              <a:srgbClr val="2C3C5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7"/>
            <p:cNvSpPr>
              <a:spLocks/>
            </p:cNvSpPr>
            <p:nvPr/>
          </p:nvSpPr>
          <p:spPr bwMode="auto">
            <a:xfrm>
              <a:off x="4197" y="1992"/>
              <a:ext cx="213" cy="208"/>
            </a:xfrm>
            <a:custGeom>
              <a:avLst/>
              <a:gdLst>
                <a:gd name="T0" fmla="*/ 27 w 130"/>
                <a:gd name="T1" fmla="*/ 55 h 126"/>
                <a:gd name="T2" fmla="*/ 35 w 130"/>
                <a:gd name="T3" fmla="*/ 18 h 126"/>
                <a:gd name="T4" fmla="*/ 2 w 130"/>
                <a:gd name="T5" fmla="*/ 49 h 126"/>
                <a:gd name="T6" fmla="*/ 29 w 130"/>
                <a:gd name="T7" fmla="*/ 82 h 126"/>
                <a:gd name="T8" fmla="*/ 130 w 130"/>
                <a:gd name="T9" fmla="*/ 126 h 126"/>
                <a:gd name="T10" fmla="*/ 80 w 130"/>
                <a:gd name="T11" fmla="*/ 73 h 126"/>
                <a:gd name="T12" fmla="*/ 51 w 130"/>
                <a:gd name="T13" fmla="*/ 47 h 126"/>
                <a:gd name="T14" fmla="*/ 71 w 130"/>
                <a:gd name="T15" fmla="*/ 23 h 126"/>
                <a:gd name="T16" fmla="*/ 89 w 130"/>
                <a:gd name="T17" fmla="*/ 44 h 126"/>
                <a:gd name="T18" fmla="*/ 75 w 130"/>
                <a:gd name="T19" fmla="*/ 32 h 126"/>
                <a:gd name="T20" fmla="*/ 61 w 130"/>
                <a:gd name="T21" fmla="*/ 55 h 126"/>
                <a:gd name="T22" fmla="*/ 99 w 130"/>
                <a:gd name="T23" fmla="*/ 60 h 126"/>
                <a:gd name="T24" fmla="*/ 108 w 130"/>
                <a:gd name="T25" fmla="*/ 27 h 126"/>
                <a:gd name="T26" fmla="*/ 65 w 130"/>
                <a:gd name="T27" fmla="*/ 4 h 126"/>
                <a:gd name="T28" fmla="*/ 27 w 130"/>
                <a:gd name="T29" fmla="*/ 5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" h="126">
                  <a:moveTo>
                    <a:pt x="27" y="55"/>
                  </a:moveTo>
                  <a:cubicBezTo>
                    <a:pt x="12" y="40"/>
                    <a:pt x="24" y="24"/>
                    <a:pt x="35" y="18"/>
                  </a:cubicBezTo>
                  <a:cubicBezTo>
                    <a:pt x="17" y="8"/>
                    <a:pt x="0" y="31"/>
                    <a:pt x="2" y="49"/>
                  </a:cubicBezTo>
                  <a:cubicBezTo>
                    <a:pt x="3" y="65"/>
                    <a:pt x="10" y="82"/>
                    <a:pt x="29" y="82"/>
                  </a:cubicBezTo>
                  <a:cubicBezTo>
                    <a:pt x="53" y="83"/>
                    <a:pt x="103" y="90"/>
                    <a:pt x="130" y="126"/>
                  </a:cubicBezTo>
                  <a:cubicBezTo>
                    <a:pt x="121" y="98"/>
                    <a:pt x="99" y="75"/>
                    <a:pt x="80" y="73"/>
                  </a:cubicBezTo>
                  <a:cubicBezTo>
                    <a:pt x="61" y="70"/>
                    <a:pt x="51" y="61"/>
                    <a:pt x="51" y="47"/>
                  </a:cubicBezTo>
                  <a:cubicBezTo>
                    <a:pt x="51" y="35"/>
                    <a:pt x="61" y="23"/>
                    <a:pt x="71" y="23"/>
                  </a:cubicBezTo>
                  <a:cubicBezTo>
                    <a:pt x="84" y="22"/>
                    <a:pt x="89" y="30"/>
                    <a:pt x="89" y="44"/>
                  </a:cubicBezTo>
                  <a:cubicBezTo>
                    <a:pt x="84" y="39"/>
                    <a:pt x="83" y="31"/>
                    <a:pt x="75" y="32"/>
                  </a:cubicBezTo>
                  <a:cubicBezTo>
                    <a:pt x="63" y="32"/>
                    <a:pt x="55" y="43"/>
                    <a:pt x="61" y="55"/>
                  </a:cubicBezTo>
                  <a:cubicBezTo>
                    <a:pt x="67" y="66"/>
                    <a:pt x="88" y="67"/>
                    <a:pt x="99" y="60"/>
                  </a:cubicBezTo>
                  <a:cubicBezTo>
                    <a:pt x="109" y="54"/>
                    <a:pt x="111" y="40"/>
                    <a:pt x="108" y="27"/>
                  </a:cubicBezTo>
                  <a:cubicBezTo>
                    <a:pt x="105" y="13"/>
                    <a:pt x="88" y="0"/>
                    <a:pt x="65" y="4"/>
                  </a:cubicBezTo>
                  <a:cubicBezTo>
                    <a:pt x="41" y="9"/>
                    <a:pt x="20" y="40"/>
                    <a:pt x="27" y="55"/>
                  </a:cubicBezTo>
                  <a:close/>
                </a:path>
              </a:pathLst>
            </a:custGeom>
            <a:solidFill>
              <a:srgbClr val="2C3C5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05" name="文本占位符 104"/>
          <p:cNvSpPr>
            <a:spLocks noGrp="1"/>
          </p:cNvSpPr>
          <p:nvPr>
            <p:ph type="body" sz="quarter" idx="10" hasCustomPrompt="1"/>
          </p:nvPr>
        </p:nvSpPr>
        <p:spPr>
          <a:xfrm>
            <a:off x="5638800" y="2210765"/>
            <a:ext cx="914400" cy="11235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</a:p>
        </p:txBody>
      </p:sp>
      <p:sp>
        <p:nvSpPr>
          <p:cNvPr id="107" name="文本占位符 104"/>
          <p:cNvSpPr>
            <a:spLocks noGrp="1"/>
          </p:cNvSpPr>
          <p:nvPr>
            <p:ph type="body" sz="quarter" idx="11" hasCustomPrompt="1"/>
          </p:nvPr>
        </p:nvSpPr>
        <p:spPr>
          <a:xfrm>
            <a:off x="2710331" y="3999151"/>
            <a:ext cx="6771339" cy="112359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solidFill>
                  <a:srgbClr val="3D507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请在此处添加标题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399238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34000"/>
            <a:ext cx="12192000" cy="324000"/>
          </a:xfrm>
          <a:prstGeom prst="rect">
            <a:avLst/>
          </a:prstGeom>
          <a:pattFill prst="wdUpDiag">
            <a:fgClr>
              <a:srgbClr val="081F49"/>
            </a:fgClr>
            <a:bgClr>
              <a:srgbClr val="03153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507869"/>
            <a:ext cx="12192000" cy="36000"/>
          </a:xfrm>
          <a:prstGeom prst="rect">
            <a:avLst/>
          </a:prstGeom>
          <a:gradFill flip="none" rotWithShape="1">
            <a:gsLst>
              <a:gs pos="0">
                <a:srgbClr val="208CA4"/>
              </a:gs>
              <a:gs pos="100000">
                <a:srgbClr val="195F8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361590"/>
            <a:ext cx="180000" cy="432000"/>
          </a:xfrm>
          <a:prstGeom prst="rect">
            <a:avLst/>
          </a:prstGeom>
          <a:pattFill prst="wdUpDiag">
            <a:fgClr>
              <a:srgbClr val="081F49"/>
            </a:fgClr>
            <a:bgClr>
              <a:srgbClr val="03153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74522" y="361590"/>
            <a:ext cx="36000" cy="432000"/>
          </a:xfrm>
          <a:prstGeom prst="rect">
            <a:avLst/>
          </a:prstGeom>
          <a:gradFill flip="none" rotWithShape="1">
            <a:gsLst>
              <a:gs pos="0">
                <a:srgbClr val="208CA4"/>
              </a:gs>
              <a:gs pos="100000">
                <a:srgbClr val="195F8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文本占位符 104"/>
          <p:cNvSpPr>
            <a:spLocks noGrp="1"/>
          </p:cNvSpPr>
          <p:nvPr>
            <p:ph type="body" sz="quarter" idx="11" hasCustomPrompt="1"/>
          </p:nvPr>
        </p:nvSpPr>
        <p:spPr>
          <a:xfrm>
            <a:off x="307396" y="319579"/>
            <a:ext cx="6433669" cy="51602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>
                <a:solidFill>
                  <a:srgbClr val="3D507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请在此处添加标题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413235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9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占位符 10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08" name="文本占位符 10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时间间隔</a:t>
            </a:r>
          </a:p>
        </p:txBody>
      </p:sp>
    </p:spTree>
    <p:extLst>
      <p:ext uri="{BB962C8B-B14F-4D97-AF65-F5344CB8AC3E}">
        <p14:creationId xmlns:p14="http://schemas.microsoft.com/office/powerpoint/2010/main" val="1573020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、时间间隔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514903" y="1056441"/>
            <a:ext cx="1070357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题目描述：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给出两个时间（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小时制），求第一个时间至少要经过多久才能到达第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二个时间。给出的时间一定满足的形式，其中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x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和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y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分别代表小时和分钟。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0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≤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x &lt; 24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0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≤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y &lt; 60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B3BAC8-EE2A-48A7-B640-1D71C68E37C5}"/>
              </a:ext>
            </a:extLst>
          </p:cNvPr>
          <p:cNvSpPr txBox="1"/>
          <p:nvPr/>
        </p:nvSpPr>
        <p:spPr>
          <a:xfrm>
            <a:off x="514902" y="2749212"/>
            <a:ext cx="66479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输入格式：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第一行为数据组数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T (1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≤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T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≤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50000 )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每组数据包括两行，分别代表两个时间。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514902" y="4072651"/>
            <a:ext cx="72635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输出格式：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每组数据输出一行，表示最少经过的分钟数。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4465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、时间间隔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2601155" y="1056441"/>
            <a:ext cx="581487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输入样例：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7:00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7:00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7:00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8:00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2601155" y="3697686"/>
            <a:ext cx="7306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输出样例：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0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60</a:t>
            </a:r>
          </a:p>
        </p:txBody>
      </p:sp>
    </p:spTree>
    <p:extLst>
      <p:ext uri="{BB962C8B-B14F-4D97-AF65-F5344CB8AC3E}">
        <p14:creationId xmlns:p14="http://schemas.microsoft.com/office/powerpoint/2010/main" val="249604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、时间间隔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题解：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题目给出了两个时刻，只需要分别读入每一个时刻对应的小时和分钟，将两个时刻相减即可。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987CA7-1E6E-4062-A396-CDB46DE9D9B9}"/>
              </a:ext>
            </a:extLst>
          </p:cNvPr>
          <p:cNvSpPr txBox="1"/>
          <p:nvPr/>
        </p:nvSpPr>
        <p:spPr>
          <a:xfrm>
            <a:off x="683577" y="2565647"/>
            <a:ext cx="126188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读入：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计算：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625ADE-C771-4EC7-AA32-D870ED0BC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136" y="2787253"/>
            <a:ext cx="7097434" cy="11334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DB0113-DE2F-47FB-94A4-FC4C124A3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27" y="4615985"/>
            <a:ext cx="12091352" cy="5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9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、时间间隔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605748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注意：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题目并未保证时刻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与时刻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在同一天，换而言之，我们计算出的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m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有可能为负值。比如如下情况：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21:00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1:00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时刻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到时刻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经过了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0:00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这一日期分界线。我们知道，从第一天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21:00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到第二天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1:00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，经过了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 × 60 = 240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分钟，但计算出的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m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却为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-1200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987CA7-1E6E-4062-A396-CDB46DE9D9B9}"/>
              </a:ext>
            </a:extLst>
          </p:cNvPr>
          <p:cNvSpPr txBox="1"/>
          <p:nvPr/>
        </p:nvSpPr>
        <p:spPr>
          <a:xfrm>
            <a:off x="683577" y="256564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11001D-20FF-4D33-9B7C-C042F24C6ED3}"/>
              </a:ext>
            </a:extLst>
          </p:cNvPr>
          <p:cNvSpPr txBox="1"/>
          <p:nvPr/>
        </p:nvSpPr>
        <p:spPr>
          <a:xfrm>
            <a:off x="683577" y="4916514"/>
            <a:ext cx="847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想要解决这个问题，我们只需要对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m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加上一天的分钟数即可。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7182D16-CD93-4FBE-90F7-AE0D8CA8E350}"/>
              </a:ext>
            </a:extLst>
          </p:cNvPr>
          <p:cNvSpPr/>
          <p:nvPr/>
        </p:nvSpPr>
        <p:spPr>
          <a:xfrm>
            <a:off x="7720142" y="923278"/>
            <a:ext cx="3914600" cy="3915052"/>
          </a:xfrm>
          <a:prstGeom prst="ellipse">
            <a:avLst/>
          </a:prstGeom>
          <a:solidFill>
            <a:srgbClr val="3D50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6CDE191C-8D64-47B4-843A-72A2D44401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9778260"/>
              </p:ext>
            </p:extLst>
          </p:nvPr>
        </p:nvGraphicFramePr>
        <p:xfrm>
          <a:off x="7720143" y="825938"/>
          <a:ext cx="3914600" cy="410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23F0A78-2D05-41B0-B21F-510E6A696818}"/>
              </a:ext>
            </a:extLst>
          </p:cNvPr>
          <p:cNvSpPr txBox="1"/>
          <p:nvPr/>
        </p:nvSpPr>
        <p:spPr>
          <a:xfrm>
            <a:off x="8020050" y="1547186"/>
            <a:ext cx="188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</a:rPr>
              <a:t>m(</a:t>
            </a:r>
            <a:r>
              <a:rPr lang="zh-CN" altLang="en-US" sz="3600" b="1" dirty="0">
                <a:solidFill>
                  <a:schemeClr val="bg1"/>
                </a:solidFill>
              </a:rPr>
              <a:t>负值</a:t>
            </a:r>
            <a:r>
              <a:rPr lang="en-US" altLang="zh-CN" sz="3600" b="1" dirty="0">
                <a:solidFill>
                  <a:schemeClr val="bg1"/>
                </a:solidFill>
              </a:rPr>
              <a:t>)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0D302B-83F6-4E4D-BDE2-79A119D22F64}"/>
              </a:ext>
            </a:extLst>
          </p:cNvPr>
          <p:cNvSpPr txBox="1"/>
          <p:nvPr/>
        </p:nvSpPr>
        <p:spPr>
          <a:xfrm>
            <a:off x="9284178" y="4094834"/>
            <a:ext cx="1245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2C3C5E"/>
                </a:solidFill>
                <a:latin typeface="+mj-ea"/>
                <a:ea typeface="+mj-ea"/>
              </a:rPr>
              <a:t>目 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60405D-0552-4FF7-8E6F-47D0A7C97F78}"/>
              </a:ext>
            </a:extLst>
          </p:cNvPr>
          <p:cNvSpPr txBox="1"/>
          <p:nvPr/>
        </p:nvSpPr>
        <p:spPr>
          <a:xfrm>
            <a:off x="10639425" y="746142"/>
            <a:ext cx="1104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2C3C5E"/>
                </a:solidFill>
              </a:rPr>
              <a:t>时刻</a:t>
            </a:r>
            <a:r>
              <a:rPr lang="en-US" altLang="zh-CN" sz="2800" b="1" dirty="0">
                <a:solidFill>
                  <a:srgbClr val="2C3C5E"/>
                </a:solidFill>
              </a:rPr>
              <a:t>2</a:t>
            </a:r>
            <a:endParaRPr lang="zh-CN" altLang="en-US" sz="2800" b="1" dirty="0">
              <a:solidFill>
                <a:srgbClr val="2C3C5E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F70CB6-291D-493C-82CC-5A1E7218B6A9}"/>
              </a:ext>
            </a:extLst>
          </p:cNvPr>
          <p:cNvSpPr txBox="1"/>
          <p:nvPr/>
        </p:nvSpPr>
        <p:spPr>
          <a:xfrm>
            <a:off x="6849785" y="3571614"/>
            <a:ext cx="1104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2C3C5E"/>
                </a:solidFill>
              </a:rPr>
              <a:t>时刻</a:t>
            </a:r>
            <a:r>
              <a:rPr lang="en-US" altLang="zh-CN" sz="2800" b="1" dirty="0">
                <a:solidFill>
                  <a:srgbClr val="2C3C5E"/>
                </a:solidFill>
              </a:rPr>
              <a:t>1</a:t>
            </a:r>
            <a:endParaRPr lang="zh-CN" altLang="en-US" sz="2800" b="1" dirty="0">
              <a:solidFill>
                <a:srgbClr val="2C3C5E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845FEF4-0ADB-4707-A184-7F62B1A72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66" y="5466808"/>
            <a:ext cx="11283649" cy="52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4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、时间间隔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512017" y="835602"/>
            <a:ext cx="5814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参考代码：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C9690A-C89D-4CD0-BCFF-E357E510C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73" y="1351625"/>
            <a:ext cx="9770054" cy="560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4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占位符 10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08" name="文本占位符 10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走楼梯</a:t>
            </a:r>
          </a:p>
        </p:txBody>
      </p:sp>
    </p:spTree>
    <p:extLst>
      <p:ext uri="{BB962C8B-B14F-4D97-AF65-F5344CB8AC3E}">
        <p14:creationId xmlns:p14="http://schemas.microsoft.com/office/powerpoint/2010/main" val="165826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514904" y="1056441"/>
            <a:ext cx="11096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题目描述：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假设一段楼梯共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n(0 &lt; n &lt; 100) 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个台阶，小明一步最多能上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3 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个台阶。编写程序计算小明上这段楼梯一共有多少种走法。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B3BAC8-EE2A-48A7-B640-1D71C68E37C5}"/>
              </a:ext>
            </a:extLst>
          </p:cNvPr>
          <p:cNvSpPr txBox="1"/>
          <p:nvPr/>
        </p:nvSpPr>
        <p:spPr>
          <a:xfrm>
            <a:off x="514902" y="2749212"/>
            <a:ext cx="52661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输入格式：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为一个整数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n(0 &lt; n &lt; 100 ) 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514902" y="4072651"/>
            <a:ext cx="11096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输出格式：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也为一个整数，代表走法的数量。测试用例保证输入合法且所有整数均可以用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long </a:t>
            </a:r>
            <a:r>
              <a:rPr lang="en-US" altLang="zh-CN" sz="2400" dirty="0" err="1">
                <a:solidFill>
                  <a:srgbClr val="3D5070"/>
                </a:solidFill>
                <a:latin typeface="+mj-ea"/>
                <a:ea typeface="+mj-ea"/>
              </a:rPr>
              <a:t>long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 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存储。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5338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616792" y="871104"/>
            <a:ext cx="5814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输入样例：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16792" y="1945086"/>
            <a:ext cx="7306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输出样例：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E66702-0B84-45CD-9C89-F182FD6C68A9}"/>
              </a:ext>
            </a:extLst>
          </p:cNvPr>
          <p:cNvSpPr txBox="1"/>
          <p:nvPr/>
        </p:nvSpPr>
        <p:spPr>
          <a:xfrm>
            <a:off x="616792" y="3004701"/>
            <a:ext cx="91939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样例解释：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、可以一步走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个台阶；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、可以先走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个台阶，然后一步走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个台阶；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、可以先走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个台阶，然后走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个台阶；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、可以每步都走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个台阶，走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步。所以共有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种走法。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6621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题解：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如果小明现在站在第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级台阶上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( n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≥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3 )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，我们考虑小明可能是从哪一级台阶上走上来的：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小明可以从第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n-1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级，走到第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小明可以从第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n-2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级，走到第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小明可以从第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n-3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级，走到第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小明可以从第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n-4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……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但是并不能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OJZ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！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如果我们用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表示小明走到第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级台阶所有可能的走法，容易得到状态转移方程：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f[n]=f[n-1]+f[n-2]+f[n-3]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从此状态转移方程出发，不难想到两种处理方法：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、递归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、递推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023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递归解法：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由刚才的分析可知，想求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，就需要求出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f[n-1]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f[n-2]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f[n-3]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；想求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f[n-1]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，就需要求出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f[n-2]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f[n-3]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f[n-4]……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因此，不难用一个递归函数来实现它。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边界条件：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递归时，一定要注意边界条件的设定。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上述递推式的成立条件为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 – 3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≥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。因此我们将递归边界设定为：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f[1]=1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，走上第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级台阶只有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种走法。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f[2]=2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，走上第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级台阶有一步走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级，走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步，和一步走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级，走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步共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种走法。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f[3]=4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，走上第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级台阶有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种走法。（或者也可以将此边界条件设定为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f[0]=1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2153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代码实现：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64FAC0-63B3-492B-9AA0-86AD61AF9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77" y="1805877"/>
            <a:ext cx="11436947" cy="383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14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递推解法：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考虑状态转移方程：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f[n]=f[n-1]+f[n-2]+f[n-3]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这个方程其实就是我们的递推公式。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如果我们知道了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f[1]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f[2]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f[3]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，就能根据上述公式计算出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f[4]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；根据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f[2]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f[3]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f[4]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，我们又能计算出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f[5]……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如此，我们只需要每次记录三个值，进行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n-3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次运算就能计算出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，即我们需要求的走法数量。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1917CB-89F8-4149-ABC9-B970F4E35D0B}"/>
              </a:ext>
            </a:extLst>
          </p:cNvPr>
          <p:cNvSpPr txBox="1"/>
          <p:nvPr/>
        </p:nvSpPr>
        <p:spPr>
          <a:xfrm>
            <a:off x="1301206" y="4791380"/>
            <a:ext cx="9187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f[</a:t>
            </a:r>
            <a:r>
              <a:rPr lang="en-US" altLang="zh-CN" sz="2800" b="1" dirty="0" err="1">
                <a:solidFill>
                  <a:srgbClr val="3D5070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]	   f[i+1]	   f[i+2]	   f[i+3]	   f[i+4]	……</a:t>
            </a:r>
            <a:endParaRPr lang="zh-CN" altLang="en-US" sz="28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D2075D-91C1-448B-AE27-6EF7618F6344}"/>
              </a:ext>
            </a:extLst>
          </p:cNvPr>
          <p:cNvSpPr txBox="1"/>
          <p:nvPr/>
        </p:nvSpPr>
        <p:spPr>
          <a:xfrm>
            <a:off x="1000125" y="5432219"/>
            <a:ext cx="1122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2C3C5E"/>
                </a:solidFill>
              </a:rPr>
              <a:t>temp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D5022A-3909-4194-83C2-8800B8BECC9F}"/>
              </a:ext>
            </a:extLst>
          </p:cNvPr>
          <p:cNvSpPr txBox="1"/>
          <p:nvPr/>
        </p:nvSpPr>
        <p:spPr>
          <a:xfrm>
            <a:off x="2220622" y="5432219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2C3C5E"/>
                </a:solidFill>
              </a:rPr>
              <a:t>countN_1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DA47C8-8D25-4A67-9E83-1AC3D7459463}"/>
              </a:ext>
            </a:extLst>
          </p:cNvPr>
          <p:cNvSpPr txBox="1"/>
          <p:nvPr/>
        </p:nvSpPr>
        <p:spPr>
          <a:xfrm>
            <a:off x="4000125" y="5432219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2C3C5E"/>
                </a:solidFill>
              </a:rPr>
              <a:t>countN_2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E58881-1B7B-4963-BE36-CD0A4237F8A4}"/>
              </a:ext>
            </a:extLst>
          </p:cNvPr>
          <p:cNvSpPr txBox="1"/>
          <p:nvPr/>
        </p:nvSpPr>
        <p:spPr>
          <a:xfrm>
            <a:off x="6001920" y="5431363"/>
            <a:ext cx="1478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err="1">
                <a:solidFill>
                  <a:srgbClr val="2C3C5E"/>
                </a:solidFill>
              </a:rPr>
              <a:t>countN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CFCAB3-FB62-4705-BFAD-C2157365FDF1}"/>
              </a:ext>
            </a:extLst>
          </p:cNvPr>
          <p:cNvSpPr txBox="1"/>
          <p:nvPr/>
        </p:nvSpPr>
        <p:spPr>
          <a:xfrm>
            <a:off x="2587709" y="4209351"/>
            <a:ext cx="1122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2C3C5E"/>
                </a:solidFill>
              </a:rPr>
              <a:t>temp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DE36F5-3C29-4A67-8671-708BE02EA029}"/>
              </a:ext>
            </a:extLst>
          </p:cNvPr>
          <p:cNvSpPr txBox="1"/>
          <p:nvPr/>
        </p:nvSpPr>
        <p:spPr>
          <a:xfrm>
            <a:off x="4077220" y="4177851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2C3C5E"/>
                </a:solidFill>
              </a:rPr>
              <a:t>countN_1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F78F8A-BA40-455F-A0CB-E4039A07FD28}"/>
              </a:ext>
            </a:extLst>
          </p:cNvPr>
          <p:cNvSpPr txBox="1"/>
          <p:nvPr/>
        </p:nvSpPr>
        <p:spPr>
          <a:xfrm>
            <a:off x="5894771" y="4177851"/>
            <a:ext cx="1856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2C3C5E"/>
                </a:solidFill>
              </a:rPr>
              <a:t>countN_2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93B27D-C537-421B-BFE2-7882D24F4182}"/>
              </a:ext>
            </a:extLst>
          </p:cNvPr>
          <p:cNvSpPr txBox="1"/>
          <p:nvPr/>
        </p:nvSpPr>
        <p:spPr>
          <a:xfrm>
            <a:off x="8021220" y="4177851"/>
            <a:ext cx="1478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err="1">
                <a:solidFill>
                  <a:srgbClr val="2C3C5E"/>
                </a:solidFill>
              </a:rPr>
              <a:t>countN</a:t>
            </a:r>
            <a:endParaRPr lang="zh-CN" altLang="en-US" sz="2800" b="1" i="1" dirty="0">
              <a:solidFill>
                <a:srgbClr val="2C3C5E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B1708F6-809D-4D26-86D5-8E9C59FF45B2}"/>
              </a:ext>
            </a:extLst>
          </p:cNvPr>
          <p:cNvCxnSpPr/>
          <p:nvPr/>
        </p:nvCxnSpPr>
        <p:spPr>
          <a:xfrm flipV="1">
            <a:off x="1641254" y="5314600"/>
            <a:ext cx="0" cy="267050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47CF9A2-4AC1-442F-9699-3B369C588084}"/>
              </a:ext>
            </a:extLst>
          </p:cNvPr>
          <p:cNvCxnSpPr/>
          <p:nvPr/>
        </p:nvCxnSpPr>
        <p:spPr>
          <a:xfrm flipV="1">
            <a:off x="3148920" y="5297838"/>
            <a:ext cx="0" cy="267050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DFDB18D-F46A-4A7C-8B4E-47A7E8022531}"/>
              </a:ext>
            </a:extLst>
          </p:cNvPr>
          <p:cNvCxnSpPr/>
          <p:nvPr/>
        </p:nvCxnSpPr>
        <p:spPr>
          <a:xfrm flipV="1">
            <a:off x="5003992" y="5287613"/>
            <a:ext cx="0" cy="267050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278788-D9E0-4918-8430-AED8FCDBAE6E}"/>
              </a:ext>
            </a:extLst>
          </p:cNvPr>
          <p:cNvCxnSpPr/>
          <p:nvPr/>
        </p:nvCxnSpPr>
        <p:spPr>
          <a:xfrm flipV="1">
            <a:off x="6810973" y="5297838"/>
            <a:ext cx="0" cy="267050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2BCB820-1A6B-4D58-9C1E-ED35433643D1}"/>
              </a:ext>
            </a:extLst>
          </p:cNvPr>
          <p:cNvCxnSpPr>
            <a:cxnSpLocks/>
          </p:cNvCxnSpPr>
          <p:nvPr/>
        </p:nvCxnSpPr>
        <p:spPr>
          <a:xfrm flipH="1">
            <a:off x="3162244" y="4617594"/>
            <a:ext cx="1" cy="229954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F91643E-5BCB-4E6E-B19A-3B1D97A0C7AD}"/>
              </a:ext>
            </a:extLst>
          </p:cNvPr>
          <p:cNvCxnSpPr>
            <a:cxnSpLocks/>
          </p:cNvCxnSpPr>
          <p:nvPr/>
        </p:nvCxnSpPr>
        <p:spPr>
          <a:xfrm flipH="1">
            <a:off x="5023283" y="4617594"/>
            <a:ext cx="1" cy="229954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130D742-8D9F-4303-9F06-ED5AAB4CBF8D}"/>
              </a:ext>
            </a:extLst>
          </p:cNvPr>
          <p:cNvCxnSpPr>
            <a:cxnSpLocks/>
          </p:cNvCxnSpPr>
          <p:nvPr/>
        </p:nvCxnSpPr>
        <p:spPr>
          <a:xfrm flipH="1">
            <a:off x="6799230" y="4617445"/>
            <a:ext cx="1" cy="229954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D3C70EF-CDCC-4992-8A3C-307D131C89C7}"/>
              </a:ext>
            </a:extLst>
          </p:cNvPr>
          <p:cNvCxnSpPr>
            <a:cxnSpLocks/>
          </p:cNvCxnSpPr>
          <p:nvPr/>
        </p:nvCxnSpPr>
        <p:spPr>
          <a:xfrm flipH="1">
            <a:off x="8669794" y="4614431"/>
            <a:ext cx="1" cy="229954"/>
          </a:xfrm>
          <a:prstGeom prst="straightConnector1">
            <a:avLst/>
          </a:prstGeom>
          <a:ln>
            <a:solidFill>
              <a:srgbClr val="2C3C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229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代码实现：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CB46FE-5A29-47FE-9375-8DC23E2F8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877" y="1007752"/>
            <a:ext cx="9424323" cy="27915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4670F55-EA5F-4F14-B9A9-42E3CACCBCE3}"/>
              </a:ext>
            </a:extLst>
          </p:cNvPr>
          <p:cNvSpPr txBox="1"/>
          <p:nvPr/>
        </p:nvSpPr>
        <p:spPr>
          <a:xfrm>
            <a:off x="683577" y="397149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初始状态：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6B92A9-5B03-448A-A0A3-D498C52FF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274" y="4233102"/>
            <a:ext cx="7325451" cy="21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5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93102" y="1064902"/>
            <a:ext cx="104223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4400" dirty="0">
                <a:solidFill>
                  <a:srgbClr val="3D5070"/>
                </a:solidFill>
                <a:latin typeface="+mj-ea"/>
                <a:ea typeface="+mj-ea"/>
              </a:rPr>
              <a:t>由同一状态转移方程，引发出两种截然不同的解题思路</a:t>
            </a:r>
            <a:r>
              <a:rPr lang="en-US" altLang="zh-CN" sz="4400" dirty="0">
                <a:solidFill>
                  <a:srgbClr val="3D5070"/>
                </a:solidFill>
                <a:latin typeface="+mj-ea"/>
                <a:ea typeface="+mj-ea"/>
              </a:rPr>
              <a:t>——</a:t>
            </a:r>
            <a:r>
              <a:rPr lang="zh-CN" altLang="en-US" sz="4400" dirty="0">
                <a:solidFill>
                  <a:srgbClr val="3D5070"/>
                </a:solidFill>
                <a:latin typeface="+mj-ea"/>
                <a:ea typeface="+mj-ea"/>
              </a:rPr>
              <a:t>递归、递推，它们有何区别、孰优孰劣呢？</a:t>
            </a:r>
            <a:endParaRPr lang="en-US" altLang="zh-CN" sz="44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C2C8BF-DB21-4496-8938-2F3151302325}"/>
              </a:ext>
            </a:extLst>
          </p:cNvPr>
          <p:cNvSpPr txBox="1"/>
          <p:nvPr/>
        </p:nvSpPr>
        <p:spPr>
          <a:xfrm>
            <a:off x="693102" y="4469659"/>
            <a:ext cx="80057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类比：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斐波那契数列的状态转移方程：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f[n]=f[n-1]+f[n-2]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斐波那契数列的两种求法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——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递归、递推。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84840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884806" y="960127"/>
            <a:ext cx="104223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4800" dirty="0">
                <a:solidFill>
                  <a:srgbClr val="3D5070"/>
                </a:solidFill>
                <a:latin typeface="+mj-ea"/>
                <a:ea typeface="+mj-ea"/>
              </a:rPr>
              <a:t>递推效率远高于递归</a:t>
            </a:r>
            <a:endParaRPr lang="en-US" altLang="zh-CN" sz="48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312904-1C6F-441A-95E8-BDC62060E15E}"/>
              </a:ext>
            </a:extLst>
          </p:cNvPr>
          <p:cNvSpPr txBox="1"/>
          <p:nvPr/>
        </p:nvSpPr>
        <p:spPr>
          <a:xfrm>
            <a:off x="884806" y="4314998"/>
            <a:ext cx="97994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·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递推往往比递归耗费更少的时间与空间，递推程序拥有更优秀的性能。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·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尽量选用递推的算法。</a:t>
            </a:r>
          </a:p>
        </p:txBody>
      </p:sp>
    </p:spTree>
    <p:extLst>
      <p:ext uri="{BB962C8B-B14F-4D97-AF65-F5344CB8AC3E}">
        <p14:creationId xmlns:p14="http://schemas.microsoft.com/office/powerpoint/2010/main" val="412329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884806" y="960127"/>
            <a:ext cx="1042238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4400" dirty="0">
                <a:solidFill>
                  <a:srgbClr val="3D5070"/>
                </a:solidFill>
                <a:latin typeface="+mj-ea"/>
                <a:ea typeface="+mj-ea"/>
              </a:rPr>
              <a:t>差异源自何处？</a:t>
            </a:r>
            <a:endParaRPr lang="en-US" altLang="zh-CN" sz="4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5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741931" y="835602"/>
            <a:ext cx="10422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我们将递归算法经过的每一个状态都画下来，可以得到刚刚演示的那样一个三叉树结构，这棵三叉树有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3^n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个叶子节点。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000" dirty="0">
                <a:solidFill>
                  <a:srgbClr val="3D5070"/>
                </a:solidFill>
                <a:latin typeface="+mj-ea"/>
                <a:ea typeface="+mj-ea"/>
              </a:rPr>
              <a:t>（感兴趣的同学可以自行百度：解空间树）</a:t>
            </a:r>
            <a:endParaRPr lang="en-US" altLang="zh-CN" sz="20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递归算法的解空间非常庞大，且存在大量的重复运算，这正是递归算法效率低下的原因。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那递推的算法又是什么情况呢？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F50603A-917F-45CA-BE93-9B03F30610CF}"/>
              </a:ext>
            </a:extLst>
          </p:cNvPr>
          <p:cNvSpPr/>
          <p:nvPr/>
        </p:nvSpPr>
        <p:spPr>
          <a:xfrm>
            <a:off x="219075" y="4191000"/>
            <a:ext cx="11687175" cy="1762125"/>
          </a:xfrm>
          <a:prstGeom prst="roundRect">
            <a:avLst/>
          </a:prstGeom>
          <a:solidFill>
            <a:srgbClr val="2C3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CC90C7F-4A63-4457-9C11-15F9DA3671A5}"/>
              </a:ext>
            </a:extLst>
          </p:cNvPr>
          <p:cNvSpPr/>
          <p:nvPr/>
        </p:nvSpPr>
        <p:spPr>
          <a:xfrm>
            <a:off x="741931" y="4452937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2C3C5E"/>
                </a:solidFill>
                <a:latin typeface="+mj-ea"/>
                <a:ea typeface="+mj-ea"/>
              </a:rPr>
              <a:t>f[1]</a:t>
            </a:r>
            <a:endParaRPr lang="zh-CN" altLang="en-US" sz="2800" dirty="0">
              <a:solidFill>
                <a:srgbClr val="2C3C5E"/>
              </a:solidFill>
              <a:latin typeface="+mj-ea"/>
              <a:ea typeface="+mj-ea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9C7154E-76CB-49CD-B210-39B4B68464BD}"/>
              </a:ext>
            </a:extLst>
          </p:cNvPr>
          <p:cNvSpPr/>
          <p:nvPr/>
        </p:nvSpPr>
        <p:spPr>
          <a:xfrm>
            <a:off x="2600325" y="4452937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2C3C5E"/>
                </a:solidFill>
                <a:latin typeface="+mj-ea"/>
                <a:ea typeface="+mj-ea"/>
              </a:rPr>
              <a:t>f[2]</a:t>
            </a:r>
            <a:endParaRPr lang="zh-CN" altLang="en-US" sz="2800" dirty="0">
              <a:solidFill>
                <a:srgbClr val="2C3C5E"/>
              </a:solidFill>
              <a:latin typeface="+mj-ea"/>
              <a:ea typeface="+mj-ea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2A0AD8F-4104-416D-B0A4-AA4E68175A10}"/>
              </a:ext>
            </a:extLst>
          </p:cNvPr>
          <p:cNvSpPr/>
          <p:nvPr/>
        </p:nvSpPr>
        <p:spPr>
          <a:xfrm>
            <a:off x="4458719" y="4452937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2C3C5E"/>
                </a:solidFill>
                <a:latin typeface="+mj-ea"/>
                <a:ea typeface="+mj-ea"/>
              </a:rPr>
              <a:t>f[3]</a:t>
            </a:r>
            <a:endParaRPr lang="zh-CN" altLang="en-US" sz="2800" dirty="0">
              <a:solidFill>
                <a:srgbClr val="2C3C5E"/>
              </a:solidFill>
              <a:latin typeface="+mj-ea"/>
              <a:ea typeface="+mj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9C48DF-B71B-4FA0-9001-11879FFF1812}"/>
              </a:ext>
            </a:extLst>
          </p:cNvPr>
          <p:cNvSpPr/>
          <p:nvPr/>
        </p:nvSpPr>
        <p:spPr>
          <a:xfrm>
            <a:off x="6317113" y="4452937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2C3C5E"/>
                </a:solidFill>
                <a:latin typeface="+mj-ea"/>
                <a:ea typeface="+mj-ea"/>
              </a:rPr>
              <a:t>f[4]</a:t>
            </a:r>
            <a:endParaRPr lang="zh-CN" altLang="en-US" sz="2800" dirty="0">
              <a:solidFill>
                <a:srgbClr val="2C3C5E"/>
              </a:solidFill>
              <a:latin typeface="+mj-ea"/>
              <a:ea typeface="+mj-ea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6A4FEA2-9AEE-46E9-B0CD-12E3FD3EA85E}"/>
              </a:ext>
            </a:extLst>
          </p:cNvPr>
          <p:cNvSpPr/>
          <p:nvPr/>
        </p:nvSpPr>
        <p:spPr>
          <a:xfrm>
            <a:off x="10211819" y="4452937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rgbClr val="2C3C5E"/>
                </a:solidFill>
                <a:latin typeface="+mj-ea"/>
                <a:ea typeface="+mj-ea"/>
              </a:rPr>
              <a:t>f[n]</a:t>
            </a:r>
            <a:endParaRPr lang="zh-CN" altLang="en-US" sz="2800" dirty="0">
              <a:solidFill>
                <a:srgbClr val="2C3C5E"/>
              </a:solidFill>
              <a:latin typeface="+mj-ea"/>
              <a:ea typeface="+mj-ea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42705169-B14B-40BF-9575-B97ABA042228}"/>
              </a:ext>
            </a:extLst>
          </p:cNvPr>
          <p:cNvSpPr/>
          <p:nvPr/>
        </p:nvSpPr>
        <p:spPr>
          <a:xfrm>
            <a:off x="5750287" y="4933948"/>
            <a:ext cx="533400" cy="2905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07B360A-B944-42EC-8FB0-5C531F1C4442}"/>
              </a:ext>
            </a:extLst>
          </p:cNvPr>
          <p:cNvSpPr/>
          <p:nvPr/>
        </p:nvSpPr>
        <p:spPr>
          <a:xfrm>
            <a:off x="3881947" y="4926805"/>
            <a:ext cx="533400" cy="2905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633E612-E468-4175-B226-D9862858DFBC}"/>
              </a:ext>
            </a:extLst>
          </p:cNvPr>
          <p:cNvSpPr/>
          <p:nvPr/>
        </p:nvSpPr>
        <p:spPr>
          <a:xfrm>
            <a:off x="2167624" y="5079205"/>
            <a:ext cx="533400" cy="2905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2ECCE066-D958-4531-9D4D-F6ECA3017FFA}"/>
              </a:ext>
            </a:extLst>
          </p:cNvPr>
          <p:cNvSpPr/>
          <p:nvPr/>
        </p:nvSpPr>
        <p:spPr>
          <a:xfrm>
            <a:off x="7620842" y="4926804"/>
            <a:ext cx="533400" cy="2905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6EC11E19-D252-45E3-A8B7-9116D20EAA17}"/>
              </a:ext>
            </a:extLst>
          </p:cNvPr>
          <p:cNvSpPr/>
          <p:nvPr/>
        </p:nvSpPr>
        <p:spPr>
          <a:xfrm>
            <a:off x="9611567" y="4936327"/>
            <a:ext cx="533400" cy="29051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5D0C0F-8411-4222-8F19-7B7529F75D12}"/>
              </a:ext>
            </a:extLst>
          </p:cNvPr>
          <p:cNvSpPr txBox="1"/>
          <p:nvPr/>
        </p:nvSpPr>
        <p:spPr>
          <a:xfrm>
            <a:off x="8400839" y="4641560"/>
            <a:ext cx="851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</a:rPr>
              <a:t>……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1073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465706" y="655327"/>
            <a:ext cx="104223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60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可以看到，递推算法是线性的，比递归算法省去了大量的重复运算，因此性能更加优秀。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进一步思考：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我是递归算法的超级粉丝，就是想用递归实现。有没有办法改进这种朴素的递归算法，省去那些重复运算呢？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当然没问题：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如果我们把每次运算的结果存储下来，下次再需要它的时候，就可以直接调用，免去了大量的重复运算。优化后，可以达到与递推算法相近的效率。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感兴趣的同学可以自行百度：记忆化搜索。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67110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、走楼梯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512017" y="835602"/>
            <a:ext cx="5814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参考代码：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6AB8AD-9C5F-44C6-97A3-74E7C312A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447" y="-95250"/>
            <a:ext cx="9114157" cy="68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48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占位符 10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08" name="文本占位符 10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贴邮票二</a:t>
            </a:r>
          </a:p>
        </p:txBody>
      </p:sp>
    </p:spTree>
    <p:extLst>
      <p:ext uri="{BB962C8B-B14F-4D97-AF65-F5344CB8AC3E}">
        <p14:creationId xmlns:p14="http://schemas.microsoft.com/office/powerpoint/2010/main" val="3030272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、贴邮票二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514904" y="1056441"/>
            <a:ext cx="110960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题目描述：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美国邮票的面值共有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1, 10, 21, 34, 70, 100, 350, 1225, 1500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九种（单位为美分）。现给定一个邮资的价格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（以美分为单位），如果规定所贴邮票面值总和必须等于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，请输出最少要贴几张邮票。为了简化程序，我们假设只有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1, 10, 21, 34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四种面值。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B3BAC8-EE2A-48A7-B640-1D71C68E37C5}"/>
              </a:ext>
            </a:extLst>
          </p:cNvPr>
          <p:cNvSpPr txBox="1"/>
          <p:nvPr/>
        </p:nvSpPr>
        <p:spPr>
          <a:xfrm>
            <a:off x="514902" y="3118544"/>
            <a:ext cx="5447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输入格式：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为一个整数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n(0 &lt; n &lt; 1000 ) 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514902" y="4072651"/>
            <a:ext cx="110960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输出格式：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也为一个整数，为所贴邮票的张数。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FCC033-4170-48E0-8FD5-8A3FC99C39FB}"/>
              </a:ext>
            </a:extLst>
          </p:cNvPr>
          <p:cNvSpPr txBox="1"/>
          <p:nvPr/>
        </p:nvSpPr>
        <p:spPr>
          <a:xfrm>
            <a:off x="514902" y="5026758"/>
            <a:ext cx="5814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输入样例：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41DFAD-CC93-44CA-A7BD-1049021E9E09}"/>
              </a:ext>
            </a:extLst>
          </p:cNvPr>
          <p:cNvSpPr txBox="1"/>
          <p:nvPr/>
        </p:nvSpPr>
        <p:spPr>
          <a:xfrm>
            <a:off x="6465142" y="5026758"/>
            <a:ext cx="7306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输出样例：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59202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、贴邮票二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朴素的想法：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我们尽可能选面值大的邮票贴，再依次选择小面值的邮票贴，直到贴到要求的面值。得到的一定是邮票数量较小的解。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这种做法正确吗？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考虑这组数据：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输入：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42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我们先选择面值最大的邮票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贴上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张，现在剩余面值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42-34=8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再选择面值尽可能大的邮票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贴上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8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张，总共需要邮票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1+8=9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张。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但显然，这不是最优解，最优解法应当是选择邮票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贴上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张。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朴素的想法并不正确！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37445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、贴邮票二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反思：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当我们从当前某些情形出发时，考虑到的最好选择，可能并不适合整体情形。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局部最优解 ≠ 全局最优解。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000" dirty="0">
                <a:solidFill>
                  <a:srgbClr val="3D5070"/>
                </a:solidFill>
                <a:latin typeface="+mj-ea"/>
                <a:ea typeface="+mj-ea"/>
              </a:rPr>
              <a:t>（感兴趣的同学可以自行百度：贪心算法）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C09AE6-8A15-49A4-8E25-BDC74BBF3D1B}"/>
              </a:ext>
            </a:extLst>
          </p:cNvPr>
          <p:cNvSpPr txBox="1"/>
          <p:nvPr/>
        </p:nvSpPr>
        <p:spPr>
          <a:xfrm>
            <a:off x="683577" y="3232480"/>
            <a:ext cx="104223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题解：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考虑到数据范围（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很小），我们完全可以枚举出现的所有情况，从中找到贴邮票数最小的一个。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这就是穷举法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/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枚举法。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穷举法一定是正确的，因为它</a:t>
            </a:r>
            <a:r>
              <a:rPr lang="zh-CN" altLang="en-US" sz="2400" strike="sngStrike" dirty="0">
                <a:solidFill>
                  <a:srgbClr val="3D5070"/>
                </a:solidFill>
                <a:latin typeface="+mj-ea"/>
                <a:ea typeface="+mj-ea"/>
              </a:rPr>
              <a:t>足够暴力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考虑到了所有的可能情况。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对于本题有四种面额的邮票，我们可以用四重循环，枚举每种邮票贴了多少张，每当价格等于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时，将当前邮票总数与最小值比较，如果比最小值小，更新最小值。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79888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445CBE-549C-4D94-ADF1-460CFDA7D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5602"/>
            <a:ext cx="12192000" cy="6035644"/>
          </a:xfrm>
          <a:prstGeom prst="rect">
            <a:avLst/>
          </a:prstGeom>
        </p:spPr>
      </p:pic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、贴邮票二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3524230" y="315981"/>
            <a:ext cx="5814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参考代码：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5851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、贴邮票二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思考：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穷举法列举了每一种情况，效率太低，有没有更加高效的方法？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有。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	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C09AE6-8A15-49A4-8E25-BDC74BBF3D1B}"/>
              </a:ext>
            </a:extLst>
          </p:cNvPr>
          <p:cNvSpPr txBox="1"/>
          <p:nvPr/>
        </p:nvSpPr>
        <p:spPr>
          <a:xfrm>
            <a:off x="683577" y="2318080"/>
            <a:ext cx="1042238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走楼梯的启示：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本题与走楼梯、斐波那契数列本质相似。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我们用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f[x]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表示，邮票总面值为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x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时，所需要的最小邮票数量。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邮票的面值有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21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共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种，因此，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f[x]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只可能从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f[x-1]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f[x-10]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f[x-21]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f[x-34]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四种状态转移而来，容易得到状态转移方程：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f[x]=min{f[x-1] , f[x-10] , f[x-21] , f[x-34]}+1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因此，我们完全可以递推求解（</a:t>
            </a:r>
            <a:r>
              <a:rPr lang="zh-CN" altLang="en-US" sz="2400" strike="sngStrike" dirty="0">
                <a:solidFill>
                  <a:srgbClr val="3D5070"/>
                </a:solidFill>
                <a:latin typeface="+mj-ea"/>
                <a:ea typeface="+mj-ea"/>
              </a:rPr>
              <a:t>真的勇士递归也能写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）。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但是，本题与走楼梯或斐波那契数列不同在于，本题转移的状态之间并不是连着的。借助我们目前学习的数据类型，很难把我们的想法用代码加以实现，在这里仅供同学们打开思路。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0426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、贴邮票二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6" y="1007752"/>
            <a:ext cx="110339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进一步思考：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如果邮票的数量不止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张，比如，有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m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张邮票，这个问题还能递推求解吗？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可以。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000" dirty="0">
                <a:solidFill>
                  <a:srgbClr val="3D5070"/>
                </a:solidFill>
                <a:latin typeface="+mj-ea"/>
                <a:ea typeface="+mj-ea"/>
              </a:rPr>
              <a:t>此部分留给感兴趣的同学课后自行深入思考。</a:t>
            </a:r>
            <a:endParaRPr lang="en-US" altLang="zh-CN" sz="20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000" dirty="0">
                <a:solidFill>
                  <a:srgbClr val="3D5070"/>
                </a:solidFill>
                <a:latin typeface="+mj-ea"/>
                <a:ea typeface="+mj-ea"/>
              </a:rPr>
              <a:t>有兴趣学习的话，可以百度：动态规划、背包九讲。本题其实是一个完全背包问题。</a:t>
            </a:r>
            <a:r>
              <a:rPr lang="en-US" altLang="zh-CN" sz="20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000" dirty="0">
                <a:solidFill>
                  <a:srgbClr val="3D5070"/>
                </a:solidFill>
                <a:latin typeface="+mj-ea"/>
                <a:ea typeface="+mj-ea"/>
              </a:rPr>
              <a:t>在百度之前，强烈建议有能力（熟练使用数组、</a:t>
            </a:r>
            <a:r>
              <a:rPr lang="en-US" altLang="zh-CN" sz="2000" dirty="0">
                <a:solidFill>
                  <a:srgbClr val="3D5070"/>
                </a:solidFill>
                <a:latin typeface="+mj-ea"/>
                <a:ea typeface="+mj-ea"/>
              </a:rPr>
              <a:t>for</a:t>
            </a:r>
            <a:r>
              <a:rPr lang="zh-CN" altLang="en-US" sz="2000" dirty="0">
                <a:solidFill>
                  <a:srgbClr val="3D5070"/>
                </a:solidFill>
                <a:latin typeface="+mj-ea"/>
                <a:ea typeface="+mj-ea"/>
              </a:rPr>
              <a:t>循环）的同学自行思考。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997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占位符 10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108" name="文本占位符 10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千分位格式</a:t>
            </a:r>
          </a:p>
        </p:txBody>
      </p:sp>
    </p:spTree>
    <p:extLst>
      <p:ext uri="{BB962C8B-B14F-4D97-AF65-F5344CB8AC3E}">
        <p14:creationId xmlns:p14="http://schemas.microsoft.com/office/powerpoint/2010/main" val="3460949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、千分位格式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514904" y="1056441"/>
            <a:ext cx="11096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题目描述：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已知一个整数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，你要将它输出成“千分位”形式。即从个位数起，每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位之间加一个逗号。例如，将“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7654321”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写成“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7,654,321”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B3BAC8-EE2A-48A7-B640-1D71C68E37C5}"/>
              </a:ext>
            </a:extLst>
          </p:cNvPr>
          <p:cNvSpPr txBox="1"/>
          <p:nvPr/>
        </p:nvSpPr>
        <p:spPr>
          <a:xfrm>
            <a:off x="514902" y="2749212"/>
            <a:ext cx="11096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输入与输出要求：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输入一个整数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（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0&lt;=n&lt;2000000000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），输出这个整数的“千分位”输出形式，占一行。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514902" y="4478120"/>
            <a:ext cx="28855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Sample1</a:t>
            </a:r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6324112</a:t>
            </a:r>
            <a:b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</a:b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6,324,112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6D60B-2CA1-4341-8C53-0E2B7305386A}"/>
              </a:ext>
            </a:extLst>
          </p:cNvPr>
          <p:cNvSpPr txBox="1"/>
          <p:nvPr/>
        </p:nvSpPr>
        <p:spPr>
          <a:xfrm>
            <a:off x="6062938" y="4441983"/>
            <a:ext cx="28855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Sample2</a:t>
            </a:r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45634523</a:t>
            </a:r>
            <a:b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</a:b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45,634,523</a:t>
            </a:r>
          </a:p>
        </p:txBody>
      </p:sp>
    </p:spTree>
    <p:extLst>
      <p:ext uri="{BB962C8B-B14F-4D97-AF65-F5344CB8AC3E}">
        <p14:creationId xmlns:p14="http://schemas.microsoft.com/office/powerpoint/2010/main" val="2989673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、千分位格式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7" y="1007752"/>
            <a:ext cx="104223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题解：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本题实际上就是把原本的数字拆开，每三位加入一个“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,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”。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·</a:t>
            </a:r>
            <a:r>
              <a:rPr lang="zh-CN" altLang="en-US" sz="2400" b="1" dirty="0">
                <a:solidFill>
                  <a:srgbClr val="3D5070"/>
                </a:solidFill>
                <a:latin typeface="+mj-ea"/>
                <a:ea typeface="+mj-ea"/>
              </a:rPr>
              <a:t>如何拆开？</a:t>
            </a:r>
            <a:endParaRPr lang="en-US" altLang="zh-CN" sz="24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不难联想到我们之前做过的数字拆分。我们一般会习惯从低位向高位拆分，但是输出时我们一定是从高位向低位输出的，因此，本题我们选择从高位向低位拆分会比较容易。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考虑怎么实现这一拆分过程：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如果有数字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6324112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，我们想得到它的最高位，只需要用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6324112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整除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1000000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，就可以得到数字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6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，用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6324112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模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1000000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，就可以得到余下的数字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324112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取一个有</a:t>
            </a:r>
            <a:r>
              <a:rPr lang="en-US" altLang="zh-CN" sz="2400" dirty="0" err="1">
                <a:solidFill>
                  <a:srgbClr val="3D5070"/>
                </a:solidFill>
                <a:latin typeface="+mj-ea"/>
                <a:ea typeface="+mj-ea"/>
              </a:rPr>
              <a:t>len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位的数字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的最高位，定义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mod = 10 ^ ( </a:t>
            </a:r>
            <a:r>
              <a:rPr lang="en-US" altLang="zh-CN" sz="2400" dirty="0" err="1">
                <a:solidFill>
                  <a:srgbClr val="3D5070"/>
                </a:solidFill>
                <a:latin typeface="+mj-ea"/>
                <a:ea typeface="+mj-ea"/>
              </a:rPr>
              <a:t>len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 – 1 )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。最高位等于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 / mod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，剩余数字等于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 % mod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39744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、千分位格式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0" y="947577"/>
            <a:ext cx="12192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代码实现：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	 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·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先计算出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的位数</a:t>
            </a:r>
            <a:r>
              <a:rPr lang="en-US" altLang="zh-CN" sz="2400" dirty="0" err="1">
                <a:solidFill>
                  <a:srgbClr val="3D5070"/>
                </a:solidFill>
                <a:latin typeface="+mj-ea"/>
                <a:ea typeface="+mj-ea"/>
              </a:rPr>
              <a:t>len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，和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                        mod=10^(len-1)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					</a:t>
            </a: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					·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再进行数字拆分并输出。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5E156C-9025-4AC8-8633-66C7B1ECB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9" y="2689621"/>
            <a:ext cx="11013100" cy="30135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3B32AF0-599A-4BD5-ACFC-D6E75E84E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338" y="-245097"/>
            <a:ext cx="7106903" cy="499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05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、千分位格式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D2CE0B-0A53-42B7-BF8E-7DF47BF9915C}"/>
              </a:ext>
            </a:extLst>
          </p:cNvPr>
          <p:cNvSpPr txBox="1"/>
          <p:nvPr/>
        </p:nvSpPr>
        <p:spPr>
          <a:xfrm>
            <a:off x="683576" y="1007752"/>
            <a:ext cx="106191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题解：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800" b="1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本题实际上就是把原本的数字拆开，每三位加入一个“ 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, 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”。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·</a:t>
            </a:r>
            <a:r>
              <a:rPr lang="zh-CN" altLang="en-US" sz="2400" b="1" dirty="0">
                <a:solidFill>
                  <a:srgbClr val="3D5070"/>
                </a:solidFill>
                <a:latin typeface="+mj-ea"/>
                <a:ea typeface="+mj-ea"/>
              </a:rPr>
              <a:t>如何加入“</a:t>
            </a:r>
            <a:r>
              <a:rPr lang="en-US" altLang="zh-CN" sz="2400" b="1" dirty="0">
                <a:solidFill>
                  <a:srgbClr val="3D5070"/>
                </a:solidFill>
                <a:latin typeface="+mj-ea"/>
                <a:ea typeface="+mj-ea"/>
              </a:rPr>
              <a:t>,</a:t>
            </a:r>
            <a:r>
              <a:rPr lang="zh-CN" altLang="en-US" sz="2400" b="1" dirty="0">
                <a:solidFill>
                  <a:srgbClr val="3D5070"/>
                </a:solidFill>
                <a:latin typeface="+mj-ea"/>
                <a:ea typeface="+mj-ea"/>
              </a:rPr>
              <a:t>”？</a:t>
            </a:r>
            <a:endParaRPr lang="en-US" altLang="zh-CN" sz="2400" b="1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观察位数的规律，我们发现，每当位数是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3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的倍数时，这位数字前面一定有一个“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,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”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(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最高位除外）。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	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根据这个规律，我们只需要在循环中加入一个判断，每当</a:t>
            </a:r>
            <a:r>
              <a:rPr lang="en-US" altLang="zh-CN" sz="2400" dirty="0" err="1">
                <a:solidFill>
                  <a:srgbClr val="3D5070"/>
                </a:solidFill>
                <a:latin typeface="+mj-ea"/>
                <a:ea typeface="+mj-ea"/>
              </a:rPr>
              <a:t>len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 % 3 == 0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时，输出“</a:t>
            </a:r>
            <a:r>
              <a:rPr lang="en-US" altLang="zh-CN" sz="2400" dirty="0">
                <a:solidFill>
                  <a:srgbClr val="3D5070"/>
                </a:solidFill>
                <a:latin typeface="+mj-ea"/>
                <a:ea typeface="+mj-ea"/>
              </a:rPr>
              <a:t>,</a:t>
            </a:r>
            <a:r>
              <a:rPr lang="zh-CN" altLang="en-US" sz="2400" dirty="0">
                <a:solidFill>
                  <a:srgbClr val="3D5070"/>
                </a:solidFill>
                <a:latin typeface="+mj-ea"/>
                <a:ea typeface="+mj-ea"/>
              </a:rPr>
              <a:t>”即可。</a:t>
            </a:r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endParaRPr lang="en-US" altLang="zh-CN" sz="2400" dirty="0">
              <a:solidFill>
                <a:srgbClr val="3D5070"/>
              </a:solidFill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代码实现：</a:t>
            </a:r>
            <a:endParaRPr lang="en-US" altLang="zh-CN" sz="2800" b="1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9A141F2-0263-4DB0-B50E-CF3CFFDBB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0220"/>
            <a:ext cx="12413719" cy="5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45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0EC856-2305-44EC-9B20-BED11BC85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2468" y="673738"/>
            <a:ext cx="13356125" cy="6184262"/>
          </a:xfrm>
          <a:prstGeom prst="rect">
            <a:avLst/>
          </a:prstGeom>
        </p:spPr>
      </p:pic>
      <p:sp>
        <p:nvSpPr>
          <p:cNvPr id="29" name="文本占位符 2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、千分位格式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97611B-2369-4A12-9250-7CE3F3637494}"/>
              </a:ext>
            </a:extLst>
          </p:cNvPr>
          <p:cNvSpPr txBox="1"/>
          <p:nvPr/>
        </p:nvSpPr>
        <p:spPr>
          <a:xfrm>
            <a:off x="3524230" y="315981"/>
            <a:ext cx="5814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D5070"/>
                </a:solidFill>
                <a:latin typeface="+mj-ea"/>
                <a:ea typeface="+mj-ea"/>
              </a:rPr>
              <a:t>参考代码：</a:t>
            </a:r>
            <a:endParaRPr lang="en-US" altLang="zh-CN" sz="2800" dirty="0">
              <a:solidFill>
                <a:srgbClr val="3D5070"/>
              </a:solidFill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5C99C1-7C22-4ABD-A9B8-A8EF8DB1D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609" y="2538103"/>
            <a:ext cx="13640586" cy="439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04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国风">
      <a:majorFont>
        <a:latin typeface="华文细黑"/>
        <a:ea typeface="方正清刻本悦宋简体"/>
        <a:cs typeface=""/>
      </a:majorFont>
      <a:minorFont>
        <a:latin typeface="华文细黑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</TotalTime>
  <Words>2622</Words>
  <Application>Microsoft Office PowerPoint</Application>
  <PresentationFormat>宽屏</PresentationFormat>
  <Paragraphs>252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方正清刻本悦宋简体</vt:lpstr>
      <vt:lpstr>华文细黑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陈 军宇</cp:lastModifiedBy>
  <cp:revision>118</cp:revision>
  <dcterms:created xsi:type="dcterms:W3CDTF">2016-01-17T06:48:33Z</dcterms:created>
  <dcterms:modified xsi:type="dcterms:W3CDTF">2023-02-15T09:27:34Z</dcterms:modified>
</cp:coreProperties>
</file>