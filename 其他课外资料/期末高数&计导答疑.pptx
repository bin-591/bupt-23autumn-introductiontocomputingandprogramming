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handoutMasters/handoutMaster1.xml" ContentType="application/vnd.openxmlformats-officedocument.presentationml.handoutMaster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370" r:id="rId3"/>
    <p:sldId id="403" r:id="rId5"/>
    <p:sldId id="373" r:id="rId6"/>
    <p:sldId id="410" r:id="rId7"/>
    <p:sldId id="378" r:id="rId8"/>
    <p:sldId id="411" r:id="rId9"/>
    <p:sldId id="412" r:id="rId10"/>
    <p:sldId id="409" r:id="rId11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920" userDrawn="1">
          <p15:clr>
            <a:srgbClr val="A4A3A4"/>
          </p15:clr>
        </p15:guide>
        <p15:guide id="2" orient="horz" pos="257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20399" initials="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9FF1"/>
    <a:srgbClr val="044AFA"/>
    <a:srgbClr val="0366F7"/>
    <a:srgbClr val="0282F4"/>
    <a:srgbClr val="E420E2"/>
    <a:srgbClr val="16E0D9"/>
    <a:srgbClr val="10F6F3"/>
    <a:srgbClr val="00D7EB"/>
    <a:srgbClr val="01BBEE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6" autoAdjust="0"/>
    <p:restoredTop sz="94924" autoAdjust="0"/>
  </p:normalViewPr>
  <p:slideViewPr>
    <p:cSldViewPr snapToGrid="0" showGuides="1">
      <p:cViewPr varScale="1">
        <p:scale>
          <a:sx n="10" d="100"/>
          <a:sy n="10" d="100"/>
        </p:scale>
        <p:origin x="-197" y="2290"/>
      </p:cViewPr>
      <p:guideLst>
        <p:guide pos="3920"/>
        <p:guide orient="horz" pos="25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23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2-28T18:56:04.620" idx="1">
    <p:pos x="10" y="10"/>
    <p:text/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Sans Light" panose="00000400000000000000" charset="-122"/>
              <a:ea typeface="MiSans Heavy" panose="00000A00000000000000" charset="-122"/>
              <a:cs typeface="MiSans Heavy" panose="00000A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MiSans Light" panose="00000400000000000000" charset="-122"/>
                <a:ea typeface="MiSans Heavy" panose="00000A00000000000000" charset="-122"/>
                <a:cs typeface="MiSans Heavy" panose="00000A00000000000000" charset="-122"/>
              </a:rPr>
            </a:fld>
            <a:endParaRPr lang="zh-CN" altLang="en-US">
              <a:latin typeface="MiSans Light" panose="00000400000000000000" charset="-122"/>
              <a:ea typeface="MiSans Heavy" panose="00000A00000000000000" charset="-122"/>
              <a:cs typeface="MiSans Heavy" panose="00000A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Sans Light" panose="00000400000000000000" charset="-122"/>
              <a:ea typeface="MiSans Heavy" panose="00000A00000000000000" charset="-122"/>
              <a:cs typeface="MiSans Heavy" panose="00000A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MiSans Light" panose="00000400000000000000" charset="-122"/>
                <a:ea typeface="MiSans Heavy" panose="00000A00000000000000" charset="-122"/>
                <a:cs typeface="MiSans Heavy" panose="00000A00000000000000" charset="-122"/>
              </a:rPr>
            </a:fld>
            <a:endParaRPr lang="zh-CN" altLang="en-US">
              <a:latin typeface="MiSans Light" panose="00000400000000000000" charset="-122"/>
              <a:ea typeface="MiSans Heavy" panose="00000A00000000000000" charset="-122"/>
              <a:cs typeface="MiSans Heavy" panose="00000A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Sans Light" panose="00000400000000000000" charset="-122"/>
                <a:ea typeface="MiSans Light" panose="00000400000000000000" charset="-122"/>
                <a:cs typeface="MiSans Heavy" panose="00000A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Sans Light" panose="00000400000000000000" charset="-122"/>
                <a:ea typeface="MiSans Light" panose="00000400000000000000" charset="-122"/>
                <a:cs typeface="MiSans Heavy" panose="00000A00000000000000" charset="-122"/>
              </a:defRPr>
            </a:lvl1pPr>
          </a:lstStyle>
          <a:p>
            <a:fld id="{88B30F0F-2FCE-41B7-BA44-BA2C5115099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Sans Light" panose="00000400000000000000" charset="-122"/>
                <a:ea typeface="MiSans Light" panose="00000400000000000000" charset="-122"/>
                <a:cs typeface="MiSans Heavy" panose="00000A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Sans Light" panose="00000400000000000000" charset="-122"/>
                <a:ea typeface="MiSans Light" panose="00000400000000000000" charset="-122"/>
                <a:cs typeface="MiSans Heavy" panose="00000A00000000000000" charset="-122"/>
              </a:defRPr>
            </a:lvl1pPr>
          </a:lstStyle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Sans Light" panose="00000400000000000000" charset="-122"/>
        <a:ea typeface="MiSans Light" panose="00000400000000000000" charset="-122"/>
        <a:cs typeface="MiSans Heavy" panose="00000A00000000000000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Sans Light" panose="00000400000000000000" charset="-122"/>
        <a:ea typeface="MiSans Light" panose="00000400000000000000" charset="-122"/>
        <a:cs typeface="MiSans Heavy" panose="00000A00000000000000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Sans Light" panose="00000400000000000000" charset="-122"/>
        <a:ea typeface="MiSans Light" panose="00000400000000000000" charset="-122"/>
        <a:cs typeface="MiSans Heavy" panose="00000A00000000000000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Sans Light" panose="00000400000000000000" charset="-122"/>
        <a:ea typeface="MiSans Light" panose="00000400000000000000" charset="-122"/>
        <a:cs typeface="MiSans Heavy" panose="00000A00000000000000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Sans Light" panose="00000400000000000000" charset="-122"/>
        <a:ea typeface="MiSans Light" panose="00000400000000000000" charset="-122"/>
        <a:cs typeface="MiSans Heavy" panose="00000A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image" Target="../media/image1.jpeg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image" Target="../media/image1.jpeg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image" Target="../media/image3.svg"/><Relationship Id="rId6" Type="http://schemas.openxmlformats.org/officeDocument/2006/relationships/image" Target="../media/image2.png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image" Target="../media/image1.jpeg"/><Relationship Id="rId2" Type="http://schemas.openxmlformats.org/officeDocument/2006/relationships/tags" Target="../tags/tag22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image" Target="../media/image1.jpeg"/><Relationship Id="rId2" Type="http://schemas.openxmlformats.org/officeDocument/2006/relationships/tags" Target="../tags/tag31.xml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image" Target="../media/image1.jpeg"/><Relationship Id="rId2" Type="http://schemas.openxmlformats.org/officeDocument/2006/relationships/tags" Target="../tags/tag39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image" Target="../media/image1.jpeg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image" Target="../media/image1.jpeg"/><Relationship Id="rId2" Type="http://schemas.openxmlformats.org/officeDocument/2006/relationships/tags" Target="../tags/tag55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image" Target="../media/image1.jpeg"/><Relationship Id="rId2" Type="http://schemas.openxmlformats.org/officeDocument/2006/relationships/tags" Target="../tags/tag5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image" Target="../media/image1.jpeg"/><Relationship Id="rId2" Type="http://schemas.openxmlformats.org/officeDocument/2006/relationships/tags" Target="../tags/tag6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image" Target="../media/image1.jpeg"/><Relationship Id="rId2" Type="http://schemas.openxmlformats.org/officeDocument/2006/relationships/tags" Target="../tags/tag71.xml"/><Relationship Id="rId10" Type="http://schemas.openxmlformats.org/officeDocument/2006/relationships/tags" Target="../tags/tag78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VCG41N1410470348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" r="83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12" name="直接连接符 11"/>
          <p:cNvCxnSpPr/>
          <p:nvPr>
            <p:custDataLst>
              <p:tags r:id="rId4"/>
            </p:custDataLst>
          </p:nvPr>
        </p:nvCxnSpPr>
        <p:spPr>
          <a:xfrm>
            <a:off x="1850886" y="1131036"/>
            <a:ext cx="0" cy="161365"/>
          </a:xfrm>
          <a:prstGeom prst="line">
            <a:avLst/>
          </a:prstGeom>
          <a:ln>
            <a:solidFill>
              <a:schemeClr val="l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5"/>
            </p:custDataLst>
          </p:nvPr>
        </p:nvSpPr>
        <p:spPr>
          <a:xfrm>
            <a:off x="904875" y="3999865"/>
            <a:ext cx="2019300" cy="48387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effectLst/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6"/>
            </p:custDataLst>
          </p:nvPr>
        </p:nvSpPr>
        <p:spPr>
          <a:xfrm>
            <a:off x="904875" y="2458720"/>
            <a:ext cx="7571105" cy="118999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7" name="正文"/>
          <p:cNvSpPr txBox="1">
            <a:spLocks noGrp="1"/>
          </p:cNvSpPr>
          <p:nvPr>
            <p:ph type="body" idx="1" hasCustomPrompt="1"/>
            <p:custDataLst>
              <p:tags r:id="rId7"/>
            </p:custDataLst>
          </p:nvPr>
        </p:nvSpPr>
        <p:spPr>
          <a:xfrm>
            <a:off x="904875" y="1689735"/>
            <a:ext cx="7571105" cy="638175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24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 err="1">
                <a:sym typeface="+mn-ea"/>
              </a:rPr>
              <a:t>单击此处编辑母版副标题样式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A-图片 4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PA-正文"/>
          <p:cNvSpPr txBox="1">
            <a:spLocks noGrp="1"/>
          </p:cNvSpPr>
          <p:nvPr>
            <p:ph idx="3"/>
            <p:custDataLst>
              <p:tags r:id="rId4"/>
            </p:custDataLst>
          </p:nvPr>
        </p:nvSpPr>
        <p:spPr>
          <a:xfrm>
            <a:off x="608330" y="1221740"/>
            <a:ext cx="10968990" cy="502793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Heavy" panose="00000A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8" name="PA-标题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xfrm>
            <a:off x="869315" y="523875"/>
            <a:ext cx="10708005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PA-矩形 1"/>
          <p:cNvSpPr/>
          <p:nvPr>
            <p:custDataLst>
              <p:tags r:id="rId6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798830" y="523875"/>
            <a:ext cx="1866265" cy="342900"/>
          </a:xfrm>
          <a:prstGeom prst="rect">
            <a:avLst/>
          </a:prstGeom>
          <a:noFill/>
        </p:spPr>
        <p:txBody>
          <a:bodyPr vert="horz" wrap="square" lIns="10795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18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 err="1">
                <a:sym typeface="+mn-ea"/>
              </a:rPr>
              <a:t>单击编辑副标题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798830" y="866775"/>
            <a:ext cx="1866265" cy="105981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" r="83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12" name="直接连接符 11"/>
          <p:cNvCxnSpPr/>
          <p:nvPr>
            <p:custDataLst>
              <p:tags r:id="rId4"/>
            </p:custDataLst>
          </p:nvPr>
        </p:nvCxnSpPr>
        <p:spPr>
          <a:xfrm>
            <a:off x="1633716" y="1346936"/>
            <a:ext cx="0" cy="161365"/>
          </a:xfrm>
          <a:prstGeom prst="line">
            <a:avLst/>
          </a:prstGeom>
          <a:ln>
            <a:solidFill>
              <a:schemeClr val="l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图形 5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308915" y="6143342"/>
            <a:ext cx="187891" cy="187891"/>
          </a:xfrm>
          <a:prstGeom prst="rect">
            <a:avLst/>
          </a:prstGeom>
        </p:spPr>
      </p:pic>
      <p:cxnSp>
        <p:nvCxnSpPr>
          <p:cNvPr id="9" name="直接连接符 8"/>
          <p:cNvCxnSpPr/>
          <p:nvPr>
            <p:custDataLst>
              <p:tags r:id="rId8"/>
            </p:custDataLst>
          </p:nvPr>
        </p:nvCxnSpPr>
        <p:spPr>
          <a:xfrm>
            <a:off x="857760" y="4520059"/>
            <a:ext cx="57690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9"/>
            </p:custDataLst>
          </p:nvPr>
        </p:nvSpPr>
        <p:spPr>
          <a:xfrm>
            <a:off x="857885" y="1802130"/>
            <a:ext cx="6318885" cy="52197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 err="1">
                <a:sym typeface="+mn-ea"/>
              </a:rPr>
              <a:t>编辑节编号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0"/>
            </p:custDataLst>
          </p:nvPr>
        </p:nvSpPr>
        <p:spPr>
          <a:xfrm>
            <a:off x="857250" y="2505075"/>
            <a:ext cx="6318885" cy="157289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标题"/>
          <p:cNvSpPr txBox="1">
            <a:spLocks noGrp="1"/>
          </p:cNvSpPr>
          <p:nvPr>
            <p:ph type="title" idx="4"/>
            <p:custDataLst>
              <p:tags r:id="rId4"/>
            </p:custDataLst>
          </p:nvPr>
        </p:nvSpPr>
        <p:spPr>
          <a:xfrm>
            <a:off x="869315" y="523875"/>
            <a:ext cx="10708005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9" name="正文"/>
          <p:cNvSpPr txBox="1">
            <a:spLocks noGrp="1"/>
          </p:cNvSpPr>
          <p:nvPr>
            <p:ph idx="2"/>
            <p:custDataLst>
              <p:tags r:id="rId6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idx="1"/>
            <p:custDataLst>
              <p:tags r:id="rId7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标题"/>
          <p:cNvSpPr txBox="1">
            <a:spLocks noGrp="1"/>
          </p:cNvSpPr>
          <p:nvPr>
            <p:ph type="title" idx="6"/>
            <p:custDataLst>
              <p:tags r:id="rId4"/>
            </p:custDataLst>
          </p:nvPr>
        </p:nvSpPr>
        <p:spPr>
          <a:xfrm>
            <a:off x="6235065" y="1354455"/>
            <a:ext cx="5342255" cy="4749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Heavy" panose="00000A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5"/>
            </p:custDataLst>
          </p:nvPr>
        </p:nvSpPr>
        <p:spPr>
          <a:xfrm>
            <a:off x="608330" y="1354455"/>
            <a:ext cx="5342255" cy="4749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Heavy" panose="00000A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4"/>
            <p:custDataLst>
              <p:tags r:id="rId6"/>
            </p:custDataLst>
          </p:nvPr>
        </p:nvSpPr>
        <p:spPr>
          <a:xfrm>
            <a:off x="869315" y="523875"/>
            <a:ext cx="10708005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2" name="矩形 11"/>
          <p:cNvSpPr/>
          <p:nvPr>
            <p:custDataLst>
              <p:tags r:id="rId7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11" name="正文"/>
          <p:cNvSpPr txBox="1">
            <a:spLocks noGrp="1"/>
          </p:cNvSpPr>
          <p:nvPr>
            <p:ph idx="2"/>
            <p:custDataLst>
              <p:tags r:id="rId8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0" name="正文"/>
          <p:cNvSpPr txBox="1">
            <a:spLocks noGrp="1"/>
          </p:cNvSpPr>
          <p:nvPr>
            <p:ph idx="1"/>
            <p:custDataLst>
              <p:tags r:id="rId9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标题"/>
          <p:cNvSpPr txBox="1">
            <a:spLocks noGrp="1"/>
          </p:cNvSpPr>
          <p:nvPr>
            <p:ph type="title" idx="2"/>
            <p:custDataLst>
              <p:tags r:id="rId4"/>
            </p:custDataLst>
          </p:nvPr>
        </p:nvSpPr>
        <p:spPr>
          <a:xfrm>
            <a:off x="869315" y="523875"/>
            <a:ext cx="10708005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正文"/>
          <p:cNvSpPr txBox="1"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608330" y="608330"/>
            <a:ext cx="10968990" cy="56483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副标题"/>
          <p:cNvSpPr txBox="1">
            <a:spLocks noGrp="1"/>
          </p:cNvSpPr>
          <p:nvPr>
            <p:ph type="body" idx="3" hasCustomPrompt="1"/>
            <p:custDataLst>
              <p:tags r:id="rId4"/>
            </p:custDataLst>
          </p:nvPr>
        </p:nvSpPr>
        <p:spPr>
          <a:xfrm>
            <a:off x="869315" y="1195705"/>
            <a:ext cx="10707370" cy="42545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3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</a:defRPr>
            </a:lvl1pPr>
          </a:lstStyle>
          <a:p>
            <a:pPr lvl="0" algn="l"/>
            <a:r>
              <a:rPr dirty="0">
                <a:sym typeface="+mn-ea"/>
              </a:rPr>
              <a:t>单击此处编辑母版副标题样式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xfrm>
            <a:off x="869315" y="523875"/>
            <a:ext cx="10708005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VCG41N1410470348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" r="83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12" name="直接连接符 11"/>
          <p:cNvCxnSpPr/>
          <p:nvPr>
            <p:custDataLst>
              <p:tags r:id="rId4"/>
            </p:custDataLst>
          </p:nvPr>
        </p:nvCxnSpPr>
        <p:spPr>
          <a:xfrm>
            <a:off x="1850886" y="1096111"/>
            <a:ext cx="0" cy="161365"/>
          </a:xfrm>
          <a:prstGeom prst="line">
            <a:avLst/>
          </a:prstGeom>
          <a:ln>
            <a:solidFill>
              <a:schemeClr val="l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>
            <p:custDataLst>
              <p:tags r:id="rId5"/>
            </p:custDataLst>
          </p:nvPr>
        </p:nvCxnSpPr>
        <p:spPr>
          <a:xfrm>
            <a:off x="1850886" y="1131036"/>
            <a:ext cx="0" cy="161365"/>
          </a:xfrm>
          <a:prstGeom prst="line">
            <a:avLst/>
          </a:prstGeom>
          <a:ln>
            <a:solidFill>
              <a:schemeClr val="l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6"/>
            </p:custDataLst>
          </p:nvPr>
        </p:nvSpPr>
        <p:spPr>
          <a:xfrm>
            <a:off x="904875" y="1714500"/>
            <a:ext cx="7571105" cy="193421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7"/>
            </p:custDataLst>
          </p:nvPr>
        </p:nvSpPr>
        <p:spPr>
          <a:xfrm>
            <a:off x="904875" y="3999865"/>
            <a:ext cx="2019300" cy="48387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effectLst/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sym typeface="+mn-ea"/>
              </a:rPr>
              <a:t>单击此处编辑文本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tags" Target="../tags/tag86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85.xml"/><Relationship Id="rId18" Type="http://schemas.openxmlformats.org/officeDocument/2006/relationships/tags" Target="../tags/tag84.xml"/><Relationship Id="rId17" Type="http://schemas.openxmlformats.org/officeDocument/2006/relationships/tags" Target="../tags/tag83.xml"/><Relationship Id="rId16" Type="http://schemas.openxmlformats.org/officeDocument/2006/relationships/tags" Target="../tags/tag82.xml"/><Relationship Id="rId15" Type="http://schemas.openxmlformats.org/officeDocument/2006/relationships/tags" Target="../tags/tag81.xml"/><Relationship Id="rId14" Type="http://schemas.openxmlformats.org/officeDocument/2006/relationships/tags" Target="../tags/tag80.xml"/><Relationship Id="rId13" Type="http://schemas.openxmlformats.org/officeDocument/2006/relationships/image" Target="../media/image1.jpeg"/><Relationship Id="rId12" Type="http://schemas.openxmlformats.org/officeDocument/2006/relationships/tags" Target="../tags/tag79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雪地上&#10;&#10;中度可信度描述已自动生成"/>
          <p:cNvPicPr>
            <a:picLocks noChangeAspect="1"/>
          </p:cNvPicPr>
          <p:nvPr>
            <p:custDataLst>
              <p:tags r:id="rId12"/>
            </p:custDataLst>
          </p:nvPr>
        </p:nvPicPr>
        <p:blipFill rotWithShape="1">
          <a:blip r:embed="rId1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矩形 7"/>
          <p:cNvSpPr/>
          <p:nvPr>
            <p:custDataLst>
              <p:tags r:id="rId14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869314" y="1333850"/>
            <a:ext cx="10708006" cy="4843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标题占位符 8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869313" y="478972"/>
            <a:ext cx="10744201" cy="675492"/>
          </a:xfrm>
          <a:prstGeom prst="rect">
            <a:avLst/>
          </a:prstGeom>
          <a:noFill/>
        </p:spPr>
        <p:txBody>
          <a:bodyPr vert="horz" wrap="square" lIns="91440" tIns="0" rIns="91440" bIns="0" rtlCol="0" anchor="b" anchorCtr="0">
            <a:normAutofit/>
          </a:bodyPr>
          <a:lstStyle/>
          <a:p>
            <a:pPr marL="0" marR="0" lvl="0" fontAlgn="auto">
              <a:lnSpc>
                <a:spcPct val="100000"/>
              </a:lnSpc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zh-CN" altLang="en-US" sz="3200" b="1" i="0" u="none" strike="noStrike" kern="1200" cap="none" spc="0" normalizeH="0" baseline="0" dirty="0" smtClean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zh-CN" altLang="en-US" sz="1800" b="0" i="0" u="none" strike="noStrike" kern="1200" cap="none" spc="150" normalizeH="0" baseline="0" noProof="1" dirty="0" smtClean="0">
          <a:ln>
            <a:noFill/>
            <a:prstDash val="sysDot"/>
          </a:ln>
          <a:solidFill>
            <a:schemeClr val="tx1">
              <a:lumMod val="75000"/>
              <a:lumOff val="25000"/>
            </a:schemeClr>
          </a:solidFill>
          <a:uFillTx/>
          <a:latin typeface="+mn-ea"/>
          <a:ea typeface="+mn-ea"/>
          <a:cs typeface="+mn-cs"/>
          <a:sym typeface="+mn-ea"/>
        </a:defRPr>
      </a:lvl1pPr>
      <a:lvl2pPr marL="6858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 smtClean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2pPr>
      <a:lvl3pPr marL="11430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 smtClean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3pPr>
      <a:lvl4pPr marL="16002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 smtClean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4pPr>
      <a:lvl5pPr marL="20574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9" Type="http://schemas.openxmlformats.org/officeDocument/2006/relationships/notesSlide" Target="../notesSlides/notesSlide2.xml"/><Relationship Id="rId18" Type="http://schemas.openxmlformats.org/officeDocument/2006/relationships/slideLayout" Target="../slideLayouts/slideLayout3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tags" Target="../tags/tag9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1.xml"/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110.xml"/><Relationship Id="rId4" Type="http://schemas.openxmlformats.org/officeDocument/2006/relationships/image" Target="../media/image5.png"/><Relationship Id="rId3" Type="http://schemas.openxmlformats.org/officeDocument/2006/relationships/tags" Target="../tags/tag109.xml"/><Relationship Id="rId2" Type="http://schemas.openxmlformats.org/officeDocument/2006/relationships/image" Target="../media/image4.png"/><Relationship Id="rId1" Type="http://schemas.openxmlformats.org/officeDocument/2006/relationships/tags" Target="../tags/tag108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2.xml"/><Relationship Id="rId2" Type="http://schemas.openxmlformats.org/officeDocument/2006/relationships/image" Target="../media/image6.png"/><Relationship Id="rId1" Type="http://schemas.openxmlformats.org/officeDocument/2006/relationships/tags" Target="../tags/tag111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16.xml"/><Relationship Id="rId4" Type="http://schemas.openxmlformats.org/officeDocument/2006/relationships/image" Target="../media/image7.png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8.xml"/><Relationship Id="rId2" Type="http://schemas.openxmlformats.org/officeDocument/2006/relationships/image" Target="../media/image8.png"/><Relationship Id="rId1" Type="http://schemas.openxmlformats.org/officeDocument/2006/relationships/tags" Target="../tags/tag1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9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1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汇报人：</a:t>
            </a:r>
            <a:r>
              <a:rPr lang="en-US" altLang="zh-CN"/>
              <a:t>WPS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t>期末高数</a:t>
            </a:r>
            <a:r>
              <a:rPr lang="en-US" altLang="zh-CN"/>
              <a:t>&amp;</a:t>
            </a:r>
            <a:r>
              <a:t>计导</a:t>
            </a:r>
            <a:r>
              <a:t>讲解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Simple &amp; Creative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目录</a:t>
            </a:r>
            <a:endParaRPr lang="zh-CN" altLang="en-US"/>
          </a:p>
        </p:txBody>
      </p:sp>
      <p:cxnSp>
        <p:nvCxnSpPr>
          <p:cNvPr id="50" name="直接连接符 49"/>
          <p:cNvCxnSpPr/>
          <p:nvPr>
            <p:custDataLst>
              <p:tags r:id="rId3"/>
            </p:custDataLst>
          </p:nvPr>
        </p:nvCxnSpPr>
        <p:spPr>
          <a:xfrm>
            <a:off x="885825" y="3282950"/>
            <a:ext cx="1880870" cy="0"/>
          </a:xfrm>
          <a:prstGeom prst="line">
            <a:avLst/>
          </a:prstGeom>
          <a:ln w="952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>
            <p:custDataLst>
              <p:tags r:id="rId4"/>
            </p:custDataLst>
          </p:nvPr>
        </p:nvCxnSpPr>
        <p:spPr>
          <a:xfrm>
            <a:off x="885825" y="3282950"/>
            <a:ext cx="32448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序号"/>
          <p:cNvSpPr txBox="1"/>
          <p:nvPr>
            <p:custDataLst>
              <p:tags r:id="rId5"/>
            </p:custDataLst>
          </p:nvPr>
        </p:nvSpPr>
        <p:spPr>
          <a:xfrm>
            <a:off x="885825" y="2692400"/>
            <a:ext cx="909955" cy="4826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000" dirty="0">
                <a:solidFill>
                  <a:schemeClr val="accent1"/>
                </a:solidFill>
                <a:latin typeface="+mj-lt"/>
                <a:ea typeface="+mj-ea"/>
                <a:cs typeface="MiSans Heavy" panose="00000A00000000000000" charset="-122"/>
                <a:sym typeface="+mn-ea"/>
              </a:rPr>
              <a:t>01.</a:t>
            </a:r>
            <a:endParaRPr lang="en-US" altLang="zh-CN" sz="2000" dirty="0">
              <a:solidFill>
                <a:schemeClr val="accent1"/>
              </a:solidFill>
              <a:latin typeface="+mj-lt"/>
              <a:ea typeface="+mj-ea"/>
              <a:cs typeface="MiSans Heavy" panose="00000A00000000000000" charset="-122"/>
              <a:sym typeface="+mn-ea"/>
            </a:endParaRPr>
          </a:p>
        </p:txBody>
      </p:sp>
      <p:sp>
        <p:nvSpPr>
          <p:cNvPr id="23" name="标题"/>
          <p:cNvSpPr txBox="1"/>
          <p:nvPr>
            <p:custDataLst>
              <p:tags r:id="rId6"/>
            </p:custDataLst>
          </p:nvPr>
        </p:nvSpPr>
        <p:spPr>
          <a:xfrm>
            <a:off x="885825" y="3507105"/>
            <a:ext cx="2362200" cy="186944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400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rPr>
              <a:t>玩游戏二分算法与趋近算法</a:t>
            </a:r>
            <a:r>
              <a:rPr lang="zh-CN" altLang="en-US" sz="2400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rPr>
              <a:t>分析</a:t>
            </a:r>
            <a:endParaRPr lang="zh-CN" altLang="en-US" sz="2400" dirty="0">
              <a:solidFill>
                <a:schemeClr val="accent1"/>
              </a:solidFill>
              <a:latin typeface="+mj-ea"/>
              <a:ea typeface="+mj-ea"/>
              <a:cs typeface="MiSans Heavy" panose="00000A00000000000000" charset="-122"/>
              <a:sym typeface="+mn-ea"/>
            </a:endParaRPr>
          </a:p>
        </p:txBody>
      </p:sp>
      <p:cxnSp>
        <p:nvCxnSpPr>
          <p:cNvPr id="16" name="直接连接符 15"/>
          <p:cNvCxnSpPr/>
          <p:nvPr>
            <p:custDataLst>
              <p:tags r:id="rId7"/>
            </p:custDataLst>
          </p:nvPr>
        </p:nvCxnSpPr>
        <p:spPr>
          <a:xfrm>
            <a:off x="3739515" y="3282950"/>
            <a:ext cx="1880870" cy="0"/>
          </a:xfrm>
          <a:prstGeom prst="line">
            <a:avLst/>
          </a:prstGeom>
          <a:ln w="952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8"/>
            </p:custDataLst>
          </p:nvPr>
        </p:nvCxnSpPr>
        <p:spPr>
          <a:xfrm>
            <a:off x="3739515" y="3282950"/>
            <a:ext cx="32448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序号"/>
          <p:cNvSpPr txBox="1"/>
          <p:nvPr>
            <p:custDataLst>
              <p:tags r:id="rId9"/>
            </p:custDataLst>
          </p:nvPr>
        </p:nvSpPr>
        <p:spPr>
          <a:xfrm>
            <a:off x="3739515" y="2692400"/>
            <a:ext cx="909955" cy="4826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000" dirty="0">
                <a:solidFill>
                  <a:schemeClr val="accent1"/>
                </a:solidFill>
                <a:latin typeface="+mj-lt"/>
                <a:ea typeface="+mj-ea"/>
                <a:cs typeface="MiSans Heavy" panose="00000A00000000000000" charset="-122"/>
                <a:sym typeface="+mn-ea"/>
              </a:rPr>
              <a:t>02.</a:t>
            </a:r>
            <a:endParaRPr lang="en-US" altLang="zh-CN" sz="2000" dirty="0">
              <a:solidFill>
                <a:schemeClr val="accent1"/>
              </a:solidFill>
              <a:latin typeface="+mj-lt"/>
              <a:ea typeface="+mj-ea"/>
              <a:cs typeface="MiSans Heavy" panose="00000A00000000000000" charset="-122"/>
              <a:sym typeface="+mn-ea"/>
            </a:endParaRPr>
          </a:p>
        </p:txBody>
      </p:sp>
      <p:sp>
        <p:nvSpPr>
          <p:cNvPr id="33" name="标题"/>
          <p:cNvSpPr txBox="1"/>
          <p:nvPr>
            <p:custDataLst>
              <p:tags r:id="rId10"/>
            </p:custDataLst>
          </p:nvPr>
        </p:nvSpPr>
        <p:spPr>
          <a:xfrm>
            <a:off x="3739515" y="3507105"/>
            <a:ext cx="2362200" cy="186944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400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rPr>
              <a:t>PTA</a:t>
            </a:r>
            <a:r>
              <a:rPr lang="zh-CN" altLang="en-US" sz="2400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rPr>
              <a:t>题型</a:t>
            </a:r>
            <a:r>
              <a:rPr lang="zh-CN" altLang="en-US" sz="2400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rPr>
              <a:t>讲解</a:t>
            </a:r>
            <a:endParaRPr lang="zh-CN" altLang="en-US" sz="2400" dirty="0">
              <a:solidFill>
                <a:schemeClr val="accent1"/>
              </a:solidFill>
              <a:latin typeface="+mj-ea"/>
              <a:ea typeface="+mj-ea"/>
              <a:cs typeface="MiSans Heavy" panose="00000A00000000000000" charset="-122"/>
              <a:sym typeface="+mn-ea"/>
            </a:endParaRPr>
          </a:p>
        </p:txBody>
      </p:sp>
      <p:sp>
        <p:nvSpPr>
          <p:cNvPr id="41" name="序号"/>
          <p:cNvSpPr txBox="1"/>
          <p:nvPr>
            <p:custDataLst>
              <p:tags r:id="rId11"/>
            </p:custDataLst>
          </p:nvPr>
        </p:nvSpPr>
        <p:spPr>
          <a:xfrm>
            <a:off x="9446895" y="2692400"/>
            <a:ext cx="909955" cy="4826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endParaRPr lang="en-US" altLang="zh-CN" sz="2000" dirty="0">
              <a:solidFill>
                <a:schemeClr val="accent1"/>
              </a:solidFill>
              <a:latin typeface="+mj-lt"/>
              <a:ea typeface="+mj-ea"/>
              <a:cs typeface="MiSans Heavy" panose="00000A00000000000000" charset="-122"/>
              <a:sym typeface="+mn-ea"/>
            </a:endParaRPr>
          </a:p>
        </p:txBody>
      </p:sp>
      <p:sp>
        <p:nvSpPr>
          <p:cNvPr id="54" name="标题"/>
          <p:cNvSpPr txBox="1"/>
          <p:nvPr>
            <p:custDataLst>
              <p:tags r:id="rId12"/>
            </p:custDataLst>
          </p:nvPr>
        </p:nvSpPr>
        <p:spPr>
          <a:xfrm>
            <a:off x="9446895" y="3459480"/>
            <a:ext cx="2362200" cy="186944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lvl="0" algn="l">
              <a:buClrTx/>
              <a:buSzTx/>
              <a:buFontTx/>
            </a:pPr>
            <a:endParaRPr lang="zh-CN" altLang="en-US" sz="2400" dirty="0">
              <a:solidFill>
                <a:schemeClr val="accent1"/>
              </a:solidFill>
              <a:latin typeface="+mj-ea"/>
              <a:ea typeface="+mj-ea"/>
              <a:cs typeface="MiSans Heavy" panose="0000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zh-CN" altLang="en-US" sz="2400" dirty="0">
              <a:solidFill>
                <a:schemeClr val="accent1"/>
              </a:solidFill>
              <a:latin typeface="+mj-ea"/>
              <a:ea typeface="+mj-ea"/>
              <a:cs typeface="MiSans Heavy" panose="00000A00000000000000" charset="-122"/>
              <a:sym typeface="+mn-ea"/>
            </a:endParaRPr>
          </a:p>
        </p:txBody>
      </p:sp>
      <p:cxnSp>
        <p:nvCxnSpPr>
          <p:cNvPr id="57" name="直接连接符 56"/>
          <p:cNvCxnSpPr/>
          <p:nvPr>
            <p:custDataLst>
              <p:tags r:id="rId13"/>
            </p:custDataLst>
          </p:nvPr>
        </p:nvCxnSpPr>
        <p:spPr>
          <a:xfrm>
            <a:off x="6593205" y="3282950"/>
            <a:ext cx="1880870" cy="0"/>
          </a:xfrm>
          <a:prstGeom prst="line">
            <a:avLst/>
          </a:prstGeom>
          <a:ln w="952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>
            <p:custDataLst>
              <p:tags r:id="rId14"/>
            </p:custDataLst>
          </p:nvPr>
        </p:nvCxnSpPr>
        <p:spPr>
          <a:xfrm>
            <a:off x="6593205" y="3282950"/>
            <a:ext cx="32448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序号"/>
          <p:cNvSpPr txBox="1"/>
          <p:nvPr>
            <p:custDataLst>
              <p:tags r:id="rId15"/>
            </p:custDataLst>
          </p:nvPr>
        </p:nvSpPr>
        <p:spPr>
          <a:xfrm>
            <a:off x="6593205" y="2692400"/>
            <a:ext cx="909955" cy="4826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000" dirty="0">
                <a:solidFill>
                  <a:schemeClr val="accent1"/>
                </a:solidFill>
                <a:latin typeface="+mj-lt"/>
                <a:ea typeface="+mj-ea"/>
                <a:cs typeface="MiSans Heavy" panose="00000A00000000000000" charset="-122"/>
                <a:sym typeface="+mn-ea"/>
              </a:rPr>
              <a:t>03.</a:t>
            </a:r>
            <a:endParaRPr lang="en-US" altLang="zh-CN" sz="2000" dirty="0">
              <a:solidFill>
                <a:schemeClr val="accent1"/>
              </a:solidFill>
              <a:latin typeface="+mj-lt"/>
              <a:ea typeface="+mj-ea"/>
              <a:cs typeface="MiSans Heavy" panose="00000A00000000000000" charset="-122"/>
              <a:sym typeface="+mn-ea"/>
            </a:endParaRPr>
          </a:p>
        </p:txBody>
      </p:sp>
      <p:sp>
        <p:nvSpPr>
          <p:cNvPr id="61" name="标题"/>
          <p:cNvSpPr txBox="1"/>
          <p:nvPr>
            <p:custDataLst>
              <p:tags r:id="rId16"/>
            </p:custDataLst>
          </p:nvPr>
        </p:nvSpPr>
        <p:spPr>
          <a:xfrm>
            <a:off x="6593205" y="3507105"/>
            <a:ext cx="2362200" cy="186944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400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rPr>
              <a:t>高等数学三四章题型归类及总结</a:t>
            </a:r>
            <a:endParaRPr lang="zh-CN" altLang="en-US" sz="2400" dirty="0">
              <a:solidFill>
                <a:schemeClr val="accent1"/>
              </a:solidFill>
              <a:latin typeface="+mj-ea"/>
              <a:ea typeface="+mj-ea"/>
              <a:cs typeface="MiSans Heavy" panose="00000A00000000000000" charset="-122"/>
              <a:sym typeface="+mn-ea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>
          <a:xfrm flipH="1" flipV="1">
            <a:off x="-107315" y="2324100"/>
            <a:ext cx="965200" cy="128270"/>
          </a:xfrm>
        </p:spPr>
        <p:txBody>
          <a:bodyPr>
            <a:normAutofit fontScale="25000"/>
          </a:bodyPr>
          <a:lstStyle/>
          <a:p>
            <a:r>
              <a:t>Part One</a:t>
            </a:r>
          </a:p>
        </p:txBody>
      </p:sp>
      <p:pic>
        <p:nvPicPr>
          <p:cNvPr id="5" name="图片 4" descr="屏幕截图 2023-12-28 163406"/>
          <p:cNvPicPr>
            <a:picLocks noChangeAspect="1"/>
          </p:cNvPicPr>
          <p:nvPr/>
        </p:nvPicPr>
        <p:blipFill>
          <a:blip r:embed="rId2"/>
          <a:srcRect r="20374"/>
          <a:stretch>
            <a:fillRect/>
          </a:stretch>
        </p:blipFill>
        <p:spPr>
          <a:xfrm>
            <a:off x="6440805" y="0"/>
            <a:ext cx="5601970" cy="68662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r="2956"/>
          <a:stretch>
            <a:fillRect/>
          </a:stretch>
        </p:blipFill>
        <p:spPr>
          <a:xfrm>
            <a:off x="0" y="1627505"/>
            <a:ext cx="6482715" cy="50419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5575" y="494030"/>
            <a:ext cx="3199130" cy="930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zh-CN" altLang="en-US" sz="3200" b="1" smtClean="0">
                <a:solidFill>
                  <a:schemeClr val="accent1"/>
                </a:solidFill>
                <a:latin typeface="+mj-lt"/>
                <a:ea typeface="+mj-ea"/>
                <a:cs typeface="MiSans Heavy" panose="00000A00000000000000" charset="-122"/>
              </a:rPr>
              <a:t>二分算法</a:t>
            </a:r>
            <a:endParaRPr lang="zh-CN" altLang="en-US" sz="3200" b="1" smtClean="0">
              <a:solidFill>
                <a:schemeClr val="accent1"/>
              </a:solidFill>
              <a:latin typeface="+mj-lt"/>
              <a:ea typeface="+mj-ea"/>
              <a:cs typeface="MiSans Heavy" panose="00000A00000000000000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内容占位符 4"/>
          <p:cNvPicPr>
            <a:picLocks noChangeAspect="1"/>
          </p:cNvPicPr>
          <p:nvPr>
            <p:ph idx="3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33400" y="1249045"/>
            <a:ext cx="10968990" cy="4878705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zh-CN" altLang="en-US"/>
              <a:t>趋近算法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3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单击此处添加文本</a:t>
            </a:r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>
                <a:sym typeface="+mn-ea"/>
              </a:rPr>
              <a:t>PTA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r="4488"/>
          <a:stretch>
            <a:fillRect/>
          </a:stretch>
        </p:blipFill>
        <p:spPr>
          <a:xfrm>
            <a:off x="318135" y="1005205"/>
            <a:ext cx="11810365" cy="56007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139690" y="144145"/>
            <a:ext cx="1816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/>
          </a:p>
        </p:txBody>
      </p:sp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3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232535"/>
            <a:ext cx="12209145" cy="406273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>
            <a:normAutofit/>
          </a:bodyPr>
          <a:p>
            <a:r>
              <a:t>双变量遍历</a:t>
            </a:r>
            <a:r>
              <a:t>两数组</a:t>
            </a: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zh-CN" altLang="en-US"/>
              <a:t>高数</a:t>
            </a:r>
            <a:r>
              <a:rPr lang="zh-CN" altLang="en-US"/>
              <a:t>有解</a:t>
            </a:r>
            <a:endParaRPr lang="zh-CN" altLang="en-US"/>
          </a:p>
        </p:txBody>
      </p:sp>
      <p:pic>
        <p:nvPicPr>
          <p:cNvPr id="8" name="内容占位符 7"/>
          <p:cNvPicPr>
            <a:picLocks noChangeAspect="1"/>
          </p:cNvPicPr>
          <p:nvPr>
            <p:ph idx="3"/>
          </p:nvPr>
        </p:nvPicPr>
        <p:blipFill>
          <a:blip r:embed="rId1"/>
          <a:srcRect t="16341" b="15093"/>
          <a:stretch>
            <a:fillRect/>
          </a:stretch>
        </p:blipFill>
        <p:spPr>
          <a:xfrm>
            <a:off x="2908300" y="-2424430"/>
            <a:ext cx="7353300" cy="109124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 dirty="0"/>
              <a:t>that's all</a:t>
            </a:r>
            <a:endParaRPr lang="en-US" alt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10800,&quot;width&quot;:19200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LINE_FORE_SCHEMECOLOR_INDEX_BRIGHTNESS" val="0"/>
  <p:tag name="KSO_WM_UNIT_LINE_FORE_SCHEMECOLOR_INDEX" val="14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5.xml><?xml version="1.0" encoding="utf-8"?>
<p:tagLst xmlns:p="http://schemas.openxmlformats.org/presentationml/2006/main">
  <p:tag name="KSO_WM_UNIT_PRESET_TEXT" val="Simple &amp; Creative"/>
  <p:tag name="KSO_WM_UNIT_NOCLEAR" val="0"/>
  <p:tag name="KSO_WM_UNIT_VALUE" val="48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2*i*1"/>
  <p:tag name="KSO_WM_UNIT_LAYERLEVEL" val="1"/>
  <p:tag name="KSO_WM_TAG_VERSION" val="3.0"/>
  <p:tag name="PA" val="v5.2.11"/>
</p:tagLst>
</file>

<file path=ppt/tags/tag1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  <p:tag name="PA" val="v5.2.11"/>
</p:tagLst>
</file>

<file path=ppt/tags/tag1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PA" val="v5.2.1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2*i*2"/>
  <p:tag name="KSO_WM_UNIT_LAYERLEVEL" val="1"/>
  <p:tag name="KSO_WM_TAG_VERSION" val="3.0"/>
  <p:tag name="KSO_WM_BEAUTIFY_FLAG" val="#wm#"/>
  <p:tag name="KSO_WM_UNIT_CONTENT_GROUP_TYPE" val="titlestyle"/>
  <p:tag name="PA" val="v5.2.1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ISCONTENTSTITLE" val="0"/>
  <p:tag name="KSO_WM_UNIT_ISNUMDGMTITLE" val="0"/>
  <p:tag name="KSO_WM_UNIT_PRESET_TEXT" val="Content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3*b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</p:tagLst>
</file>

<file path=ppt/tags/tag18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LINE_FORE_SCHEMECOLOR_INDEX_BRIGHTNESS" val="0"/>
  <p:tag name="KSO_WM_UNIT_LINE_FORE_SCHEMECOLOR_INDEX" val="14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  <p:tag name="KSO_WM_UNIT_CONTENT_GROUP_TYPE" val="contentchip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BEAUTIFY_FLAG" val="#wm#"/>
  <p:tag name="KSO_WM_UNIT_LINE_FORE_SCHEMECOLOR_INDEX_BRIGHTNESS" val="0"/>
  <p:tag name="KSO_WM_UNIT_LINE_FORE_SCHEMECOLOR_INDEX" val="5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4"/>
  <p:tag name="KSO_WM_UNIT_ID" val="_4*i*4"/>
  <p:tag name="KSO_WM_UNIT_LAYERLEVEL" val="1"/>
  <p:tag name="KSO_WM_TAG_VERSION" val="3.0"/>
</p:tagLst>
</file>

<file path=ppt/tags/tag26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</p:tagLst>
</file>

<file path=ppt/tags/tag27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5*i*1"/>
  <p:tag name="KSO_WM_UNIT_LAYERLEVEL" val="1"/>
  <p:tag name="KSO_WM_TAG_VERSION" val="3.0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  <p:tag name="KSO_WM_UNIT_CONTENT_GROUP_TYPE" val="titlestyle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5*i*2"/>
  <p:tag name="KSO_WM_UNIT_LAYERLEVEL" val="1"/>
  <p:tag name="KSO_WM_TAG_VERSION" val="3.0"/>
  <p:tag name="KSO_WM_BEAUTIFY_FLAG" val="#wm#"/>
  <p:tag name="KSO_WM_UNIT_CONTENT_GROUP_TYPE" val="titlestyle"/>
</p:tagLst>
</file>

<file path=ppt/tags/tag3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3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6*i*1"/>
  <p:tag name="KSO_WM_UNIT_LAYERLEVEL" val="1"/>
  <p:tag name="KSO_WM_TAG_VERSION" val="3.0"/>
</p:tagLst>
</file>

<file path=ppt/tags/tag4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4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42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4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6*i*2"/>
  <p:tag name="KSO_WM_UNIT_LAYERLEVEL" val="1"/>
  <p:tag name="KSO_WM_TAG_VERSION" val="3.0"/>
  <p:tag name="KSO_WM_UNIT_CONTENT_GROUP_TYPE" val="titlestyle"/>
</p:tagLst>
</file>

<file path=ppt/tags/tag4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7*i*1"/>
  <p:tag name="KSO_WM_UNIT_LAYERLEVEL" val="1"/>
  <p:tag name="KSO_WM_TAG_VERSION" val="3.0"/>
</p:tagLst>
</file>

<file path=ppt/tags/tag50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  <p:tag name="KSO_WM_UNIT_CONTENT_GROUP_TYPE" val="titlestyle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7*i*2"/>
  <p:tag name="KSO_WM_UNIT_LAYERLEVEL" val="1"/>
  <p:tag name="KSO_WM_TAG_VERSION" val="3.0"/>
  <p:tag name="KSO_WM_BEAUTIFY_FLAG" val="#wm#"/>
  <p:tag name="KSO_WM_UNIT_CONTENT_GROUP_TYPE" val="titlestyle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8*i*1"/>
  <p:tag name="KSO_WM_UNIT_LAYERLEVEL" val="1"/>
  <p:tag name="KSO_WM_TAG_VERSION" val="3.0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3.0"/>
</p:tagLst>
</file>

<file path=ppt/tags/tag6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3.0"/>
</p:tagLst>
</file>

<file path=ppt/tags/tag6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CONTENT_GROUP_TYPE" val="titlestyle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  <p:tag name="KSO_WM_UNIT_CONTENT_GROUP_TYPE" val="titlestyle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0*i*2"/>
  <p:tag name="KSO_WM_UNIT_LAYERLEVEL" val="1"/>
  <p:tag name="KSO_WM_TAG_VERSION" val="3.0"/>
  <p:tag name="KSO_WM_BEAUTIFY_FLAG" val="#wm#"/>
  <p:tag name="KSO_WM_UNIT_CONTENT_GROUP_TYPE" val="titlestyle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</p:tagLst>
</file>

<file path=ppt/tags/tag72.xml><?xml version="1.0" encoding="utf-8"?>
<p:tagLst xmlns:p="http://schemas.openxmlformats.org/presentationml/2006/main">
  <p:tag name="KSO_WM_UNIT_LINE_FORE_SCHEMECOLOR_INDEX_BRIGHTNESS" val="0"/>
  <p:tag name="KSO_WM_UNIT_LINE_FORE_SCHEMECOLOR_INDEX" val="14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  <p:tag name="KSO_WM_UNIT_CONTENT_GROUP_TYPE" val="contentchip"/>
</p:tagLst>
</file>

<file path=ppt/tags/tag73.xml><?xml version="1.0" encoding="utf-8"?>
<p:tagLst xmlns:p="http://schemas.openxmlformats.org/presentationml/2006/main">
  <p:tag name="KSO_WM_UNIT_LINE_FORE_SCHEMECOLOR_INDEX_BRIGHTNESS" val="0"/>
  <p:tag name="KSO_WM_UNIT_LINE_FORE_SCHEMECOLOR_INDEX" val="14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  <p:tag name="KSO_WM_UNIT_CONTENT_GROUP_TYPE" val="contentchip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与聆听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contentchip"/>
</p:tagLst>
</file>

<file path=ppt/tags/tag75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  <p:tag name="KSO_WM_UNIT_CONTENT_GROUP_TYPE" val="titlestyle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0230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0230"/>
</p:tagLst>
</file>

<file path=ppt/tags/tag86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1.0"/>
  <p:tag name="KSO_WM_BEAUTIFY_FLAG" val="#wm#"/>
  <p:tag name="KSO_WM_TEMPLATE_CATEGORY" val="custom"/>
  <p:tag name="KSO_WM_TEMPLATE_INDEX" val="20230230"/>
  <p:tag name="KSO_WM_TEMPLATE_THUMBS_INDEX" val="1、11"/>
</p:tagLst>
</file>

<file path=ppt/tags/tag87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230_1*f*1"/>
  <p:tag name="KSO_WM_TEMPLATE_CATEGORY" val="custom"/>
  <p:tag name="KSO_WM_TEMPLATE_INDEX" val="20230230"/>
  <p:tag name="KSO_WM_UNIT_LAYERLEVEL" val="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PRESET_TEXT" val="汇报人：WPS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30_1*a*1"/>
  <p:tag name="KSO_WM_TEMPLATE_CATEGORY" val="custom"/>
  <p:tag name="KSO_WM_TEMPLATE_INDEX" val="20230230"/>
  <p:tag name="KSO_WM_UNIT_LAYERLEVEL" val="1"/>
  <p:tag name="KSO_WM_TAG_VERSION" val="3.0"/>
  <p:tag name="KSO_WM_BEAUTIFY_FLAG" val="#wm#"/>
  <p:tag name="KSO_WM_UNIT_CONTENT_GROUP_TYPE" val="contentchip"/>
  <p:tag name="KSO_WM_UNIT_PRESET_TEXT" val="单击添加文档标题"/>
</p:tagLst>
</file>

<file path=ppt/tags/tag89.xml><?xml version="1.0" encoding="utf-8"?>
<p:tagLst xmlns:p="http://schemas.openxmlformats.org/presentationml/2006/main">
  <p:tag name="KSO_WM_UNIT_NOCLEAR" val="0"/>
  <p:tag name="KSO_WM_UNIT_VALUE" val="48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0230_1*b*1"/>
  <p:tag name="KSO_WM_TEMPLATE_CATEGORY" val="custom"/>
  <p:tag name="KSO_WM_TEMPLATE_INDEX" val="20230230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PRESET_TEXT" val="Simple &amp; Creative"/>
</p:tagLst>
</file>

<file path=ppt/tags/tag90.xml><?xml version="1.0" encoding="utf-8"?>
<p:tagLst xmlns:p="http://schemas.openxmlformats.org/presentationml/2006/main">
  <p:tag name="KSO_WM_SLIDE_ID" val="custom20230230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30230"/>
  <p:tag name="KSO_WM_SLIDE_LAYOUT" val="a_b_f"/>
  <p:tag name="KSO_WM_SLIDE_LAYOUT_CNT" val="1_1_1"/>
  <p:tag name="KSO_WM_TEMPLATE_THUMBS_INDEX" val="1、11"/>
  <p:tag name="KSO_WM_SLIDE_CONTENT_AREA" val="{&quot;left&quot;:&quot;46.45&quot;,&quot;top&quot;:&quot;101.75&quot;,&quot;width&quot;:&quot;613.6&quot;,&quot;height&quot;:&quot;315.15&quot;}"/>
</p:tagLst>
</file>

<file path=ppt/tags/tag9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0230_4*b*1"/>
  <p:tag name="KSO_WM_TEMPLATE_CATEGORY" val="custom"/>
  <p:tag name="KSO_WM_TEMPLATE_INDEX" val="20230230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DIAGRAM_GROUP_CODE" val="l1-1"/>
  <p:tag name="KSO_WM_UNIT_PRESET_TEXT" val="Contents"/>
</p:tagLst>
</file>

<file path=ppt/tags/tag92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30_4*a*1"/>
  <p:tag name="KSO_WM_TEMPLATE_CATEGORY" val="custom"/>
  <p:tag name="KSO_WM_TEMPLATE_INDEX" val="20230230"/>
  <p:tag name="KSO_WM_UNIT_LAYERLEVEL" val="1"/>
  <p:tag name="KSO_WM_TAG_VERSION" val="3.0"/>
  <p:tag name="KSO_WM_BEAUTIFY_FLAG" val="#wm#"/>
  <p:tag name="KSO_WM_DIAGRAM_GROUP_CODE" val="l1-1"/>
  <p:tag name="KSO_WM_UNIT_PRESET_TEXT" val="目录"/>
</p:tagLst>
</file>

<file path=ppt/tags/tag93.xml><?xml version="1.0" encoding="utf-8"?>
<p:tagLst xmlns:p="http://schemas.openxmlformats.org/presentationml/2006/main">
  <p:tag name="KSO_WM_UNIT_LINE_FORE_SCHEMECOLOR_INDEX_BRIGHTNESS" val="0.6"/>
  <p:tag name="KSO_WM_UNIT_LINE_FORE_SCHEMECOLOR_INDEX" val="15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custom20230230_4*l_h_i*1_1_1"/>
  <p:tag name="KSO_WM_TEMPLATE_CATEGORY" val="custom"/>
  <p:tag name="KSO_WM_TEMPLATE_INDEX" val="20230230"/>
  <p:tag name="KSO_WM_UNIT_LAYERLEVEL" val="1_1_1"/>
  <p:tag name="KSO_WM_TAG_VERSION" val="3.0"/>
  <p:tag name="KSO_WM_BEAUTIFY_FLAG" val="#wm#"/>
  <p:tag name="KSO_WM_DIAGRAM_VERSION" val="3"/>
  <p:tag name="KSO_WM_DIAGRAM_MAX_ITEMCNT" val="8"/>
  <p:tag name="KSO_WM_DIAGRAM_MIN_ITEMCNT" val="2"/>
  <p:tag name="KSO_WM_DIAGRAM_VIRTUALLY_FRAME" val="{&quot;height&quot;:325.9,&quot;width&quot;:799.6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9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custom20230230_4*l_h_i*1_1_3"/>
  <p:tag name="KSO_WM_TEMPLATE_CATEGORY" val="custom"/>
  <p:tag name="KSO_WM_TEMPLATE_INDEX" val="20230230"/>
  <p:tag name="KSO_WM_UNIT_LAYERLEVEL" val="1_1_1"/>
  <p:tag name="KSO_WM_TAG_VERSION" val="3.0"/>
  <p:tag name="KSO_WM_BEAUTIFY_FLAG" val="#wm#"/>
  <p:tag name="KSO_WM_DIAGRAM_VERSION" val="3"/>
  <p:tag name="KSO_WM_DIAGRAM_MAX_ITEMCNT" val="8"/>
  <p:tag name="KSO_WM_DIAGRAM_MIN_ITEMCNT" val="2"/>
  <p:tag name="KSO_WM_DIAGRAM_VIRTUALLY_FRAME" val="{&quot;height&quot;:325.9,&quot;width&quot;:799.6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2"/>
  <p:tag name="KSO_WM_UNIT_ID" val="custom20230230_4*l_h_i*1_1_2"/>
  <p:tag name="KSO_WM_TEMPLATE_CATEGORY" val="custom"/>
  <p:tag name="KSO_WM_TEMPLATE_INDEX" val="20230230"/>
  <p:tag name="KSO_WM_UNIT_LAYERLEVEL" val="1_1_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DIAGRAM_GROUP_CODE" val="l1-1"/>
  <p:tag name="KSO_WM_DIAGRAM_VERSION" val="3"/>
  <p:tag name="KSO_WM_UNIT_PRESET_TEXT" val="01."/>
  <p:tag name="KSO_WM_DIAGRAM_MAX_ITEMCNT" val="8"/>
  <p:tag name="KSO_WM_DIAGRAM_MIN_ITEMCNT" val="2"/>
  <p:tag name="KSO_WM_DIAGRAM_VIRTUALLY_FRAME" val="{&quot;height&quot;:325.9,&quot;width&quot;:799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1_1"/>
  <p:tag name="KSO_WM_TEMPLATE_CATEGORY" val="custom"/>
  <p:tag name="KSO_WM_TEMPLATE_INDEX" val="20230230"/>
  <p:tag name="KSO_WM_UNIT_LAYERLEVEL" val="1_1_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DIAGRAM_GROUP_CODE" val="l1-1"/>
  <p:tag name="KSO_WM_UNIT_TYPE" val="l_h_a"/>
  <p:tag name="KSO_WM_UNIT_ID" val="custom20230230_4*l_h_a*1_1_1"/>
  <p:tag name="KSO_WM_DIAGRAM_VERSION" val="3"/>
  <p:tag name="KSO_WM_UNIT_PRESET_TEXT" val="添加目录标题"/>
  <p:tag name="KSO_WM_DIAGRAM_MAX_ITEMCNT" val="8"/>
  <p:tag name="KSO_WM_DIAGRAM_MIN_ITEMCNT" val="2"/>
  <p:tag name="KSO_WM_DIAGRAM_VIRTUALLY_FRAME" val="{&quot;height&quot;:325.9,&quot;width&quot;:799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7.xml><?xml version="1.0" encoding="utf-8"?>
<p:tagLst xmlns:p="http://schemas.openxmlformats.org/presentationml/2006/main">
  <p:tag name="KSO_WM_UNIT_LINE_FORE_SCHEMECOLOR_INDEX_BRIGHTNESS" val="0.6"/>
  <p:tag name="KSO_WM_UNIT_LINE_FORE_SCHEMECOLOR_INDEX" val="1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custom20230230_4*l_h_i*1_2_1"/>
  <p:tag name="KSO_WM_TEMPLATE_CATEGORY" val="custom"/>
  <p:tag name="KSO_WM_TEMPLATE_INDEX" val="20230230"/>
  <p:tag name="KSO_WM_UNIT_LAYERLEVEL" val="1_1_1"/>
  <p:tag name="KSO_WM_TAG_VERSION" val="3.0"/>
  <p:tag name="KSO_WM_DIAGRAM_VERSION" val="3"/>
  <p:tag name="KSO_WM_DIAGRAM_MAX_ITEMCNT" val="8"/>
  <p:tag name="KSO_WM_DIAGRAM_MIN_ITEMCNT" val="2"/>
  <p:tag name="KSO_WM_DIAGRAM_VIRTUALLY_FRAME" val="{&quot;height&quot;:325.9,&quot;width&quot;:799.6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9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custom20230230_4*l_h_i*1_2_3"/>
  <p:tag name="KSO_WM_TEMPLATE_CATEGORY" val="custom"/>
  <p:tag name="KSO_WM_TEMPLATE_INDEX" val="20230230"/>
  <p:tag name="KSO_WM_UNIT_LAYERLEVEL" val="1_1_1"/>
  <p:tag name="KSO_WM_TAG_VERSION" val="3.0"/>
  <p:tag name="KSO_WM_DIAGRAM_VERSION" val="3"/>
  <p:tag name="KSO_WM_DIAGRAM_MAX_ITEMCNT" val="8"/>
  <p:tag name="KSO_WM_DIAGRAM_MIN_ITEMCNT" val="2"/>
  <p:tag name="KSO_WM_DIAGRAM_VIRTUALLY_FRAME" val="{&quot;height&quot;:325.9,&quot;width&quot;:799.6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2"/>
  <p:tag name="KSO_WM_UNIT_ID" val="custom20230230_4*l_h_i*1_2_2"/>
  <p:tag name="KSO_WM_TEMPLATE_CATEGORY" val="custom"/>
  <p:tag name="KSO_WM_TEMPLATE_INDEX" val="20230230"/>
  <p:tag name="KSO_WM_UNIT_LAYERLEVEL" val="1_1_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DIAGRAM_GROUP_CODE" val="l1-1"/>
  <p:tag name="KSO_WM_DIAGRAM_VERSION" val="3"/>
  <p:tag name="KSO_WM_UNIT_PRESET_TEXT" val="02."/>
  <p:tag name="KSO_WM_DIAGRAM_MAX_ITEMCNT" val="8"/>
  <p:tag name="KSO_WM_DIAGRAM_MIN_ITEMCNT" val="2"/>
  <p:tag name="KSO_WM_DIAGRAM_VIRTUALLY_FRAME" val="{&quot;height&quot;:325.9,&quot;width&quot;:799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0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2_1"/>
  <p:tag name="KSO_WM_TEMPLATE_CATEGORY" val="custom"/>
  <p:tag name="KSO_WM_TEMPLATE_INDEX" val="20230230"/>
  <p:tag name="KSO_WM_UNIT_LAYERLEVEL" val="1_1_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DIAGRAM_GROUP_CODE" val="l1-1"/>
  <p:tag name="KSO_WM_UNIT_TYPE" val="l_h_a"/>
  <p:tag name="KSO_WM_UNIT_ID" val="custom20230230_4*l_h_a*1_2_1"/>
  <p:tag name="KSO_WM_DIAGRAM_VERSION" val="3"/>
  <p:tag name="KSO_WM_UNIT_PRESET_TEXT" val="添加目录标题"/>
  <p:tag name="KSO_WM_DIAGRAM_MAX_ITEMCNT" val="8"/>
  <p:tag name="KSO_WM_DIAGRAM_MIN_ITEMCNT" val="2"/>
  <p:tag name="KSO_WM_DIAGRAM_VIRTUALLY_FRAME" val="{&quot;height&quot;:325.9,&quot;width&quot;:799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2"/>
  <p:tag name="KSO_WM_UNIT_ID" val="custom20230230_4*l_h_i*1_4_2"/>
  <p:tag name="KSO_WM_TEMPLATE_CATEGORY" val="custom"/>
  <p:tag name="KSO_WM_TEMPLATE_INDEX" val="20230230"/>
  <p:tag name="KSO_WM_UNIT_LAYERLEVEL" val="1_1_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DIAGRAM_GROUP_CODE" val="l1-1"/>
  <p:tag name="KSO_WM_DIAGRAM_VERSION" val="3"/>
  <p:tag name="KSO_WM_UNIT_PRESET_TEXT" val="04."/>
  <p:tag name="KSO_WM_DIAGRAM_MAX_ITEMCNT" val="8"/>
  <p:tag name="KSO_WM_DIAGRAM_MIN_ITEMCNT" val="2"/>
  <p:tag name="KSO_WM_DIAGRAM_VIRTUALLY_FRAME" val="{&quot;height&quot;:325.9,&quot;width&quot;:799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0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4_1"/>
  <p:tag name="KSO_WM_TEMPLATE_CATEGORY" val="custom"/>
  <p:tag name="KSO_WM_TEMPLATE_INDEX" val="20230230"/>
  <p:tag name="KSO_WM_UNIT_LAYERLEVEL" val="1_1_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DIAGRAM_GROUP_CODE" val="l1-1"/>
  <p:tag name="KSO_WM_UNIT_TYPE" val="l_h_a"/>
  <p:tag name="KSO_WM_UNIT_ID" val="custom20230230_4*l_h_a*1_4_1"/>
  <p:tag name="KSO_WM_DIAGRAM_VERSION" val="3"/>
  <p:tag name="KSO_WM_UNIT_PRESET_TEXT" val="添加目录标题"/>
  <p:tag name="KSO_WM_DIAGRAM_MAX_ITEMCNT" val="8"/>
  <p:tag name="KSO_WM_DIAGRAM_MIN_ITEMCNT" val="2"/>
  <p:tag name="KSO_WM_DIAGRAM_VIRTUALLY_FRAME" val="{&quot;height&quot;:325.9,&quot;width&quot;:799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03.xml><?xml version="1.0" encoding="utf-8"?>
<p:tagLst xmlns:p="http://schemas.openxmlformats.org/presentationml/2006/main">
  <p:tag name="KSO_WM_UNIT_LINE_FORE_SCHEMECOLOR_INDEX_BRIGHTNESS" val="0.6"/>
  <p:tag name="KSO_WM_UNIT_LINE_FORE_SCHEMECOLOR_INDEX" val="1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custom20230230_4*l_h_i*1_3_1"/>
  <p:tag name="KSO_WM_TEMPLATE_CATEGORY" val="custom"/>
  <p:tag name="KSO_WM_TEMPLATE_INDEX" val="20230230"/>
  <p:tag name="KSO_WM_UNIT_LAYERLEVEL" val="1_1_1"/>
  <p:tag name="KSO_WM_TAG_VERSION" val="3.0"/>
  <p:tag name="KSO_WM_DIAGRAM_VERSION" val="3"/>
  <p:tag name="KSO_WM_DIAGRAM_MAX_ITEMCNT" val="8"/>
  <p:tag name="KSO_WM_DIAGRAM_MIN_ITEMCNT" val="2"/>
  <p:tag name="KSO_WM_DIAGRAM_VIRTUALLY_FRAME" val="{&quot;height&quot;:325.9,&quot;width&quot;:799.6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10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custom20230230_4*l_h_i*1_3_3"/>
  <p:tag name="KSO_WM_TEMPLATE_CATEGORY" val="custom"/>
  <p:tag name="KSO_WM_TEMPLATE_INDEX" val="20230230"/>
  <p:tag name="KSO_WM_UNIT_LAYERLEVEL" val="1_1_1"/>
  <p:tag name="KSO_WM_TAG_VERSION" val="3.0"/>
  <p:tag name="KSO_WM_DIAGRAM_VERSION" val="3"/>
  <p:tag name="KSO_WM_DIAGRAM_MAX_ITEMCNT" val="8"/>
  <p:tag name="KSO_WM_DIAGRAM_MIN_ITEMCNT" val="2"/>
  <p:tag name="KSO_WM_DIAGRAM_VIRTUALLY_FRAME" val="{&quot;height&quot;:325.9,&quot;width&quot;:799.6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2"/>
  <p:tag name="KSO_WM_UNIT_ID" val="custom20230230_4*l_h_i*1_3_2"/>
  <p:tag name="KSO_WM_TEMPLATE_CATEGORY" val="custom"/>
  <p:tag name="KSO_WM_TEMPLATE_INDEX" val="20230230"/>
  <p:tag name="KSO_WM_UNIT_LAYERLEVEL" val="1_1_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DIAGRAM_GROUP_CODE" val="l1-1"/>
  <p:tag name="KSO_WM_DIAGRAM_VERSION" val="3"/>
  <p:tag name="KSO_WM_UNIT_PRESET_TEXT" val="03."/>
  <p:tag name="KSO_WM_DIAGRAM_MAX_ITEMCNT" val="8"/>
  <p:tag name="KSO_WM_DIAGRAM_MIN_ITEMCNT" val="2"/>
  <p:tag name="KSO_WM_DIAGRAM_VIRTUALLY_FRAME" val="{&quot;height&quot;:325.9,&quot;width&quot;:799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0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3_1"/>
  <p:tag name="KSO_WM_TEMPLATE_CATEGORY" val="custom"/>
  <p:tag name="KSO_WM_TEMPLATE_INDEX" val="20230230"/>
  <p:tag name="KSO_WM_UNIT_LAYERLEVEL" val="1_1_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DIAGRAM_GROUP_CODE" val="l1-1"/>
  <p:tag name="KSO_WM_UNIT_TYPE" val="l_h_a"/>
  <p:tag name="KSO_WM_UNIT_ID" val="custom20230230_4*l_h_a*1_3_1"/>
  <p:tag name="KSO_WM_DIAGRAM_VERSION" val="3"/>
  <p:tag name="KSO_WM_UNIT_PRESET_TEXT" val="添加目录标题"/>
  <p:tag name="KSO_WM_DIAGRAM_MAX_ITEMCNT" val="8"/>
  <p:tag name="KSO_WM_DIAGRAM_MIN_ITEMCNT" val="2"/>
  <p:tag name="KSO_WM_DIAGRAM_VIRTUALLY_FRAME" val="{&quot;height&quot;:325.9,&quot;width&quot;:799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07.xml><?xml version="1.0" encoding="utf-8"?>
<p:tagLst xmlns:p="http://schemas.openxmlformats.org/presentationml/2006/main">
  <p:tag name="KSO_WM_SLIDE_ID" val="custom20230230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30230"/>
  <p:tag name="KSO_WM_SLIDE_LAYOUT" val="a_b_l"/>
  <p:tag name="KSO_WM_SLIDE_LAYOUT_CNT" val="1_1_1"/>
  <p:tag name="KSO_WM_SLIDE_TYPE" val="contents"/>
  <p:tag name="KSO_WM_SLIDE_SUBTYPE" val="diag"/>
  <p:tag name="KSO_WM_DIAGRAM_GROUP_CODE" val="l1-1"/>
  <p:tag name="KSO_WM_SLIDE_DIAGTYPE" val="l"/>
</p:tagLst>
</file>

<file path=ppt/tags/tag108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30_9*e*1"/>
  <p:tag name="KSO_WM_TEMPLATE_CATEGORY" val="custom"/>
  <p:tag name="KSO_WM_TEMPLATE_INDEX" val="20230230"/>
  <p:tag name="KSO_WM_UNIT_LAYERLEVEL" val="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PRESET_TEXT" val="Part One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SLIDE_ID" val="custom20230230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1.0"/>
  <p:tag name="KSO_WM_BEAUTIFY_FLAG" val="#wm#"/>
  <p:tag name="KSO_WM_TEMPLATE_CATEGORY" val="custom"/>
  <p:tag name="KSO_WM_TEMPLATE_INDEX" val="20230230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26.85&quot;,&quot;top&quot;:&quot;79.65&quot;,&quot;width&quot;:&quot;618.65&quot;,&quot;height&quot;:&quot;320.9&quot;}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11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230_10*f*1"/>
  <p:tag name="KSO_WM_TEMPLATE_CATEGORY" val="custom"/>
  <p:tag name="KSO_WM_TEMPLATE_INDEX" val="20230230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PA" val="v5.2.11"/>
  <p:tag name="KSO_WM_UNIT_PRESET_TEXT" val="单击此处添加文本"/>
</p:tagLst>
</file>

<file path=ppt/tags/tag11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30_10*a*1"/>
  <p:tag name="KSO_WM_TEMPLATE_CATEGORY" val="custom"/>
  <p:tag name="KSO_WM_TEMPLATE_INDEX" val="20230230"/>
  <p:tag name="KSO_WM_UNIT_LAYERLEVEL" val="1"/>
  <p:tag name="KSO_WM_TAG_VERSION" val="3.0"/>
  <p:tag name="KSO_WM_BEAUTIFY_FLAG" val="#wm#"/>
  <p:tag name="KSO_WM_UNIT_CONTENT_GROUP_TYPE" val="titlestyle"/>
  <p:tag name="PA" val="v5.2.11"/>
  <p:tag name="KSO_WM_UNIT_PRESET_TEXT" val="单击此处添加文档标题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SLIDE_ID" val="custom20230230_10"/>
  <p:tag name="KSO_WM_TEMPLATE_SUBCATEGORY" val="29"/>
  <p:tag name="KSO_WM_TEMPLATE_MASTER_TYPE" val="0"/>
  <p:tag name="KSO_WM_TEMPLATE_COLOR_TYPE" val="0"/>
  <p:tag name="KSO_WM_SLIDE_ITEM_CNT" val="0"/>
  <p:tag name="KSO_WM_SLIDE_INDEX" val="10"/>
  <p:tag name="KSO_WM_TAG_VERSION" val="1.0"/>
  <p:tag name="KSO_WM_BEAUTIFY_FLAG" val="#wm#"/>
  <p:tag name="KSO_WM_TEMPLATE_CATEGORY" val="custom"/>
  <p:tag name="KSO_WM_TEMPLATE_INDEX" val="20230230"/>
  <p:tag name="KSO_WM_SLIDE_TYPE" val="text"/>
  <p:tag name="KSO_WM_SLIDE_SUBTYPE" val="pureTxt"/>
  <p:tag name="KSO_WM_SLIDE_SIZE" val="864*450"/>
  <p:tag name="KSO_WM_SLIDE_POSITION" val="47*41"/>
  <p:tag name="KSO_WM_SLIDE_LAYOUT" val="a_f"/>
  <p:tag name="KSO_WM_SLIDE_LAYOUT_CNT" val="1_1"/>
  <p:tag name="KSO_WM_SPECIAL_SOURCE" val="bdnull"/>
  <p:tag name="KSO_WM_SLIDE_LAYOUT_NAME" val="标题和内容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119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12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30_11*a*1"/>
  <p:tag name="KSO_WM_TEMPLATE_CATEGORY" val="custom"/>
  <p:tag name="KSO_WM_TEMPLATE_INDEX" val="20230230"/>
  <p:tag name="KSO_WM_UNIT_LAYERLEVEL" val="1"/>
  <p:tag name="KSO_WM_TAG_VERSION" val="3.0"/>
  <p:tag name="KSO_WM_BEAUTIFY_FLAG" val="#wm#"/>
  <p:tag name="KSO_WM_UNIT_CONTENT_GROUP_TYPE" val="contentchip"/>
  <p:tag name="KSO_WM_UNIT_PRESET_TEXT" val="感谢您的观看与聆听"/>
</p:tagLst>
</file>

<file path=ppt/tags/tag121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230_11*f*1"/>
  <p:tag name="KSO_WM_TEMPLATE_CATEGORY" val="custom"/>
  <p:tag name="KSO_WM_TEMPLATE_INDEX" val="20230230"/>
  <p:tag name="KSO_WM_UNIT_LAYERLEVEL" val="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PRESET_TEXT" val="汇报人：WPS"/>
</p:tagLst>
</file>

<file path=ppt/tags/tag122.xml><?xml version="1.0" encoding="utf-8"?>
<p:tagLst xmlns:p="http://schemas.openxmlformats.org/presentationml/2006/main">
  <p:tag name="KSO_WM_SLIDE_ID" val="custom20230230_11"/>
  <p:tag name="KSO_WM_TEMPLATE_SUBCATEGORY" val="29"/>
  <p:tag name="KSO_WM_TEMPLATE_MASTER_TYPE" val="0"/>
  <p:tag name="KSO_WM_TEMPLATE_COLOR_TYPE" val="0"/>
  <p:tag name="KSO_WM_SLIDE_ITEM_CNT" val="0"/>
  <p:tag name="KSO_WM_SLIDE_INDEX" val="11"/>
  <p:tag name="KSO_WM_TAG_VERSION" val="1.0"/>
  <p:tag name="KSO_WM_BEAUTIFY_FLAG" val="#wm#"/>
  <p:tag name="KSO_WM_TEMPLATE_CATEGORY" val="custom"/>
  <p:tag name="KSO_WM_TEMPLATE_INDEX" val="20230230"/>
  <p:tag name="KSO_WM_SLIDE_LAYOUT" val="a_f"/>
  <p:tag name="KSO_WM_SLIDE_LAYOUT_CNT" val="1_1"/>
  <p:tag name="KSO_WM_SLIDE_TYPE" val="endPage"/>
  <p:tag name="KSO_WM_SLIDE_SUBTYPE" val="pureTxt"/>
  <p:tag name="KSO_WM_SLIDE_CONTENT_AREA" val="{&quot;left&quot;:&quot;38.85&quot;,&quot;top&quot;:&quot;72.8&quot;,&quot;width&quot;:&quot;672.5&quot;,&quot;height&quot;:&quot;369.75&quot;}"/>
</p:tagLst>
</file>

<file path=ppt/tags/tag123.xml><?xml version="1.0" encoding="utf-8"?>
<p:tagLst xmlns:p="http://schemas.openxmlformats.org/presentationml/2006/main">
  <p:tag name="KSO_WPP_MARK_KEY" val="94bceb8b-8dc7-4068-9bec-3c941faf476c"/>
  <p:tag name="COMMONDATA" val="eyJoZGlkIjoiZjQyZTJmZjJmYTVlMmQ5MmU5OTMyMTM0NzEyYmVjMWMifQ=="/>
  <p:tag name="commondata" val="eyJoZGlkIjoiMTUyNzVmNTc3MmI3NWM2ZWNjZjQxNjk0ZDQzZDFkMzcifQ=="/>
</p:tagLst>
</file>

<file path=ppt/theme/theme1.xml><?xml version="1.0" encoding="utf-8"?>
<a:theme xmlns:a="http://schemas.openxmlformats.org/drawingml/2006/main" name="Office 主题">
  <a:themeElements>
    <a:clrScheme name="自定义 61">
      <a:dk1>
        <a:srgbClr val="000000"/>
      </a:dk1>
      <a:lt1>
        <a:srgbClr val="FFFFFF"/>
      </a:lt1>
      <a:dk2>
        <a:srgbClr val="3F4D63"/>
      </a:dk2>
      <a:lt2>
        <a:srgbClr val="E7F0FD"/>
      </a:lt2>
      <a:accent1>
        <a:srgbClr val="116CEE"/>
      </a:accent1>
      <a:accent2>
        <a:srgbClr val="1B7ED6"/>
      </a:accent2>
      <a:accent3>
        <a:srgbClr val="268FBE"/>
      </a:accent3>
      <a:accent4>
        <a:srgbClr val="30A1A6"/>
      </a:accent4>
      <a:accent5>
        <a:srgbClr val="3BB28E"/>
      </a:accent5>
      <a:accent6>
        <a:srgbClr val="45C476"/>
      </a:accent6>
      <a:hlink>
        <a:srgbClr val="0563C1"/>
      </a:hlink>
      <a:folHlink>
        <a:srgbClr val="954F72"/>
      </a:folHlink>
    </a:clrScheme>
    <a:fontScheme name="自定义 13">
      <a:majorFont>
        <a:latin typeface="MiSans Heavy"/>
        <a:ea typeface="MiSans Heavy"/>
        <a:cs typeface=""/>
      </a:majorFont>
      <a:minorFont>
        <a:latin typeface="MiSans Light"/>
        <a:ea typeface="MiSans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  <a:prstDash val="solid"/>
        </a:ln>
        <a:effectLst>
          <a:outerShdw blurRad="203200" dist="101600" dir="8100000" algn="tr" rotWithShape="0">
            <a:srgbClr val="FF5DA9">
              <a:alpha val="10000"/>
            </a:srgb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 Light"/>
        <a:ea typeface=""/>
        <a:cs typeface=""/>
        <a:font script="Jpan" typeface="游ゴシック"/>
        <a:font script="Hang" typeface="맑은 고딕"/>
        <a:font script="Hans" typeface="MiSans Light"/>
        <a:font script="Hant" typeface="新細明體"/>
        <a:font script="Arab" typeface="仓耳渔阳体 W01"/>
        <a:font script="Hebr" typeface="仓耳渔阳体 W01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仓耳渔阳体 W01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iSans Heavy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 Light"/>
        <a:ea typeface=""/>
        <a:cs typeface=""/>
        <a:font script="Jpan" typeface="ＭＳ Ｐゴシック"/>
        <a:font script="Hang" typeface="맑은 고딕"/>
        <a:font script="Hans" typeface="MiSans Heavy"/>
        <a:font script="Hant" typeface="新細明體"/>
        <a:font script="Arab" typeface="仓耳渔阳体 W01"/>
        <a:font script="Hebr" typeface="仓耳渔阳体 W01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仓耳渔阳体 W01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</Words>
  <Application>WPS 演示</Application>
  <PresentationFormat>宽屏</PresentationFormat>
  <Paragraphs>40</Paragraphs>
  <Slides>8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MiSans Heavy</vt:lpstr>
      <vt:lpstr>Wingdings</vt:lpstr>
      <vt:lpstr>MiSans Light</vt:lpstr>
      <vt:lpstr>微软雅黑</vt:lpstr>
      <vt:lpstr>Arial Unicode MS</vt:lpstr>
      <vt:lpstr>MiSans Heavy</vt:lpstr>
      <vt:lpstr>Segoe Print</vt:lpstr>
      <vt:lpstr>Office 主题</vt:lpstr>
      <vt:lpstr>311期末高数&amp;计导讲解</vt:lpstr>
      <vt:lpstr>目录</vt:lpstr>
      <vt:lpstr>PowerPoint 演示文稿</vt:lpstr>
      <vt:lpstr>趋近算法</vt:lpstr>
      <vt:lpstr>PTA</vt:lpstr>
      <vt:lpstr>双变量遍历两数组</vt:lpstr>
      <vt:lpstr>高数有解</vt:lpstr>
      <vt:lpstr>that's all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hui ming</dc:creator>
  <cp:lastModifiedBy>叶禹赋</cp:lastModifiedBy>
  <cp:revision>337</cp:revision>
  <dcterms:created xsi:type="dcterms:W3CDTF">2022-06-27T07:27:00Z</dcterms:created>
  <dcterms:modified xsi:type="dcterms:W3CDTF">2025-11-18T05:28:43Z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7E438F929458422A9E1100E9968FB7B8_13</vt:lpwstr>
  </property>
  <property fmtid="{D5CDD505-2E9C-101B-9397-08002B2CF9AE}" pid="3" name="KSOProductBuildVer">
    <vt:lpwstr>2052-12.1.0.23542</vt:lpwstr>
  </property>
</Properties>
</file>